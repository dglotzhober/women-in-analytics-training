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40" r:id="rId5"/>
    <p:sldId id="370" r:id="rId6"/>
    <p:sldId id="363" r:id="rId7"/>
    <p:sldId id="698" r:id="rId8"/>
    <p:sldId id="364" r:id="rId9"/>
    <p:sldId id="765" r:id="rId10"/>
    <p:sldId id="366" r:id="rId11"/>
    <p:sldId id="773" r:id="rId12"/>
    <p:sldId id="365" r:id="rId13"/>
    <p:sldId id="768" r:id="rId14"/>
    <p:sldId id="769" r:id="rId15"/>
    <p:sldId id="369" r:id="rId16"/>
    <p:sldId id="772" r:id="rId17"/>
    <p:sldId id="367" r:id="rId18"/>
    <p:sldId id="706" r:id="rId19"/>
    <p:sldId id="368" r:id="rId20"/>
  </p:sldIdLst>
  <p:sldSz cx="12192000" cy="6858000"/>
  <p:notesSz cx="7315200" cy="9601200"/>
  <p:custDataLst>
    <p:tags r:id="rId23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userDrawn="1">
          <p15:clr>
            <a:srgbClr val="A4A3A4"/>
          </p15:clr>
        </p15:guide>
        <p15:guide id="11" orient="horz" pos="2047" userDrawn="1">
          <p15:clr>
            <a:srgbClr val="A4A3A4"/>
          </p15:clr>
        </p15:guide>
        <p15:guide id="12" orient="horz" pos="1440" userDrawn="1">
          <p15:clr>
            <a:srgbClr val="A4A3A4"/>
          </p15:clr>
        </p15:guide>
        <p15:guide id="13" orient="horz" pos="2568" userDrawn="1">
          <p15:clr>
            <a:srgbClr val="A4A3A4"/>
          </p15:clr>
        </p15:guide>
        <p15:guide id="14" orient="horz" pos="3370" userDrawn="1">
          <p15:clr>
            <a:srgbClr val="A4A3A4"/>
          </p15:clr>
        </p15:guide>
        <p15:guide id="15" orient="horz" pos="3589" userDrawn="1">
          <p15:clr>
            <a:srgbClr val="A4A3A4"/>
          </p15:clr>
        </p15:guide>
        <p15:guide id="16" pos="4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der Kuur, Cindy K" initials="CV" lastIdx="7" clrIdx="0">
    <p:extLst>
      <p:ext uri="{19B8F6BF-5375-455C-9EA6-DF929625EA0E}">
        <p15:presenceInfo xmlns:p15="http://schemas.microsoft.com/office/powerpoint/2012/main" userId="Vander Kuur, Cindy K" providerId="None"/>
      </p:ext>
    </p:extLst>
  </p:cmAuthor>
  <p:cmAuthor id="2" name="Esporrin, Matthew" initials="ME" lastIdx="1" clrIdx="1">
    <p:extLst>
      <p:ext uri="{19B8F6BF-5375-455C-9EA6-DF929625EA0E}">
        <p15:presenceInfo xmlns:p15="http://schemas.microsoft.com/office/powerpoint/2012/main" userId="Esporrin, Matthe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787B"/>
    <a:srgbClr val="D3D3D1"/>
    <a:srgbClr val="C00000"/>
    <a:srgbClr val="000000"/>
    <a:srgbClr val="FFCD00"/>
    <a:srgbClr val="ED8B00"/>
    <a:srgbClr val="DB291C"/>
    <a:srgbClr val="FF9900"/>
    <a:srgbClr val="3C8A2E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0070F-2276-4115-B330-45A9469E693C}" v="68" dt="2021-02-25T20:44:44.852"/>
    <p1510:client id="{47B9004C-1C8A-4668-BE67-23FE3250DE99}" v="3066" dt="2021-02-26T17:50:37.489"/>
    <p1510:client id="{B291C5C0-81FE-41EB-9B3C-D323A0502426}" v="1944" dt="2021-02-26T16:50:03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726" autoAdjust="0"/>
  </p:normalViewPr>
  <p:slideViewPr>
    <p:cSldViewPr snapToGrid="0">
      <p:cViewPr>
        <p:scale>
          <a:sx n="90" d="100"/>
          <a:sy n="90" d="100"/>
        </p:scale>
        <p:origin x="636" y="180"/>
      </p:cViewPr>
      <p:guideLst>
        <p:guide/>
        <p:guide orient="horz" pos="2047"/>
        <p:guide orient="horz" pos="1440"/>
        <p:guide orient="horz" pos="2568"/>
        <p:guide orient="horz" pos="3370"/>
        <p:guide orient="horz" pos="3589"/>
        <p:guide pos="42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ley, Tyler" userId="S::tystanley@deloitte.com::d6371dd0-4d6e-4dab-9c42-35eda5bffbde" providerId="AD" clId="Web-{ACB31B85-E15E-445B-8A4C-D627347CD122}"/>
    <pc:docChg chg="modSld">
      <pc:chgData name="Stanley, Tyler" userId="S::tystanley@deloitte.com::d6371dd0-4d6e-4dab-9c42-35eda5bffbde" providerId="AD" clId="Web-{ACB31B85-E15E-445B-8A4C-D627347CD122}" dt="2021-02-24T15:16:35.904" v="10"/>
      <pc:docMkLst>
        <pc:docMk/>
      </pc:docMkLst>
      <pc:sldChg chg="modSp mod setBg">
        <pc:chgData name="Stanley, Tyler" userId="S::tystanley@deloitte.com::d6371dd0-4d6e-4dab-9c42-35eda5bffbde" providerId="AD" clId="Web-{ACB31B85-E15E-445B-8A4C-D627347CD122}" dt="2021-02-24T15:16:35.904" v="10"/>
        <pc:sldMkLst>
          <pc:docMk/>
          <pc:sldMk cId="3441885847" sldId="270"/>
        </pc:sldMkLst>
        <pc:spChg chg="mod">
          <ac:chgData name="Stanley, Tyler" userId="S::tystanley@deloitte.com::d6371dd0-4d6e-4dab-9c42-35eda5bffbde" providerId="AD" clId="Web-{ACB31B85-E15E-445B-8A4C-D627347CD122}" dt="2021-02-24T15:15:27.418" v="2" actId="20577"/>
          <ac:spMkLst>
            <pc:docMk/>
            <pc:sldMk cId="3441885847" sldId="270"/>
            <ac:spMk id="6" creationId="{739DE8EB-FED8-9540-902A-68501CF27547}"/>
          </ac:spMkLst>
        </pc:spChg>
        <pc:spChg chg="mod">
          <ac:chgData name="Stanley, Tyler" userId="S::tystanley@deloitte.com::d6371dd0-4d6e-4dab-9c42-35eda5bffbde" providerId="AD" clId="Web-{ACB31B85-E15E-445B-8A4C-D627347CD122}" dt="2021-02-24T15:16:29.951" v="9" actId="20577"/>
          <ac:spMkLst>
            <pc:docMk/>
            <pc:sldMk cId="3441885847" sldId="270"/>
            <ac:spMk id="69" creationId="{00000000-0000-0000-0000-000000000000}"/>
          </ac:spMkLst>
        </pc:spChg>
        <pc:spChg chg="mod">
          <ac:chgData name="Stanley, Tyler" userId="S::tystanley@deloitte.com::d6371dd0-4d6e-4dab-9c42-35eda5bffbde" providerId="AD" clId="Web-{ACB31B85-E15E-445B-8A4C-D627347CD122}" dt="2021-02-24T15:15:58.982" v="5" actId="20577"/>
          <ac:spMkLst>
            <pc:docMk/>
            <pc:sldMk cId="3441885847" sldId="270"/>
            <ac:spMk id="73" creationId="{00000000-0000-0000-0000-000000000000}"/>
          </ac:spMkLst>
        </pc:spChg>
        <pc:spChg chg="mod">
          <ac:chgData name="Stanley, Tyler" userId="S::tystanley@deloitte.com::d6371dd0-4d6e-4dab-9c42-35eda5bffbde" providerId="AD" clId="Web-{ACB31B85-E15E-445B-8A4C-D627347CD122}" dt="2021-02-24T15:15:52.153" v="3" actId="20577"/>
          <ac:spMkLst>
            <pc:docMk/>
            <pc:sldMk cId="3441885847" sldId="270"/>
            <ac:spMk id="74" creationId="{00000000-0000-0000-0000-000000000000}"/>
          </ac:spMkLst>
        </pc:spChg>
        <pc:spChg chg="mod">
          <ac:chgData name="Stanley, Tyler" userId="S::tystanley@deloitte.com::d6371dd0-4d6e-4dab-9c42-35eda5bffbde" providerId="AD" clId="Web-{ACB31B85-E15E-445B-8A4C-D627347CD122}" dt="2021-02-24T15:16:18.373" v="7" actId="20577"/>
          <ac:spMkLst>
            <pc:docMk/>
            <pc:sldMk cId="3441885847" sldId="270"/>
            <ac:spMk id="75" creationId="{00000000-0000-0000-0000-000000000000}"/>
          </ac:spMkLst>
        </pc:spChg>
        <pc:spChg chg="mod">
          <ac:chgData name="Stanley, Tyler" userId="S::tystanley@deloitte.com::d6371dd0-4d6e-4dab-9c42-35eda5bffbde" providerId="AD" clId="Web-{ACB31B85-E15E-445B-8A4C-D627347CD122}" dt="2021-02-24T15:16:04.591" v="6" actId="20577"/>
          <ac:spMkLst>
            <pc:docMk/>
            <pc:sldMk cId="3441885847" sldId="270"/>
            <ac:spMk id="78" creationId="{00000000-0000-0000-0000-000000000000}"/>
          </ac:spMkLst>
        </pc:spChg>
        <pc:spChg chg="mod">
          <ac:chgData name="Stanley, Tyler" userId="S::tystanley@deloitte.com::d6371dd0-4d6e-4dab-9c42-35eda5bffbde" providerId="AD" clId="Web-{ACB31B85-E15E-445B-8A4C-D627347CD122}" dt="2021-02-24T15:16:24.092" v="8" actId="20577"/>
          <ac:spMkLst>
            <pc:docMk/>
            <pc:sldMk cId="3441885847" sldId="270"/>
            <ac:spMk id="79" creationId="{00000000-0000-0000-0000-000000000000}"/>
          </ac:spMkLst>
        </pc:spChg>
      </pc:sldChg>
    </pc:docChg>
  </pc:docChgLst>
  <pc:docChgLst>
    <pc:chgData name="Stanley, Tyler" userId="S::tystanley@deloitte.com::d6371dd0-4d6e-4dab-9c42-35eda5bffbde" providerId="AD" clId="Web-{9EDDBD72-0307-4132-A182-91B8D496306E}"/>
    <pc:docChg chg="modSld">
      <pc:chgData name="Stanley, Tyler" userId="S::tystanley@deloitte.com::d6371dd0-4d6e-4dab-9c42-35eda5bffbde" providerId="AD" clId="Web-{9EDDBD72-0307-4132-A182-91B8D496306E}" dt="2021-02-23T23:16:47.629" v="16" actId="1076"/>
      <pc:docMkLst>
        <pc:docMk/>
      </pc:docMkLst>
      <pc:sldChg chg="addSp delSp modSp">
        <pc:chgData name="Stanley, Tyler" userId="S::tystanley@deloitte.com::d6371dd0-4d6e-4dab-9c42-35eda5bffbde" providerId="AD" clId="Web-{9EDDBD72-0307-4132-A182-91B8D496306E}" dt="2021-02-23T23:16:47.629" v="16" actId="1076"/>
        <pc:sldMkLst>
          <pc:docMk/>
          <pc:sldMk cId="521688136" sldId="765"/>
        </pc:sldMkLst>
        <pc:spChg chg="add mod">
          <ac:chgData name="Stanley, Tyler" userId="S::tystanley@deloitte.com::d6371dd0-4d6e-4dab-9c42-35eda5bffbde" providerId="AD" clId="Web-{9EDDBD72-0307-4132-A182-91B8D496306E}" dt="2021-02-23T23:15:41.408" v="7" actId="1076"/>
          <ac:spMkLst>
            <pc:docMk/>
            <pc:sldMk cId="521688136" sldId="765"/>
            <ac:spMk id="4" creationId="{1F77870B-EFC7-4577-89FE-5B4D49986F47}"/>
          </ac:spMkLst>
        </pc:spChg>
        <pc:spChg chg="add del">
          <ac:chgData name="Stanley, Tyler" userId="S::tystanley@deloitte.com::d6371dd0-4d6e-4dab-9c42-35eda5bffbde" providerId="AD" clId="Web-{9EDDBD72-0307-4132-A182-91B8D496306E}" dt="2021-02-23T23:15:34.189" v="6"/>
          <ac:spMkLst>
            <pc:docMk/>
            <pc:sldMk cId="521688136" sldId="765"/>
            <ac:spMk id="5" creationId="{5806FB39-78A8-452D-8ACD-4FB22D0680F1}"/>
          </ac:spMkLst>
        </pc:spChg>
        <pc:spChg chg="add del">
          <ac:chgData name="Stanley, Tyler" userId="S::tystanley@deloitte.com::d6371dd0-4d6e-4dab-9c42-35eda5bffbde" providerId="AD" clId="Web-{9EDDBD72-0307-4132-A182-91B8D496306E}" dt="2021-02-23T23:15:31.329" v="5"/>
          <ac:spMkLst>
            <pc:docMk/>
            <pc:sldMk cId="521688136" sldId="765"/>
            <ac:spMk id="6" creationId="{F9D0F198-2CDE-48A8-BA1D-8AC831902323}"/>
          </ac:spMkLst>
        </pc:spChg>
        <pc:spChg chg="add del">
          <ac:chgData name="Stanley, Tyler" userId="S::tystanley@deloitte.com::d6371dd0-4d6e-4dab-9c42-35eda5bffbde" providerId="AD" clId="Web-{9EDDBD72-0307-4132-A182-91B8D496306E}" dt="2021-02-23T23:15:30.329" v="4"/>
          <ac:spMkLst>
            <pc:docMk/>
            <pc:sldMk cId="521688136" sldId="765"/>
            <ac:spMk id="7" creationId="{3E371286-5D91-47C1-9D54-053A28317054}"/>
          </ac:spMkLst>
        </pc:spChg>
        <pc:spChg chg="add mod">
          <ac:chgData name="Stanley, Tyler" userId="S::tystanley@deloitte.com::d6371dd0-4d6e-4dab-9c42-35eda5bffbde" providerId="AD" clId="Web-{9EDDBD72-0307-4132-A182-91B8D496306E}" dt="2021-02-23T23:15:57.939" v="9" actId="1076"/>
          <ac:spMkLst>
            <pc:docMk/>
            <pc:sldMk cId="521688136" sldId="765"/>
            <ac:spMk id="56" creationId="{8FE21924-B527-49F9-9EDA-497136C5C691}"/>
          </ac:spMkLst>
        </pc:spChg>
        <pc:spChg chg="add mod">
          <ac:chgData name="Stanley, Tyler" userId="S::tystanley@deloitte.com::d6371dd0-4d6e-4dab-9c42-35eda5bffbde" providerId="AD" clId="Web-{9EDDBD72-0307-4132-A182-91B8D496306E}" dt="2021-02-23T23:16:13.752" v="11" actId="1076"/>
          <ac:spMkLst>
            <pc:docMk/>
            <pc:sldMk cId="521688136" sldId="765"/>
            <ac:spMk id="57" creationId="{F9156506-AE12-493C-A7AF-0E469F85BEC4}"/>
          </ac:spMkLst>
        </pc:spChg>
        <pc:spChg chg="add mod">
          <ac:chgData name="Stanley, Tyler" userId="S::tystanley@deloitte.com::d6371dd0-4d6e-4dab-9c42-35eda5bffbde" providerId="AD" clId="Web-{9EDDBD72-0307-4132-A182-91B8D496306E}" dt="2021-02-23T23:16:47.629" v="16" actId="1076"/>
          <ac:spMkLst>
            <pc:docMk/>
            <pc:sldMk cId="521688136" sldId="765"/>
            <ac:spMk id="58" creationId="{016ABB3D-2B11-43D6-9894-D747D2B15512}"/>
          </ac:spMkLst>
        </pc:spChg>
        <pc:spChg chg="add mod">
          <ac:chgData name="Stanley, Tyler" userId="S::tystanley@deloitte.com::d6371dd0-4d6e-4dab-9c42-35eda5bffbde" providerId="AD" clId="Web-{9EDDBD72-0307-4132-A182-91B8D496306E}" dt="2021-02-23T23:16:41.785" v="15" actId="1076"/>
          <ac:spMkLst>
            <pc:docMk/>
            <pc:sldMk cId="521688136" sldId="765"/>
            <ac:spMk id="59" creationId="{D1ADF4E9-5192-48EF-8FA0-E81BFDA98DBC}"/>
          </ac:spMkLst>
        </pc:spChg>
      </pc:sldChg>
    </pc:docChg>
  </pc:docChgLst>
  <pc:docChgLst>
    <pc:chgData name="Ammar, Muhammad" userId="S::muammar@deloitte.com::07dcbb4f-bb6b-49f6-a6ee-effc3502ef67" providerId="AD" clId="Web-{F13B274F-D40D-4F97-A475-309D77D19579}"/>
    <pc:docChg chg="addSld delSld modSld sldOrd">
      <pc:chgData name="Ammar, Muhammad" userId="S::muammar@deloitte.com::07dcbb4f-bb6b-49f6-a6ee-effc3502ef67" providerId="AD" clId="Web-{F13B274F-D40D-4F97-A475-309D77D19579}" dt="2021-02-23T22:01:39.762" v="29" actId="20577"/>
      <pc:docMkLst>
        <pc:docMk/>
      </pc:docMkLst>
      <pc:sldChg chg="ord">
        <pc:chgData name="Ammar, Muhammad" userId="S::muammar@deloitte.com::07dcbb4f-bb6b-49f6-a6ee-effc3502ef67" providerId="AD" clId="Web-{F13B274F-D40D-4F97-A475-309D77D19579}" dt="2021-02-23T21:40:27.048" v="9"/>
        <pc:sldMkLst>
          <pc:docMk/>
          <pc:sldMk cId="3441885847" sldId="270"/>
        </pc:sldMkLst>
      </pc:sldChg>
      <pc:sldChg chg="ord">
        <pc:chgData name="Ammar, Muhammad" userId="S::muammar@deloitte.com::07dcbb4f-bb6b-49f6-a6ee-effc3502ef67" providerId="AD" clId="Web-{F13B274F-D40D-4F97-A475-309D77D19579}" dt="2021-02-23T21:40:11.907" v="6"/>
        <pc:sldMkLst>
          <pc:docMk/>
          <pc:sldMk cId="3414183236" sldId="364"/>
        </pc:sldMkLst>
      </pc:sldChg>
      <pc:sldChg chg="ord">
        <pc:chgData name="Ammar, Muhammad" userId="S::muammar@deloitte.com::07dcbb4f-bb6b-49f6-a6ee-effc3502ef67" providerId="AD" clId="Web-{F13B274F-D40D-4F97-A475-309D77D19579}" dt="2021-02-23T21:40:26.688" v="8"/>
        <pc:sldMkLst>
          <pc:docMk/>
          <pc:sldMk cId="2386012226" sldId="366"/>
        </pc:sldMkLst>
      </pc:sldChg>
      <pc:sldChg chg="modSp">
        <pc:chgData name="Ammar, Muhammad" userId="S::muammar@deloitte.com::07dcbb4f-bb6b-49f6-a6ee-effc3502ef67" providerId="AD" clId="Web-{F13B274F-D40D-4F97-A475-309D77D19579}" dt="2021-02-23T22:01:39.762" v="29" actId="20577"/>
        <pc:sldMkLst>
          <pc:docMk/>
          <pc:sldMk cId="1126120545" sldId="370"/>
        </pc:sldMkLst>
        <pc:spChg chg="mod">
          <ac:chgData name="Ammar, Muhammad" userId="S::muammar@deloitte.com::07dcbb4f-bb6b-49f6-a6ee-effc3502ef67" providerId="AD" clId="Web-{F13B274F-D40D-4F97-A475-309D77D19579}" dt="2021-02-23T22:01:39.762" v="29" actId="20577"/>
          <ac:spMkLst>
            <pc:docMk/>
            <pc:sldMk cId="1126120545" sldId="370"/>
            <ac:spMk id="5" creationId="{0EBF084F-0D28-4EE3-9BCD-D4271E601211}"/>
          </ac:spMkLst>
        </pc:spChg>
      </pc:sldChg>
      <pc:sldChg chg="ord">
        <pc:chgData name="Ammar, Muhammad" userId="S::muammar@deloitte.com::07dcbb4f-bb6b-49f6-a6ee-effc3502ef67" providerId="AD" clId="Web-{F13B274F-D40D-4F97-A475-309D77D19579}" dt="2021-02-23T21:40:26.673" v="7"/>
        <pc:sldMkLst>
          <pc:docMk/>
          <pc:sldMk cId="521688136" sldId="765"/>
        </pc:sldMkLst>
      </pc:sldChg>
      <pc:sldChg chg="modSp">
        <pc:chgData name="Ammar, Muhammad" userId="S::muammar@deloitte.com::07dcbb4f-bb6b-49f6-a6ee-effc3502ef67" providerId="AD" clId="Web-{F13B274F-D40D-4F97-A475-309D77D19579}" dt="2021-02-23T21:52:57.095" v="13" actId="20577"/>
        <pc:sldMkLst>
          <pc:docMk/>
          <pc:sldMk cId="616471108" sldId="768"/>
        </pc:sldMkLst>
        <pc:spChg chg="mod">
          <ac:chgData name="Ammar, Muhammad" userId="S::muammar@deloitte.com::07dcbb4f-bb6b-49f6-a6ee-effc3502ef67" providerId="AD" clId="Web-{F13B274F-D40D-4F97-A475-309D77D19579}" dt="2021-02-23T21:52:57.095" v="13" actId="20577"/>
          <ac:spMkLst>
            <pc:docMk/>
            <pc:sldMk cId="616471108" sldId="768"/>
            <ac:spMk id="55" creationId="{00000000-0000-0000-0000-000000000000}"/>
          </ac:spMkLst>
        </pc:spChg>
      </pc:sldChg>
      <pc:sldChg chg="new">
        <pc:chgData name="Ammar, Muhammad" userId="S::muammar@deloitte.com::07dcbb4f-bb6b-49f6-a6ee-effc3502ef67" providerId="AD" clId="Web-{F13B274F-D40D-4F97-A475-309D77D19579}" dt="2021-02-23T21:54:27.269" v="14"/>
        <pc:sldMkLst>
          <pc:docMk/>
          <pc:sldMk cId="2475408397" sldId="770"/>
        </pc:sldMkLst>
      </pc:sldChg>
      <pc:sldChg chg="new del">
        <pc:chgData name="Ammar, Muhammad" userId="S::muammar@deloitte.com::07dcbb4f-bb6b-49f6-a6ee-effc3502ef67" providerId="AD" clId="Web-{F13B274F-D40D-4F97-A475-309D77D19579}" dt="2021-02-23T21:57:08.319" v="16"/>
        <pc:sldMkLst>
          <pc:docMk/>
          <pc:sldMk cId="94421124" sldId="771"/>
        </pc:sldMkLst>
      </pc:sldChg>
      <pc:sldChg chg="modSp add ord replId">
        <pc:chgData name="Ammar, Muhammad" userId="S::muammar@deloitte.com::07dcbb4f-bb6b-49f6-a6ee-effc3502ef67" providerId="AD" clId="Web-{F13B274F-D40D-4F97-A475-309D77D19579}" dt="2021-02-23T21:58:19.477" v="21" actId="20577"/>
        <pc:sldMkLst>
          <pc:docMk/>
          <pc:sldMk cId="671059361" sldId="771"/>
        </pc:sldMkLst>
        <pc:spChg chg="mod">
          <ac:chgData name="Ammar, Muhammad" userId="S::muammar@deloitte.com::07dcbb4f-bb6b-49f6-a6ee-effc3502ef67" providerId="AD" clId="Web-{F13B274F-D40D-4F97-A475-309D77D19579}" dt="2021-02-23T21:58:19.477" v="21" actId="20577"/>
          <ac:spMkLst>
            <pc:docMk/>
            <pc:sldMk cId="671059361" sldId="771"/>
            <ac:spMk id="2" creationId="{B7C3BACF-9574-484F-BB2A-AFC9D6C0225F}"/>
          </ac:spMkLst>
        </pc:spChg>
      </pc:sldChg>
      <pc:sldChg chg="modSp add replId">
        <pc:chgData name="Ammar, Muhammad" userId="S::muammar@deloitte.com::07dcbb4f-bb6b-49f6-a6ee-effc3502ef67" providerId="AD" clId="Web-{F13B274F-D40D-4F97-A475-309D77D19579}" dt="2021-02-23T21:58:58.024" v="26" actId="20577"/>
        <pc:sldMkLst>
          <pc:docMk/>
          <pc:sldMk cId="2873577118" sldId="772"/>
        </pc:sldMkLst>
        <pc:spChg chg="mod">
          <ac:chgData name="Ammar, Muhammad" userId="S::muammar@deloitte.com::07dcbb4f-bb6b-49f6-a6ee-effc3502ef67" providerId="AD" clId="Web-{F13B274F-D40D-4F97-A475-309D77D19579}" dt="2021-02-23T21:58:58.024" v="26" actId="20577"/>
          <ac:spMkLst>
            <pc:docMk/>
            <pc:sldMk cId="2873577118" sldId="772"/>
            <ac:spMk id="2" creationId="{B7C3BACF-9574-484F-BB2A-AFC9D6C0225F}"/>
          </ac:spMkLst>
        </pc:spChg>
      </pc:sldChg>
    </pc:docChg>
  </pc:docChgLst>
  <pc:docChgLst>
    <pc:chgData name="Ammar, Muhammad" userId="S::muammar@deloitte.com::07dcbb4f-bb6b-49f6-a6ee-effc3502ef67" providerId="AD" clId="Web-{B291C5C0-81FE-41EB-9B3C-D323A0502426}"/>
    <pc:docChg chg="delSld modSld">
      <pc:chgData name="Ammar, Muhammad" userId="S::muammar@deloitte.com::07dcbb4f-bb6b-49f6-a6ee-effc3502ef67" providerId="AD" clId="Web-{B291C5C0-81FE-41EB-9B3C-D323A0502426}" dt="2021-02-26T16:50:03.961" v="1917"/>
      <pc:docMkLst>
        <pc:docMk/>
      </pc:docMkLst>
      <pc:sldChg chg="addSp delSp modSp">
        <pc:chgData name="Ammar, Muhammad" userId="S::muammar@deloitte.com::07dcbb4f-bb6b-49f6-a6ee-effc3502ef67" providerId="AD" clId="Web-{B291C5C0-81FE-41EB-9B3C-D323A0502426}" dt="2021-02-26T16:38:05.416" v="1908"/>
        <pc:sldMkLst>
          <pc:docMk/>
          <pc:sldMk cId="3706815300" sldId="769"/>
        </pc:sldMkLst>
        <pc:graphicFrameChg chg="add del mod">
          <ac:chgData name="Ammar, Muhammad" userId="S::muammar@deloitte.com::07dcbb4f-bb6b-49f6-a6ee-effc3502ef67" providerId="AD" clId="Web-{B291C5C0-81FE-41EB-9B3C-D323A0502426}" dt="2021-02-26T16:38:05.416" v="1908"/>
          <ac:graphicFrameMkLst>
            <pc:docMk/>
            <pc:sldMk cId="3706815300" sldId="769"/>
            <ac:graphicFrameMk id="4" creationId="{CD3E9BB8-B994-4BDC-A012-C49865EAD8F3}"/>
          </ac:graphicFrameMkLst>
        </pc:graphicFrameChg>
      </pc:sldChg>
      <pc:sldChg chg="addSp modSp">
        <pc:chgData name="Ammar, Muhammad" userId="S::muammar@deloitte.com::07dcbb4f-bb6b-49f6-a6ee-effc3502ef67" providerId="AD" clId="Web-{B291C5C0-81FE-41EB-9B3C-D323A0502426}" dt="2021-02-26T16:43:31.594" v="1916" actId="1076"/>
        <pc:sldMkLst>
          <pc:docMk/>
          <pc:sldMk cId="2873577118" sldId="772"/>
        </pc:sldMkLst>
        <pc:graphicFrameChg chg="add mod modGraphic">
          <ac:chgData name="Ammar, Muhammad" userId="S::muammar@deloitte.com::07dcbb4f-bb6b-49f6-a6ee-effc3502ef67" providerId="AD" clId="Web-{B291C5C0-81FE-41EB-9B3C-D323A0502426}" dt="2021-02-26T16:33:51.817" v="1900" actId="1076"/>
          <ac:graphicFrameMkLst>
            <pc:docMk/>
            <pc:sldMk cId="2873577118" sldId="772"/>
            <ac:graphicFrameMk id="4" creationId="{B5B24193-3740-4B14-959E-8AB2A44AB720}"/>
          </ac:graphicFrameMkLst>
        </pc:graphicFrameChg>
        <pc:graphicFrameChg chg="mod">
          <ac:chgData name="Ammar, Muhammad" userId="S::muammar@deloitte.com::07dcbb4f-bb6b-49f6-a6ee-effc3502ef67" providerId="AD" clId="Web-{B291C5C0-81FE-41EB-9B3C-D323A0502426}" dt="2021-02-26T16:34:01.848" v="1903" actId="1076"/>
          <ac:graphicFrameMkLst>
            <pc:docMk/>
            <pc:sldMk cId="2873577118" sldId="772"/>
            <ac:graphicFrameMk id="7" creationId="{5F34B591-1CEB-474D-B3A7-81FBC6C6A885}"/>
          </ac:graphicFrameMkLst>
        </pc:graphicFrameChg>
        <pc:graphicFrameChg chg="mod">
          <ac:chgData name="Ammar, Muhammad" userId="S::muammar@deloitte.com::07dcbb4f-bb6b-49f6-a6ee-effc3502ef67" providerId="AD" clId="Web-{B291C5C0-81FE-41EB-9B3C-D323A0502426}" dt="2021-02-26T16:33:57.926" v="1902" actId="1076"/>
          <ac:graphicFrameMkLst>
            <pc:docMk/>
            <pc:sldMk cId="2873577118" sldId="772"/>
            <ac:graphicFrameMk id="8" creationId="{BEBD33C5-4703-4AB1-B0FB-9F4C257D7CB9}"/>
          </ac:graphicFrameMkLst>
        </pc:graphicFrameChg>
        <pc:graphicFrameChg chg="mod">
          <ac:chgData name="Ammar, Muhammad" userId="S::muammar@deloitte.com::07dcbb4f-bb6b-49f6-a6ee-effc3502ef67" providerId="AD" clId="Web-{B291C5C0-81FE-41EB-9B3C-D323A0502426}" dt="2021-02-26T16:34:06.645" v="1905" actId="1076"/>
          <ac:graphicFrameMkLst>
            <pc:docMk/>
            <pc:sldMk cId="2873577118" sldId="772"/>
            <ac:graphicFrameMk id="9" creationId="{4D7522D3-3AD0-45C6-91D0-02CB6BBDAED1}"/>
          </ac:graphicFrameMkLst>
        </pc:graphicFrameChg>
        <pc:graphicFrameChg chg="mod">
          <ac:chgData name="Ammar, Muhammad" userId="S::muammar@deloitte.com::07dcbb4f-bb6b-49f6-a6ee-effc3502ef67" providerId="AD" clId="Web-{B291C5C0-81FE-41EB-9B3C-D323A0502426}" dt="2021-02-26T16:43:31.594" v="1916" actId="1076"/>
          <ac:graphicFrameMkLst>
            <pc:docMk/>
            <pc:sldMk cId="2873577118" sldId="772"/>
            <ac:graphicFrameMk id="11" creationId="{791534B1-0B52-4782-9F75-69878372A639}"/>
          </ac:graphicFrameMkLst>
        </pc:graphicFrameChg>
      </pc:sldChg>
      <pc:sldChg chg="del">
        <pc:chgData name="Ammar, Muhammad" userId="S::muammar@deloitte.com::07dcbb4f-bb6b-49f6-a6ee-effc3502ef67" providerId="AD" clId="Web-{B291C5C0-81FE-41EB-9B3C-D323A0502426}" dt="2021-02-26T16:50:03.961" v="1917"/>
        <pc:sldMkLst>
          <pc:docMk/>
          <pc:sldMk cId="634492819" sldId="789"/>
        </pc:sldMkLst>
      </pc:sldChg>
    </pc:docChg>
  </pc:docChgLst>
  <pc:docChgLst>
    <pc:chgData name="Stanley, Tyler" userId="d6371dd0-4d6e-4dab-9c42-35eda5bffbde" providerId="ADAL" clId="{47B9004C-1C8A-4668-BE67-23FE3250DE99}"/>
    <pc:docChg chg="undo redo custSel addSld delSld modSld sldOrd">
      <pc:chgData name="Stanley, Tyler" userId="d6371dd0-4d6e-4dab-9c42-35eda5bffbde" providerId="ADAL" clId="{47B9004C-1C8A-4668-BE67-23FE3250DE99}" dt="2021-02-26T17:50:45.393" v="6122" actId="20577"/>
      <pc:docMkLst>
        <pc:docMk/>
      </pc:docMkLst>
      <pc:sldChg chg="modSp del">
        <pc:chgData name="Stanley, Tyler" userId="d6371dd0-4d6e-4dab-9c42-35eda5bffbde" providerId="ADAL" clId="{47B9004C-1C8A-4668-BE67-23FE3250DE99}" dt="2021-02-25T16:24:44.664" v="3856" actId="2696"/>
        <pc:sldMkLst>
          <pc:docMk/>
          <pc:sldMk cId="3441885847" sldId="270"/>
        </pc:sldMkLst>
        <pc:spChg chg="mod">
          <ac:chgData name="Stanley, Tyler" userId="d6371dd0-4d6e-4dab-9c42-35eda5bffbde" providerId="ADAL" clId="{47B9004C-1C8A-4668-BE67-23FE3250DE99}" dt="2021-02-25T15:39:33.057" v="2984" actId="207"/>
          <ac:spMkLst>
            <pc:docMk/>
            <pc:sldMk cId="3441885847" sldId="270"/>
            <ac:spMk id="67" creationId="{00000000-0000-0000-0000-000000000000}"/>
          </ac:spMkLst>
        </pc:spChg>
      </pc:sldChg>
      <pc:sldChg chg="modNotes modNotesTx">
        <pc:chgData name="Stanley, Tyler" userId="d6371dd0-4d6e-4dab-9c42-35eda5bffbde" providerId="ADAL" clId="{47B9004C-1C8A-4668-BE67-23FE3250DE99}" dt="2021-02-26T17:50:45.393" v="6122" actId="20577"/>
        <pc:sldMkLst>
          <pc:docMk/>
          <pc:sldMk cId="1224926455" sldId="340"/>
        </pc:sldMkLst>
      </pc:sldChg>
      <pc:sldChg chg="modNotesTx">
        <pc:chgData name="Stanley, Tyler" userId="d6371dd0-4d6e-4dab-9c42-35eda5bffbde" providerId="ADAL" clId="{47B9004C-1C8A-4668-BE67-23FE3250DE99}" dt="2021-02-26T05:16:00.118" v="5643" actId="20577"/>
        <pc:sldMkLst>
          <pc:docMk/>
          <pc:sldMk cId="1791049774" sldId="363"/>
        </pc:sldMkLst>
      </pc:sldChg>
      <pc:sldChg chg="modNotesTx">
        <pc:chgData name="Stanley, Tyler" userId="d6371dd0-4d6e-4dab-9c42-35eda5bffbde" providerId="ADAL" clId="{47B9004C-1C8A-4668-BE67-23FE3250DE99}" dt="2021-02-26T05:31:16.347" v="5772" actId="113"/>
        <pc:sldMkLst>
          <pc:docMk/>
          <pc:sldMk cId="3414183236" sldId="364"/>
        </pc:sldMkLst>
      </pc:sldChg>
      <pc:sldChg chg="modNotesTx">
        <pc:chgData name="Stanley, Tyler" userId="d6371dd0-4d6e-4dab-9c42-35eda5bffbde" providerId="ADAL" clId="{47B9004C-1C8A-4668-BE67-23FE3250DE99}" dt="2021-02-26T05:55:56.279" v="5849" actId="20577"/>
        <pc:sldMkLst>
          <pc:docMk/>
          <pc:sldMk cId="2386012226" sldId="366"/>
        </pc:sldMkLst>
      </pc:sldChg>
      <pc:sldChg chg="modSp modNotesTx">
        <pc:chgData name="Stanley, Tyler" userId="d6371dd0-4d6e-4dab-9c42-35eda5bffbde" providerId="ADAL" clId="{47B9004C-1C8A-4668-BE67-23FE3250DE99}" dt="2021-02-26T05:14:15.258" v="5454" actId="20577"/>
        <pc:sldMkLst>
          <pc:docMk/>
          <pc:sldMk cId="1126120545" sldId="370"/>
        </pc:sldMkLst>
        <pc:spChg chg="mod">
          <ac:chgData name="Stanley, Tyler" userId="d6371dd0-4d6e-4dab-9c42-35eda5bffbde" providerId="ADAL" clId="{47B9004C-1C8A-4668-BE67-23FE3250DE99}" dt="2021-02-26T03:34:29.796" v="4791" actId="1076"/>
          <ac:spMkLst>
            <pc:docMk/>
            <pc:sldMk cId="1126120545" sldId="370"/>
            <ac:spMk id="5" creationId="{0EBF084F-0D28-4EE3-9BCD-D4271E601211}"/>
          </ac:spMkLst>
        </pc:spChg>
      </pc:sldChg>
      <pc:sldChg chg="modSp add del">
        <pc:chgData name="Stanley, Tyler" userId="d6371dd0-4d6e-4dab-9c42-35eda5bffbde" providerId="ADAL" clId="{47B9004C-1C8A-4668-BE67-23FE3250DE99}" dt="2021-02-25T18:22:19.024" v="4311" actId="2696"/>
        <pc:sldMkLst>
          <pc:docMk/>
          <pc:sldMk cId="3526511973" sldId="576"/>
        </pc:sldMkLst>
        <pc:grpChg chg="mod">
          <ac:chgData name="Stanley, Tyler" userId="d6371dd0-4d6e-4dab-9c42-35eda5bffbde" providerId="ADAL" clId="{47B9004C-1C8A-4668-BE67-23FE3250DE99}" dt="2021-02-25T18:21:00.664" v="4291" actId="1076"/>
          <ac:grpSpMkLst>
            <pc:docMk/>
            <pc:sldMk cId="3526511973" sldId="576"/>
            <ac:grpSpMk id="696323" creationId="{00000000-0000-0000-0000-000000000000}"/>
          </ac:grpSpMkLst>
        </pc:grpChg>
      </pc:sldChg>
      <pc:sldChg chg="modNotes modNotesTx">
        <pc:chgData name="Stanley, Tyler" userId="d6371dd0-4d6e-4dab-9c42-35eda5bffbde" providerId="ADAL" clId="{47B9004C-1C8A-4668-BE67-23FE3250DE99}" dt="2021-02-26T16:18:51.377" v="6012" actId="27636"/>
        <pc:sldMkLst>
          <pc:docMk/>
          <pc:sldMk cId="3767364715" sldId="698"/>
        </pc:sldMkLst>
      </pc:sldChg>
      <pc:sldChg chg="add del">
        <pc:chgData name="Stanley, Tyler" userId="d6371dd0-4d6e-4dab-9c42-35eda5bffbde" providerId="ADAL" clId="{47B9004C-1C8A-4668-BE67-23FE3250DE99}" dt="2021-02-25T16:11:44.355" v="3500" actId="2696"/>
        <pc:sldMkLst>
          <pc:docMk/>
          <pc:sldMk cId="3978054079" sldId="707"/>
        </pc:sldMkLst>
      </pc:sldChg>
      <pc:sldChg chg="modSp modNotes modNotesTx">
        <pc:chgData name="Stanley, Tyler" userId="d6371dd0-4d6e-4dab-9c42-35eda5bffbde" providerId="ADAL" clId="{47B9004C-1C8A-4668-BE67-23FE3250DE99}" dt="2021-02-26T16:18:51.408" v="6013" actId="27636"/>
        <pc:sldMkLst>
          <pc:docMk/>
          <pc:sldMk cId="521688136" sldId="765"/>
        </pc:sldMkLst>
        <pc:spChg chg="mod">
          <ac:chgData name="Stanley, Tyler" userId="d6371dd0-4d6e-4dab-9c42-35eda5bffbde" providerId="ADAL" clId="{47B9004C-1C8A-4668-BE67-23FE3250DE99}" dt="2021-02-25T15:46:18.724" v="3008" actId="20577"/>
          <ac:spMkLst>
            <pc:docMk/>
            <pc:sldMk cId="521688136" sldId="765"/>
            <ac:spMk id="4" creationId="{1F77870B-EFC7-4577-89FE-5B4D49986F47}"/>
          </ac:spMkLst>
        </pc:spChg>
        <pc:spChg chg="mod">
          <ac:chgData name="Stanley, Tyler" userId="d6371dd0-4d6e-4dab-9c42-35eda5bffbde" providerId="ADAL" clId="{47B9004C-1C8A-4668-BE67-23FE3250DE99}" dt="2021-02-26T05:36:09.292" v="5808" actId="20577"/>
          <ac:spMkLst>
            <pc:docMk/>
            <pc:sldMk cId="521688136" sldId="765"/>
            <ac:spMk id="56" creationId="{8FE21924-B527-49F9-9EDA-497136C5C691}"/>
          </ac:spMkLst>
        </pc:spChg>
        <pc:spChg chg="mod">
          <ac:chgData name="Stanley, Tyler" userId="d6371dd0-4d6e-4dab-9c42-35eda5bffbde" providerId="ADAL" clId="{47B9004C-1C8A-4668-BE67-23FE3250DE99}" dt="2021-02-25T15:33:43.783" v="2789" actId="1076"/>
          <ac:spMkLst>
            <pc:docMk/>
            <pc:sldMk cId="521688136" sldId="765"/>
            <ac:spMk id="57" creationId="{F9156506-AE12-493C-A7AF-0E469F85BEC4}"/>
          </ac:spMkLst>
        </pc:spChg>
        <pc:spChg chg="mod">
          <ac:chgData name="Stanley, Tyler" userId="d6371dd0-4d6e-4dab-9c42-35eda5bffbde" providerId="ADAL" clId="{47B9004C-1C8A-4668-BE67-23FE3250DE99}" dt="2021-02-25T15:33:58.571" v="2790" actId="1076"/>
          <ac:spMkLst>
            <pc:docMk/>
            <pc:sldMk cId="521688136" sldId="765"/>
            <ac:spMk id="58" creationId="{016ABB3D-2B11-43D6-9894-D747D2B15512}"/>
          </ac:spMkLst>
        </pc:spChg>
        <pc:spChg chg="mod">
          <ac:chgData name="Stanley, Tyler" userId="d6371dd0-4d6e-4dab-9c42-35eda5bffbde" providerId="ADAL" clId="{47B9004C-1C8A-4668-BE67-23FE3250DE99}" dt="2021-02-25T15:47:00.248" v="3036" actId="6549"/>
          <ac:spMkLst>
            <pc:docMk/>
            <pc:sldMk cId="521688136" sldId="765"/>
            <ac:spMk id="59" creationId="{D1ADF4E9-5192-48EF-8FA0-E81BFDA98DBC}"/>
          </ac:spMkLst>
        </pc:spChg>
        <pc:spChg chg="mod">
          <ac:chgData name="Stanley, Tyler" userId="d6371dd0-4d6e-4dab-9c42-35eda5bffbde" providerId="ADAL" clId="{47B9004C-1C8A-4668-BE67-23FE3250DE99}" dt="2021-02-25T15:19:52.764" v="1842"/>
          <ac:spMkLst>
            <pc:docMk/>
            <pc:sldMk cId="521688136" sldId="765"/>
            <ac:spMk id="113" creationId="{043C274B-2C0D-4EF5-9D2D-186BA04A4A62}"/>
          </ac:spMkLst>
        </pc:spChg>
        <pc:spChg chg="mod">
          <ac:chgData name="Stanley, Tyler" userId="d6371dd0-4d6e-4dab-9c42-35eda5bffbde" providerId="ADAL" clId="{47B9004C-1C8A-4668-BE67-23FE3250DE99}" dt="2021-02-25T15:20:31.483" v="1880" actId="20577"/>
          <ac:spMkLst>
            <pc:docMk/>
            <pc:sldMk cId="521688136" sldId="765"/>
            <ac:spMk id="114" creationId="{27443C9F-6F38-41D1-9AF7-CF5253A53CFD}"/>
          </ac:spMkLst>
        </pc:spChg>
        <pc:spChg chg="mod">
          <ac:chgData name="Stanley, Tyler" userId="d6371dd0-4d6e-4dab-9c42-35eda5bffbde" providerId="ADAL" clId="{47B9004C-1C8A-4668-BE67-23FE3250DE99}" dt="2021-02-25T15:20:02.670" v="1858"/>
          <ac:spMkLst>
            <pc:docMk/>
            <pc:sldMk cId="521688136" sldId="765"/>
            <ac:spMk id="115" creationId="{F92BC711-077A-4D01-94DA-7128D3D3BB6A}"/>
          </ac:spMkLst>
        </pc:spChg>
      </pc:sldChg>
      <pc:sldChg chg="addSp delSp modSp del">
        <pc:chgData name="Stanley, Tyler" userId="d6371dd0-4d6e-4dab-9c42-35eda5bffbde" providerId="ADAL" clId="{47B9004C-1C8A-4668-BE67-23FE3250DE99}" dt="2021-02-25T20:59:36.606" v="4765" actId="2696"/>
        <pc:sldMkLst>
          <pc:docMk/>
          <pc:sldMk cId="671059361" sldId="771"/>
        </pc:sldMkLst>
        <pc:spChg chg="mod">
          <ac:chgData name="Stanley, Tyler" userId="d6371dd0-4d6e-4dab-9c42-35eda5bffbde" providerId="ADAL" clId="{47B9004C-1C8A-4668-BE67-23FE3250DE99}" dt="2021-02-25T18:20:16.200" v="4289" actId="20577"/>
          <ac:spMkLst>
            <pc:docMk/>
            <pc:sldMk cId="671059361" sldId="771"/>
            <ac:spMk id="3" creationId="{A569D64A-777C-492D-B598-07C08618A49C}"/>
          </ac:spMkLst>
        </pc:spChg>
        <pc:spChg chg="mod">
          <ac:chgData name="Stanley, Tyler" userId="d6371dd0-4d6e-4dab-9c42-35eda5bffbde" providerId="ADAL" clId="{47B9004C-1C8A-4668-BE67-23FE3250DE99}" dt="2021-02-25T18:26:11.328" v="4381" actId="207"/>
          <ac:spMkLst>
            <pc:docMk/>
            <pc:sldMk cId="671059361" sldId="771"/>
            <ac:spMk id="5" creationId="{5ADB407B-DAAC-4B4C-BE74-682FE7BDF8E8}"/>
          </ac:spMkLst>
        </pc:spChg>
        <pc:spChg chg="mod">
          <ac:chgData name="Stanley, Tyler" userId="d6371dd0-4d6e-4dab-9c42-35eda5bffbde" providerId="ADAL" clId="{47B9004C-1C8A-4668-BE67-23FE3250DE99}" dt="2021-02-25T18:26:18.520" v="4382" actId="207"/>
          <ac:spMkLst>
            <pc:docMk/>
            <pc:sldMk cId="671059361" sldId="771"/>
            <ac:spMk id="6" creationId="{64BEE19F-587B-4F2E-859B-AC153A6F8DDC}"/>
          </ac:spMkLst>
        </pc:spChg>
        <pc:spChg chg="mod">
          <ac:chgData name="Stanley, Tyler" userId="d6371dd0-4d6e-4dab-9c42-35eda5bffbde" providerId="ADAL" clId="{47B9004C-1C8A-4668-BE67-23FE3250DE99}" dt="2021-02-25T18:26:01.732" v="4379" actId="207"/>
          <ac:spMkLst>
            <pc:docMk/>
            <pc:sldMk cId="671059361" sldId="771"/>
            <ac:spMk id="7" creationId="{53681620-648C-47B7-B32F-36CF83F00C8B}"/>
          </ac:spMkLst>
        </pc:spChg>
        <pc:spChg chg="mod">
          <ac:chgData name="Stanley, Tyler" userId="d6371dd0-4d6e-4dab-9c42-35eda5bffbde" providerId="ADAL" clId="{47B9004C-1C8A-4668-BE67-23FE3250DE99}" dt="2021-02-25T18:26:05.974" v="4380" actId="207"/>
          <ac:spMkLst>
            <pc:docMk/>
            <pc:sldMk cId="671059361" sldId="771"/>
            <ac:spMk id="8" creationId="{FCFDFDCE-B980-4589-AFF6-97304CF690F8}"/>
          </ac:spMkLst>
        </pc:spChg>
        <pc:spChg chg="mod">
          <ac:chgData name="Stanley, Tyler" userId="d6371dd0-4d6e-4dab-9c42-35eda5bffbde" providerId="ADAL" clId="{47B9004C-1C8A-4668-BE67-23FE3250DE99}" dt="2021-02-25T18:25:36.799" v="4376" actId="207"/>
          <ac:spMkLst>
            <pc:docMk/>
            <pc:sldMk cId="671059361" sldId="771"/>
            <ac:spMk id="27" creationId="{119CD798-9539-4D6B-A436-24D68696BC54}"/>
          </ac:spMkLst>
        </pc:spChg>
        <pc:spChg chg="mod">
          <ac:chgData name="Stanley, Tyler" userId="d6371dd0-4d6e-4dab-9c42-35eda5bffbde" providerId="ADAL" clId="{47B9004C-1C8A-4668-BE67-23FE3250DE99}" dt="2021-02-25T18:27:47.988" v="4445" actId="20577"/>
          <ac:spMkLst>
            <pc:docMk/>
            <pc:sldMk cId="671059361" sldId="771"/>
            <ac:spMk id="31" creationId="{9D89EFCD-5BB7-4180-B694-680A13D2E4B9}"/>
          </ac:spMkLst>
        </pc:spChg>
        <pc:spChg chg="mod">
          <ac:chgData name="Stanley, Tyler" userId="d6371dd0-4d6e-4dab-9c42-35eda5bffbde" providerId="ADAL" clId="{47B9004C-1C8A-4668-BE67-23FE3250DE99}" dt="2021-02-25T18:25:44.328" v="4377" actId="207"/>
          <ac:spMkLst>
            <pc:docMk/>
            <pc:sldMk cId="671059361" sldId="771"/>
            <ac:spMk id="32" creationId="{DB79D0A5-CBB2-42AE-9FB6-79971E2A51A9}"/>
          </ac:spMkLst>
        </pc:spChg>
        <pc:spChg chg="add">
          <ac:chgData name="Stanley, Tyler" userId="d6371dd0-4d6e-4dab-9c42-35eda5bffbde" providerId="ADAL" clId="{47B9004C-1C8A-4668-BE67-23FE3250DE99}" dt="2021-02-25T18:24:13.930" v="4314"/>
          <ac:spMkLst>
            <pc:docMk/>
            <pc:sldMk cId="671059361" sldId="771"/>
            <ac:spMk id="39" creationId="{FE7282CC-81E6-44E1-B278-AAC289904FBB}"/>
          </ac:spMkLst>
        </pc:spChg>
        <pc:spChg chg="add">
          <ac:chgData name="Stanley, Tyler" userId="d6371dd0-4d6e-4dab-9c42-35eda5bffbde" providerId="ADAL" clId="{47B9004C-1C8A-4668-BE67-23FE3250DE99}" dt="2021-02-25T18:24:13.930" v="4314"/>
          <ac:spMkLst>
            <pc:docMk/>
            <pc:sldMk cId="671059361" sldId="771"/>
            <ac:spMk id="40" creationId="{DC90FD96-0724-4E2A-954D-5EA1E57C4F18}"/>
          </ac:spMkLst>
        </pc:spChg>
        <pc:spChg chg="add mod">
          <ac:chgData name="Stanley, Tyler" userId="d6371dd0-4d6e-4dab-9c42-35eda5bffbde" providerId="ADAL" clId="{47B9004C-1C8A-4668-BE67-23FE3250DE99}" dt="2021-02-25T18:35:37.110" v="4680"/>
          <ac:spMkLst>
            <pc:docMk/>
            <pc:sldMk cId="671059361" sldId="771"/>
            <ac:spMk id="41" creationId="{EA5D7D95-B16F-438B-B93A-B2F9D81E9116}"/>
          </ac:spMkLst>
        </pc:spChg>
        <pc:spChg chg="add mod">
          <ac:chgData name="Stanley, Tyler" userId="d6371dd0-4d6e-4dab-9c42-35eda5bffbde" providerId="ADAL" clId="{47B9004C-1C8A-4668-BE67-23FE3250DE99}" dt="2021-02-25T18:35:46.788" v="4684"/>
          <ac:spMkLst>
            <pc:docMk/>
            <pc:sldMk cId="671059361" sldId="771"/>
            <ac:spMk id="42" creationId="{C44F398D-EF28-4147-BF4B-B6D0DDB4ABBC}"/>
          </ac:spMkLst>
        </pc:spChg>
        <pc:spChg chg="add mod">
          <ac:chgData name="Stanley, Tyler" userId="d6371dd0-4d6e-4dab-9c42-35eda5bffbde" providerId="ADAL" clId="{47B9004C-1C8A-4668-BE67-23FE3250DE99}" dt="2021-02-25T18:35:37.110" v="4680"/>
          <ac:spMkLst>
            <pc:docMk/>
            <pc:sldMk cId="671059361" sldId="771"/>
            <ac:spMk id="43" creationId="{34DEAEA6-7FC5-474B-AA18-46888502D86E}"/>
          </ac:spMkLst>
        </pc:spChg>
        <pc:spChg chg="add mod">
          <ac:chgData name="Stanley, Tyler" userId="d6371dd0-4d6e-4dab-9c42-35eda5bffbde" providerId="ADAL" clId="{47B9004C-1C8A-4668-BE67-23FE3250DE99}" dt="2021-02-25T18:33:35.388" v="4558" actId="120"/>
          <ac:spMkLst>
            <pc:docMk/>
            <pc:sldMk cId="671059361" sldId="771"/>
            <ac:spMk id="54" creationId="{16F7995E-2730-454E-8B4C-8446483B8E09}"/>
          </ac:spMkLst>
        </pc:spChg>
        <pc:spChg chg="add mod">
          <ac:chgData name="Stanley, Tyler" userId="d6371dd0-4d6e-4dab-9c42-35eda5bffbde" providerId="ADAL" clId="{47B9004C-1C8A-4668-BE67-23FE3250DE99}" dt="2021-02-25T18:33:45.687" v="4564" actId="20577"/>
          <ac:spMkLst>
            <pc:docMk/>
            <pc:sldMk cId="671059361" sldId="771"/>
            <ac:spMk id="55" creationId="{22C32AF3-7C88-4DCB-8C99-D9C33A562B95}"/>
          </ac:spMkLst>
        </pc:spChg>
        <pc:spChg chg="add mod">
          <ac:chgData name="Stanley, Tyler" userId="d6371dd0-4d6e-4dab-9c42-35eda5bffbde" providerId="ADAL" clId="{47B9004C-1C8A-4668-BE67-23FE3250DE99}" dt="2021-02-25T18:33:19.294" v="4554" actId="1076"/>
          <ac:spMkLst>
            <pc:docMk/>
            <pc:sldMk cId="671059361" sldId="771"/>
            <ac:spMk id="56" creationId="{A4C0C497-72FF-4CB9-873C-740448503015}"/>
          </ac:spMkLst>
        </pc:spChg>
        <pc:spChg chg="add mod">
          <ac:chgData name="Stanley, Tyler" userId="d6371dd0-4d6e-4dab-9c42-35eda5bffbde" providerId="ADAL" clId="{47B9004C-1C8A-4668-BE67-23FE3250DE99}" dt="2021-02-25T18:33:31.444" v="4557" actId="121"/>
          <ac:spMkLst>
            <pc:docMk/>
            <pc:sldMk cId="671059361" sldId="771"/>
            <ac:spMk id="57" creationId="{29EFDB24-5E12-4578-8D56-777036F8F197}"/>
          </ac:spMkLst>
        </pc:spChg>
        <pc:grpChg chg="add mod">
          <ac:chgData name="Stanley, Tyler" userId="d6371dd0-4d6e-4dab-9c42-35eda5bffbde" providerId="ADAL" clId="{47B9004C-1C8A-4668-BE67-23FE3250DE99}" dt="2021-02-25T18:35:11.145" v="4606"/>
          <ac:grpSpMkLst>
            <pc:docMk/>
            <pc:sldMk cId="671059361" sldId="771"/>
            <ac:grpSpMk id="4" creationId="{B4C770AD-124C-4E78-8584-4C0D12065A3A}"/>
          </ac:grpSpMkLst>
        </pc:grpChg>
        <pc:grpChg chg="add del mod">
          <ac:chgData name="Stanley, Tyler" userId="d6371dd0-4d6e-4dab-9c42-35eda5bffbde" providerId="ADAL" clId="{47B9004C-1C8A-4668-BE67-23FE3250DE99}" dt="2021-02-25T18:21:17.263" v="4298" actId="478"/>
          <ac:grpSpMkLst>
            <pc:docMk/>
            <pc:sldMk cId="671059361" sldId="771"/>
            <ac:grpSpMk id="9" creationId="{B04A75F1-1E7F-4719-AA6C-106ADAA61791}"/>
          </ac:grpSpMkLst>
        </pc:grpChg>
        <pc:grpChg chg="add del mod">
          <ac:chgData name="Stanley, Tyler" userId="d6371dd0-4d6e-4dab-9c42-35eda5bffbde" providerId="ADAL" clId="{47B9004C-1C8A-4668-BE67-23FE3250DE99}" dt="2021-02-25T18:21:17.754" v="4300" actId="478"/>
          <ac:grpSpMkLst>
            <pc:docMk/>
            <pc:sldMk cId="671059361" sldId="771"/>
            <ac:grpSpMk id="14" creationId="{C72FD97C-349D-42D9-AC39-516F7CDF328D}"/>
          </ac:grpSpMkLst>
        </pc:grpChg>
        <pc:grpChg chg="add del">
          <ac:chgData name="Stanley, Tyler" userId="d6371dd0-4d6e-4dab-9c42-35eda5bffbde" providerId="ADAL" clId="{47B9004C-1C8A-4668-BE67-23FE3250DE99}" dt="2021-02-25T18:21:52.498" v="4305"/>
          <ac:grpSpMkLst>
            <pc:docMk/>
            <pc:sldMk cId="671059361" sldId="771"/>
            <ac:grpSpMk id="19" creationId="{706B1163-D398-4593-B2FF-500DABEC3CEC}"/>
          </ac:grpSpMkLst>
        </pc:grpChg>
        <pc:grpChg chg="add del mod">
          <ac:chgData name="Stanley, Tyler" userId="d6371dd0-4d6e-4dab-9c42-35eda5bffbde" providerId="ADAL" clId="{47B9004C-1C8A-4668-BE67-23FE3250DE99}" dt="2021-02-25T18:28:04.644" v="4448" actId="478"/>
          <ac:grpSpMkLst>
            <pc:docMk/>
            <pc:sldMk cId="671059361" sldId="771"/>
            <ac:grpSpMk id="24" creationId="{D5369057-6E6D-4228-AE07-80AA385E8E68}"/>
          </ac:grpSpMkLst>
        </pc:grpChg>
        <pc:grpChg chg="add del mod">
          <ac:chgData name="Stanley, Tyler" userId="d6371dd0-4d6e-4dab-9c42-35eda5bffbde" providerId="ADAL" clId="{47B9004C-1C8A-4668-BE67-23FE3250DE99}" dt="2021-02-25T18:28:08.774" v="4451" actId="478"/>
          <ac:grpSpMkLst>
            <pc:docMk/>
            <pc:sldMk cId="671059361" sldId="771"/>
            <ac:grpSpMk id="29" creationId="{CCD3AE46-6046-4BAF-BE34-6DB65B5E8896}"/>
          </ac:grpSpMkLst>
        </pc:grpChg>
        <pc:grpChg chg="add del">
          <ac:chgData name="Stanley, Tyler" userId="d6371dd0-4d6e-4dab-9c42-35eda5bffbde" providerId="ADAL" clId="{47B9004C-1C8A-4668-BE67-23FE3250DE99}" dt="2021-02-25T18:24:07.269" v="4313"/>
          <ac:grpSpMkLst>
            <pc:docMk/>
            <pc:sldMk cId="671059361" sldId="771"/>
            <ac:grpSpMk id="34" creationId="{1CBE70B7-CDEF-4AAD-945C-EF8647BFAB1A}"/>
          </ac:grpSpMkLst>
        </pc:grpChg>
        <pc:grpChg chg="add mod">
          <ac:chgData name="Stanley, Tyler" userId="d6371dd0-4d6e-4dab-9c42-35eda5bffbde" providerId="ADAL" clId="{47B9004C-1C8A-4668-BE67-23FE3250DE99}" dt="2021-02-25T18:35:59.391" v="4685" actId="1076"/>
          <ac:grpSpMkLst>
            <pc:docMk/>
            <pc:sldMk cId="671059361" sldId="771"/>
            <ac:grpSpMk id="44" creationId="{1831B028-58D8-414A-9433-4715F7F3962A}"/>
          </ac:grpSpMkLst>
        </pc:grpChg>
        <pc:grpChg chg="add mod">
          <ac:chgData name="Stanley, Tyler" userId="d6371dd0-4d6e-4dab-9c42-35eda5bffbde" providerId="ADAL" clId="{47B9004C-1C8A-4668-BE67-23FE3250DE99}" dt="2021-02-25T18:35:03.228" v="4600"/>
          <ac:grpSpMkLst>
            <pc:docMk/>
            <pc:sldMk cId="671059361" sldId="771"/>
            <ac:grpSpMk id="49" creationId="{FECC38DA-8B2E-494D-A32C-1349F028B2E4}"/>
          </ac:grpSpMkLst>
        </pc:grpChg>
      </pc:sldChg>
      <pc:sldChg chg="addSp delSp modSp mod">
        <pc:chgData name="Stanley, Tyler" userId="d6371dd0-4d6e-4dab-9c42-35eda5bffbde" providerId="ADAL" clId="{47B9004C-1C8A-4668-BE67-23FE3250DE99}" dt="2021-02-26T16:55:54.414" v="6120" actId="14734"/>
        <pc:sldMkLst>
          <pc:docMk/>
          <pc:sldMk cId="2873577118" sldId="772"/>
        </pc:sldMkLst>
        <pc:graphicFrameChg chg="modGraphic">
          <ac:chgData name="Stanley, Tyler" userId="d6371dd0-4d6e-4dab-9c42-35eda5bffbde" providerId="ADAL" clId="{47B9004C-1C8A-4668-BE67-23FE3250DE99}" dt="2021-02-26T16:55:54.414" v="6120" actId="14734"/>
          <ac:graphicFrameMkLst>
            <pc:docMk/>
            <pc:sldMk cId="2873577118" sldId="772"/>
            <ac:graphicFrameMk id="4" creationId="{B5B24193-3740-4B14-959E-8AB2A44AB720}"/>
          </ac:graphicFrameMkLst>
        </pc:graphicFrameChg>
        <pc:graphicFrameChg chg="add del mod">
          <ac:chgData name="Stanley, Tyler" userId="d6371dd0-4d6e-4dab-9c42-35eda5bffbde" providerId="ADAL" clId="{47B9004C-1C8A-4668-BE67-23FE3250DE99}" dt="2021-02-26T16:19:44.891" v="6019" actId="478"/>
          <ac:graphicFrameMkLst>
            <pc:docMk/>
            <pc:sldMk cId="2873577118" sldId="772"/>
            <ac:graphicFrameMk id="5" creationId="{4017BFCF-D606-4EC1-A123-2825DCC9907B}"/>
          </ac:graphicFrameMkLst>
        </pc:graphicFrameChg>
        <pc:graphicFrameChg chg="add del mod">
          <ac:chgData name="Stanley, Tyler" userId="d6371dd0-4d6e-4dab-9c42-35eda5bffbde" providerId="ADAL" clId="{47B9004C-1C8A-4668-BE67-23FE3250DE99}" dt="2021-02-26T16:20:19.041" v="6022" actId="478"/>
          <ac:graphicFrameMkLst>
            <pc:docMk/>
            <pc:sldMk cId="2873577118" sldId="772"/>
            <ac:graphicFrameMk id="6" creationId="{47188950-E01A-4966-AA28-ED07C2C72269}"/>
          </ac:graphicFrameMkLst>
        </pc:graphicFrameChg>
        <pc:graphicFrameChg chg="add mod">
          <ac:chgData name="Stanley, Tyler" userId="d6371dd0-4d6e-4dab-9c42-35eda5bffbde" providerId="ADAL" clId="{47B9004C-1C8A-4668-BE67-23FE3250DE99}" dt="2021-02-26T16:21:03.785" v="6029" actId="1076"/>
          <ac:graphicFrameMkLst>
            <pc:docMk/>
            <pc:sldMk cId="2873577118" sldId="772"/>
            <ac:graphicFrameMk id="7" creationId="{5F34B591-1CEB-474D-B3A7-81FBC6C6A885}"/>
          </ac:graphicFrameMkLst>
        </pc:graphicFrameChg>
        <pc:graphicFrameChg chg="add mod">
          <ac:chgData name="Stanley, Tyler" userId="d6371dd0-4d6e-4dab-9c42-35eda5bffbde" providerId="ADAL" clId="{47B9004C-1C8A-4668-BE67-23FE3250DE99}" dt="2021-02-26T16:25:24.310" v="6042"/>
          <ac:graphicFrameMkLst>
            <pc:docMk/>
            <pc:sldMk cId="2873577118" sldId="772"/>
            <ac:graphicFrameMk id="8" creationId="{BEBD33C5-4703-4AB1-B0FB-9F4C257D7CB9}"/>
          </ac:graphicFrameMkLst>
        </pc:graphicFrameChg>
        <pc:graphicFrameChg chg="add mod">
          <ac:chgData name="Stanley, Tyler" userId="d6371dd0-4d6e-4dab-9c42-35eda5bffbde" providerId="ADAL" clId="{47B9004C-1C8A-4668-BE67-23FE3250DE99}" dt="2021-02-26T16:27:28.411" v="6054" actId="14100"/>
          <ac:graphicFrameMkLst>
            <pc:docMk/>
            <pc:sldMk cId="2873577118" sldId="772"/>
            <ac:graphicFrameMk id="9" creationId="{4D7522D3-3AD0-45C6-91D0-02CB6BBDAED1}"/>
          </ac:graphicFrameMkLst>
        </pc:graphicFrameChg>
        <pc:graphicFrameChg chg="add del mod">
          <ac:chgData name="Stanley, Tyler" userId="d6371dd0-4d6e-4dab-9c42-35eda5bffbde" providerId="ADAL" clId="{47B9004C-1C8A-4668-BE67-23FE3250DE99}" dt="2021-02-26T16:33:39.419" v="6079" actId="478"/>
          <ac:graphicFrameMkLst>
            <pc:docMk/>
            <pc:sldMk cId="2873577118" sldId="772"/>
            <ac:graphicFrameMk id="10" creationId="{78B8D832-08A4-4802-B78E-9284D89148E0}"/>
          </ac:graphicFrameMkLst>
        </pc:graphicFrameChg>
        <pc:graphicFrameChg chg="add del mod">
          <ac:chgData name="Stanley, Tyler" userId="d6371dd0-4d6e-4dab-9c42-35eda5bffbde" providerId="ADAL" clId="{47B9004C-1C8A-4668-BE67-23FE3250DE99}" dt="2021-02-26T16:35:23.797" v="6103" actId="14100"/>
          <ac:graphicFrameMkLst>
            <pc:docMk/>
            <pc:sldMk cId="2873577118" sldId="772"/>
            <ac:graphicFrameMk id="11" creationId="{791534B1-0B52-4782-9F75-69878372A639}"/>
          </ac:graphicFrameMkLst>
        </pc:graphicFrameChg>
        <pc:picChg chg="add del mod modCrop">
          <ac:chgData name="Stanley, Tyler" userId="d6371dd0-4d6e-4dab-9c42-35eda5bffbde" providerId="ADAL" clId="{47B9004C-1C8A-4668-BE67-23FE3250DE99}" dt="2021-02-26T16:37:30.592" v="6111" actId="478"/>
          <ac:picMkLst>
            <pc:docMk/>
            <pc:sldMk cId="2873577118" sldId="772"/>
            <ac:picMk id="12" creationId="{7ECEDEC8-8140-4B6C-B017-DC0A4FC7F62F}"/>
          </ac:picMkLst>
        </pc:picChg>
        <pc:picChg chg="add mod modCrop">
          <ac:chgData name="Stanley, Tyler" userId="d6371dd0-4d6e-4dab-9c42-35eda5bffbde" providerId="ADAL" clId="{47B9004C-1C8A-4668-BE67-23FE3250DE99}" dt="2021-02-26T16:43:21.202" v="6119" actId="14100"/>
          <ac:picMkLst>
            <pc:docMk/>
            <pc:sldMk cId="2873577118" sldId="772"/>
            <ac:picMk id="13" creationId="{A88DFBCB-5DB9-4AE4-9386-11F992DF69DA}"/>
          </ac:picMkLst>
        </pc:picChg>
      </pc:sldChg>
      <pc:sldChg chg="addSp delSp modSp add ord modNotesTx">
        <pc:chgData name="Stanley, Tyler" userId="d6371dd0-4d6e-4dab-9c42-35eda5bffbde" providerId="ADAL" clId="{47B9004C-1C8A-4668-BE67-23FE3250DE99}" dt="2021-02-26T05:56:40.070" v="6010" actId="20577"/>
        <pc:sldMkLst>
          <pc:docMk/>
          <pc:sldMk cId="555992085" sldId="773"/>
        </pc:sldMkLst>
        <pc:spChg chg="del mod">
          <ac:chgData name="Stanley, Tyler" userId="d6371dd0-4d6e-4dab-9c42-35eda5bffbde" providerId="ADAL" clId="{47B9004C-1C8A-4668-BE67-23FE3250DE99}" dt="2021-02-25T16:26:27.438" v="3992" actId="478"/>
          <ac:spMkLst>
            <pc:docMk/>
            <pc:sldMk cId="555992085" sldId="773"/>
            <ac:spMk id="2" creationId="{87515D52-DF74-41E3-B8C2-5C52AC0725FC}"/>
          </ac:spMkLst>
        </pc:spChg>
        <pc:spChg chg="mod">
          <ac:chgData name="Stanley, Tyler" userId="d6371dd0-4d6e-4dab-9c42-35eda5bffbde" providerId="ADAL" clId="{47B9004C-1C8A-4668-BE67-23FE3250DE99}" dt="2021-02-25T16:08:31.078" v="3320" actId="947"/>
          <ac:spMkLst>
            <pc:docMk/>
            <pc:sldMk cId="555992085" sldId="773"/>
            <ac:spMk id="3" creationId="{C7BCACCC-480E-4611-BF75-B73A07D8FCFD}"/>
          </ac:spMkLst>
        </pc:spChg>
        <pc:spChg chg="add del mod">
          <ac:chgData name="Stanley, Tyler" userId="d6371dd0-4d6e-4dab-9c42-35eda5bffbde" providerId="ADAL" clId="{47B9004C-1C8A-4668-BE67-23FE3250DE99}" dt="2021-02-26T04:52:48.868" v="5179" actId="478"/>
          <ac:spMkLst>
            <pc:docMk/>
            <pc:sldMk cId="555992085" sldId="773"/>
            <ac:spMk id="37" creationId="{67758C75-ABAF-450C-8C40-8964A4D59C1E}"/>
          </ac:spMkLst>
        </pc:spChg>
        <pc:spChg chg="add mod">
          <ac:chgData name="Stanley, Tyler" userId="d6371dd0-4d6e-4dab-9c42-35eda5bffbde" providerId="ADAL" clId="{47B9004C-1C8A-4668-BE67-23FE3250DE99}" dt="2021-02-26T04:53:53.525" v="5190" actId="1076"/>
          <ac:spMkLst>
            <pc:docMk/>
            <pc:sldMk cId="555992085" sldId="773"/>
            <ac:spMk id="38" creationId="{99314D35-B5B0-44B0-A98C-E4BDA1F44B8C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14" creationId="{9CA61614-E7DF-4F96-B7E1-E10F022FE673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15" creationId="{34C47B37-B4F3-459A-BAD1-9BD2CA319390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16" creationId="{BF8F93AD-3A7C-4746-9470-4D1815506B7A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17" creationId="{480ABEE4-41ED-42D7-9825-060E49471576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18" creationId="{D6939040-D93D-4E8E-9BDD-33B7ED83A7CF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19" creationId="{6F76470A-46E4-45B8-8213-A2C9DF9A4B68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20" creationId="{423A69CD-3EB1-4986-87EF-715AC5BCF613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21" creationId="{0E1F2E3B-FABF-4C5B-A1CA-998C302FEA05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22" creationId="{D7FCAAAE-6483-4651-9FF2-064512D71D32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23" creationId="{977133D6-1DE1-436B-9B53-8EED39B027B5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24" creationId="{54F95AFF-E519-4391-AF0C-8DF61ACA0309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25" creationId="{D5DBC93B-72EC-4E9D-B835-1E156783F67A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26" creationId="{E92541F7-09AC-48F0-9660-E08F2F093A65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27" creationId="{D768AA77-07B1-4396-87CC-347DAD00A71E}"/>
          </ac:spMkLst>
        </pc:spChg>
        <pc:spChg chg="add del mod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28" creationId="{5E79C274-EFAF-4C92-9FD4-E282F3F62306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29" creationId="{532980EC-F733-4067-B47D-903F0A130936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30" creationId="{DCAEE4E7-47A6-4FDF-90FA-95035A47B47F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31" creationId="{FCA9FF2B-F041-4F93-9B82-C131B0A248A9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32" creationId="{C15EA06B-643B-454C-B0B2-8F02800C15D5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33" creationId="{273F70F6-E131-4C74-A592-2838031B8D41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34" creationId="{EB2F489D-005A-42DA-A5B0-E80A905899B4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35" creationId="{5162F634-F16B-47D2-A047-0A86DA5EDDF3}"/>
          </ac:spMkLst>
        </pc:spChg>
        <pc:spChg chg="add del">
          <ac:chgData name="Stanley, Tyler" userId="d6371dd0-4d6e-4dab-9c42-35eda5bffbde" providerId="ADAL" clId="{47B9004C-1C8A-4668-BE67-23FE3250DE99}" dt="2021-02-25T15:39:12.005" v="2982"/>
          <ac:spMkLst>
            <pc:docMk/>
            <pc:sldMk cId="555992085" sldId="773"/>
            <ac:spMk id="136" creationId="{0BF74668-5476-4EFF-A068-AB97A911BC65}"/>
          </ac:spMkLst>
        </pc:spChg>
        <pc:spChg chg="add mod">
          <ac:chgData name="Stanley, Tyler" userId="d6371dd0-4d6e-4dab-9c42-35eda5bffbde" providerId="ADAL" clId="{47B9004C-1C8A-4668-BE67-23FE3250DE99}" dt="2021-02-25T16:08:31.080" v="3321" actId="947"/>
          <ac:spMkLst>
            <pc:docMk/>
            <pc:sldMk cId="555992085" sldId="773"/>
            <ac:spMk id="137" creationId="{EFA62FD9-8BFD-4B79-A6D2-EE9B52096022}"/>
          </ac:spMkLst>
        </pc:spChg>
        <pc:spChg chg="add mod">
          <ac:chgData name="Stanley, Tyler" userId="d6371dd0-4d6e-4dab-9c42-35eda5bffbde" providerId="ADAL" clId="{47B9004C-1C8A-4668-BE67-23FE3250DE99}" dt="2021-02-25T16:08:31.083" v="3322" actId="947"/>
          <ac:spMkLst>
            <pc:docMk/>
            <pc:sldMk cId="555992085" sldId="773"/>
            <ac:spMk id="138" creationId="{00030B36-CFD1-4043-A4EB-E445DF347313}"/>
          </ac:spMkLst>
        </pc:spChg>
        <pc:spChg chg="add mod">
          <ac:chgData name="Stanley, Tyler" userId="d6371dd0-4d6e-4dab-9c42-35eda5bffbde" providerId="ADAL" clId="{47B9004C-1C8A-4668-BE67-23FE3250DE99}" dt="2021-02-25T16:08:31.085" v="3323" actId="947"/>
          <ac:spMkLst>
            <pc:docMk/>
            <pc:sldMk cId="555992085" sldId="773"/>
            <ac:spMk id="139" creationId="{79CD0EC3-8671-4B8F-8D5D-AAB064B8CC93}"/>
          </ac:spMkLst>
        </pc:spChg>
        <pc:spChg chg="add mod">
          <ac:chgData name="Stanley, Tyler" userId="d6371dd0-4d6e-4dab-9c42-35eda5bffbde" providerId="ADAL" clId="{47B9004C-1C8A-4668-BE67-23FE3250DE99}" dt="2021-02-25T16:08:31.088" v="3324" actId="947"/>
          <ac:spMkLst>
            <pc:docMk/>
            <pc:sldMk cId="555992085" sldId="773"/>
            <ac:spMk id="140" creationId="{FDE7656E-73F2-4BD9-9963-E05405B52CD1}"/>
          </ac:spMkLst>
        </pc:spChg>
        <pc:spChg chg="add mod">
          <ac:chgData name="Stanley, Tyler" userId="d6371dd0-4d6e-4dab-9c42-35eda5bffbde" providerId="ADAL" clId="{47B9004C-1C8A-4668-BE67-23FE3250DE99}" dt="2021-02-25T16:08:31.091" v="3325" actId="947"/>
          <ac:spMkLst>
            <pc:docMk/>
            <pc:sldMk cId="555992085" sldId="773"/>
            <ac:spMk id="141" creationId="{0943A3D1-2C98-4EC2-ADC0-D838873EAD44}"/>
          </ac:spMkLst>
        </pc:spChg>
        <pc:spChg chg="add mod">
          <ac:chgData name="Stanley, Tyler" userId="d6371dd0-4d6e-4dab-9c42-35eda5bffbde" providerId="ADAL" clId="{47B9004C-1C8A-4668-BE67-23FE3250DE99}" dt="2021-02-25T16:08:31.094" v="3326" actId="947"/>
          <ac:spMkLst>
            <pc:docMk/>
            <pc:sldMk cId="555992085" sldId="773"/>
            <ac:spMk id="142" creationId="{34ADC088-F866-472B-8F5D-6409A5227918}"/>
          </ac:spMkLst>
        </pc:spChg>
        <pc:spChg chg="add mod">
          <ac:chgData name="Stanley, Tyler" userId="d6371dd0-4d6e-4dab-9c42-35eda5bffbde" providerId="ADAL" clId="{47B9004C-1C8A-4668-BE67-23FE3250DE99}" dt="2021-02-25T16:08:31.098" v="3327" actId="947"/>
          <ac:spMkLst>
            <pc:docMk/>
            <pc:sldMk cId="555992085" sldId="773"/>
            <ac:spMk id="143" creationId="{930639EA-DF58-4F62-98A9-55E87AFB18EA}"/>
          </ac:spMkLst>
        </pc:spChg>
        <pc:spChg chg="add mod">
          <ac:chgData name="Stanley, Tyler" userId="d6371dd0-4d6e-4dab-9c42-35eda5bffbde" providerId="ADAL" clId="{47B9004C-1C8A-4668-BE67-23FE3250DE99}" dt="2021-02-25T16:08:31.102" v="3328" actId="947"/>
          <ac:spMkLst>
            <pc:docMk/>
            <pc:sldMk cId="555992085" sldId="773"/>
            <ac:spMk id="144" creationId="{684D6F80-1CCF-45CC-97A7-F1488F2753B5}"/>
          </ac:spMkLst>
        </pc:spChg>
        <pc:spChg chg="add mod">
          <ac:chgData name="Stanley, Tyler" userId="d6371dd0-4d6e-4dab-9c42-35eda5bffbde" providerId="ADAL" clId="{47B9004C-1C8A-4668-BE67-23FE3250DE99}" dt="2021-02-25T16:08:31.105" v="3329" actId="947"/>
          <ac:spMkLst>
            <pc:docMk/>
            <pc:sldMk cId="555992085" sldId="773"/>
            <ac:spMk id="145" creationId="{5020740C-1A49-4AC8-BD63-751E905D4D19}"/>
          </ac:spMkLst>
        </pc:spChg>
        <pc:spChg chg="add mod">
          <ac:chgData name="Stanley, Tyler" userId="d6371dd0-4d6e-4dab-9c42-35eda5bffbde" providerId="ADAL" clId="{47B9004C-1C8A-4668-BE67-23FE3250DE99}" dt="2021-02-25T16:08:31.108" v="3330" actId="947"/>
          <ac:spMkLst>
            <pc:docMk/>
            <pc:sldMk cId="555992085" sldId="773"/>
            <ac:spMk id="146" creationId="{7AA48C28-7345-45A2-BCEB-E7419CF2763F}"/>
          </ac:spMkLst>
        </pc:spChg>
        <pc:spChg chg="add mod">
          <ac:chgData name="Stanley, Tyler" userId="d6371dd0-4d6e-4dab-9c42-35eda5bffbde" providerId="ADAL" clId="{47B9004C-1C8A-4668-BE67-23FE3250DE99}" dt="2021-02-26T04:49:03.277" v="5043" actId="207"/>
          <ac:spMkLst>
            <pc:docMk/>
            <pc:sldMk cId="555992085" sldId="773"/>
            <ac:spMk id="147" creationId="{935BA76F-D159-46AE-A246-FFD6E382F0EB}"/>
          </ac:spMkLst>
        </pc:spChg>
        <pc:spChg chg="add mod">
          <ac:chgData name="Stanley, Tyler" userId="d6371dd0-4d6e-4dab-9c42-35eda5bffbde" providerId="ADAL" clId="{47B9004C-1C8A-4668-BE67-23FE3250DE99}" dt="2021-02-26T04:49:00.393" v="5042" actId="207"/>
          <ac:spMkLst>
            <pc:docMk/>
            <pc:sldMk cId="555992085" sldId="773"/>
            <ac:spMk id="148" creationId="{4B565453-FB66-4C5A-BB27-7C2E17B103A5}"/>
          </ac:spMkLst>
        </pc:spChg>
        <pc:spChg chg="add mod">
          <ac:chgData name="Stanley, Tyler" userId="d6371dd0-4d6e-4dab-9c42-35eda5bffbde" providerId="ADAL" clId="{47B9004C-1C8A-4668-BE67-23FE3250DE99}" dt="2021-02-25T16:08:31.115" v="3333" actId="947"/>
          <ac:spMkLst>
            <pc:docMk/>
            <pc:sldMk cId="555992085" sldId="773"/>
            <ac:spMk id="149" creationId="{0EBA7DDF-70E2-4934-9D24-9F56B15D239F}"/>
          </ac:spMkLst>
        </pc:spChg>
        <pc:spChg chg="add del mod">
          <ac:chgData name="Stanley, Tyler" userId="d6371dd0-4d6e-4dab-9c42-35eda5bffbde" providerId="ADAL" clId="{47B9004C-1C8A-4668-BE67-23FE3250DE99}" dt="2021-02-25T16:06:35.112" v="3314" actId="478"/>
          <ac:spMkLst>
            <pc:docMk/>
            <pc:sldMk cId="555992085" sldId="773"/>
            <ac:spMk id="150" creationId="{15E9F727-E7CE-4ED8-B487-675DAE247EC2}"/>
          </ac:spMkLst>
        </pc:spChg>
        <pc:spChg chg="add del mod">
          <ac:chgData name="Stanley, Tyler" userId="d6371dd0-4d6e-4dab-9c42-35eda5bffbde" providerId="ADAL" clId="{47B9004C-1C8A-4668-BE67-23FE3250DE99}" dt="2021-02-25T15:53:51.707" v="3262" actId="478"/>
          <ac:spMkLst>
            <pc:docMk/>
            <pc:sldMk cId="555992085" sldId="773"/>
            <ac:spMk id="151" creationId="{CBB2587A-C379-4F0B-BB65-257E03D3CD33}"/>
          </ac:spMkLst>
        </pc:spChg>
        <pc:spChg chg="add del mod">
          <ac:chgData name="Stanley, Tyler" userId="d6371dd0-4d6e-4dab-9c42-35eda5bffbde" providerId="ADAL" clId="{47B9004C-1C8A-4668-BE67-23FE3250DE99}" dt="2021-02-25T15:53:51.707" v="3262" actId="478"/>
          <ac:spMkLst>
            <pc:docMk/>
            <pc:sldMk cId="555992085" sldId="773"/>
            <ac:spMk id="152" creationId="{9E2B34F4-E537-4960-B84A-469E8329A73C}"/>
          </ac:spMkLst>
        </pc:spChg>
        <pc:spChg chg="add mod">
          <ac:chgData name="Stanley, Tyler" userId="d6371dd0-4d6e-4dab-9c42-35eda5bffbde" providerId="ADAL" clId="{47B9004C-1C8A-4668-BE67-23FE3250DE99}" dt="2021-02-26T04:47:27.805" v="4977" actId="1076"/>
          <ac:spMkLst>
            <pc:docMk/>
            <pc:sldMk cId="555992085" sldId="773"/>
            <ac:spMk id="153" creationId="{AC511699-02F5-4E00-9654-84DD1355F532}"/>
          </ac:spMkLst>
        </pc:spChg>
        <pc:spChg chg="add mod">
          <ac:chgData name="Stanley, Tyler" userId="d6371dd0-4d6e-4dab-9c42-35eda5bffbde" providerId="ADAL" clId="{47B9004C-1C8A-4668-BE67-23FE3250DE99}" dt="2021-02-26T04:47:15.680" v="4976"/>
          <ac:spMkLst>
            <pc:docMk/>
            <pc:sldMk cId="555992085" sldId="773"/>
            <ac:spMk id="154" creationId="{5F77C537-B2F9-41A3-8937-12011133803D}"/>
          </ac:spMkLst>
        </pc:spChg>
        <pc:spChg chg="add mod">
          <ac:chgData name="Stanley, Tyler" userId="d6371dd0-4d6e-4dab-9c42-35eda5bffbde" providerId="ADAL" clId="{47B9004C-1C8A-4668-BE67-23FE3250DE99}" dt="2021-02-25T16:08:31.123" v="3336" actId="947"/>
          <ac:spMkLst>
            <pc:docMk/>
            <pc:sldMk cId="555992085" sldId="773"/>
            <ac:spMk id="155" creationId="{960977C7-40A4-4581-9B60-90529829946B}"/>
          </ac:spMkLst>
        </pc:spChg>
        <pc:spChg chg="add mod">
          <ac:chgData name="Stanley, Tyler" userId="d6371dd0-4d6e-4dab-9c42-35eda5bffbde" providerId="ADAL" clId="{47B9004C-1C8A-4668-BE67-23FE3250DE99}" dt="2021-02-25T16:08:31.127" v="3337" actId="947"/>
          <ac:spMkLst>
            <pc:docMk/>
            <pc:sldMk cId="555992085" sldId="773"/>
            <ac:spMk id="156" creationId="{138BFEC5-64A3-47C5-ADEF-EA438EFDFFD3}"/>
          </ac:spMkLst>
        </pc:spChg>
        <pc:spChg chg="add mod">
          <ac:chgData name="Stanley, Tyler" userId="d6371dd0-4d6e-4dab-9c42-35eda5bffbde" providerId="ADAL" clId="{47B9004C-1C8A-4668-BE67-23FE3250DE99}" dt="2021-02-25T16:08:31.130" v="3338" actId="947"/>
          <ac:spMkLst>
            <pc:docMk/>
            <pc:sldMk cId="555992085" sldId="773"/>
            <ac:spMk id="157" creationId="{5EB085D8-8440-4B57-94C1-C2158D47405A}"/>
          </ac:spMkLst>
        </pc:spChg>
        <pc:spChg chg="add mod">
          <ac:chgData name="Stanley, Tyler" userId="d6371dd0-4d6e-4dab-9c42-35eda5bffbde" providerId="ADAL" clId="{47B9004C-1C8A-4668-BE67-23FE3250DE99}" dt="2021-02-25T16:08:31.134" v="3339" actId="947"/>
          <ac:spMkLst>
            <pc:docMk/>
            <pc:sldMk cId="555992085" sldId="773"/>
            <ac:spMk id="158" creationId="{E0483C9B-FBE1-4CA3-9D11-F5A1B844183B}"/>
          </ac:spMkLst>
        </pc:spChg>
        <pc:spChg chg="add mod">
          <ac:chgData name="Stanley, Tyler" userId="d6371dd0-4d6e-4dab-9c42-35eda5bffbde" providerId="ADAL" clId="{47B9004C-1C8A-4668-BE67-23FE3250DE99}" dt="2021-02-25T16:08:31.137" v="3340" actId="947"/>
          <ac:spMkLst>
            <pc:docMk/>
            <pc:sldMk cId="555992085" sldId="773"/>
            <ac:spMk id="159" creationId="{014A4933-1286-4238-93D1-EE536F2E38AF}"/>
          </ac:spMkLst>
        </pc:spChg>
        <pc:spChg chg="add mod">
          <ac:chgData name="Stanley, Tyler" userId="d6371dd0-4d6e-4dab-9c42-35eda5bffbde" providerId="ADAL" clId="{47B9004C-1C8A-4668-BE67-23FE3250DE99}" dt="2021-02-25T16:08:31.140" v="3341" actId="947"/>
          <ac:spMkLst>
            <pc:docMk/>
            <pc:sldMk cId="555992085" sldId="773"/>
            <ac:spMk id="160" creationId="{B0A4F123-6143-4F87-9E03-50581434151D}"/>
          </ac:spMkLst>
        </pc:spChg>
        <pc:spChg chg="add mod">
          <ac:chgData name="Stanley, Tyler" userId="d6371dd0-4d6e-4dab-9c42-35eda5bffbde" providerId="ADAL" clId="{47B9004C-1C8A-4668-BE67-23FE3250DE99}" dt="2021-02-25T16:08:31.144" v="3342" actId="947"/>
          <ac:spMkLst>
            <pc:docMk/>
            <pc:sldMk cId="555992085" sldId="773"/>
            <ac:spMk id="161" creationId="{1A13C2FE-8BEA-4BDA-92E9-CFA38319CE7C}"/>
          </ac:spMkLst>
        </pc:spChg>
        <pc:spChg chg="del mod">
          <ac:chgData name="Stanley, Tyler" userId="d6371dd0-4d6e-4dab-9c42-35eda5bffbde" providerId="ADAL" clId="{47B9004C-1C8A-4668-BE67-23FE3250DE99}" dt="2021-02-25T15:43:39.108" v="3002" actId="478"/>
          <ac:spMkLst>
            <pc:docMk/>
            <pc:sldMk cId="555992085" sldId="773"/>
            <ac:spMk id="162" creationId="{6CADB8F9-0E6B-4C93-95F4-5B596600EE42}"/>
          </ac:spMkLst>
        </pc:spChg>
        <pc:spChg chg="del mod">
          <ac:chgData name="Stanley, Tyler" userId="d6371dd0-4d6e-4dab-9c42-35eda5bffbde" providerId="ADAL" clId="{47B9004C-1C8A-4668-BE67-23FE3250DE99}" dt="2021-02-25T15:47:55.735" v="3047"/>
          <ac:spMkLst>
            <pc:docMk/>
            <pc:sldMk cId="555992085" sldId="773"/>
            <ac:spMk id="163" creationId="{78555E93-A325-42E0-9F97-6A5A65759E3B}"/>
          </ac:spMkLst>
        </pc:spChg>
        <pc:spChg chg="add del mod">
          <ac:chgData name="Stanley, Tyler" userId="d6371dd0-4d6e-4dab-9c42-35eda5bffbde" providerId="ADAL" clId="{47B9004C-1C8A-4668-BE67-23FE3250DE99}" dt="2021-02-25T15:50:13.490" v="3066"/>
          <ac:spMkLst>
            <pc:docMk/>
            <pc:sldMk cId="555992085" sldId="773"/>
            <ac:spMk id="164" creationId="{E8157321-3A5D-4775-907A-6F1B3EB5D77F}"/>
          </ac:spMkLst>
        </pc:spChg>
        <pc:spChg chg="mod">
          <ac:chgData name="Stanley, Tyler" userId="d6371dd0-4d6e-4dab-9c42-35eda5bffbde" providerId="ADAL" clId="{47B9004C-1C8A-4668-BE67-23FE3250DE99}" dt="2021-02-25T16:08:31.146" v="3343" actId="947"/>
          <ac:spMkLst>
            <pc:docMk/>
            <pc:sldMk cId="555992085" sldId="773"/>
            <ac:spMk id="166" creationId="{109EEE6B-B72C-48DE-AB71-28B8E4DD1610}"/>
          </ac:spMkLst>
        </pc:spChg>
        <pc:spChg chg="mod">
          <ac:chgData name="Stanley, Tyler" userId="d6371dd0-4d6e-4dab-9c42-35eda5bffbde" providerId="ADAL" clId="{47B9004C-1C8A-4668-BE67-23FE3250DE99}" dt="2021-02-25T16:08:31.146" v="3343" actId="947"/>
          <ac:spMkLst>
            <pc:docMk/>
            <pc:sldMk cId="555992085" sldId="773"/>
            <ac:spMk id="167" creationId="{7B61D80E-AF57-4E74-AAB4-3BEF6F281222}"/>
          </ac:spMkLst>
        </pc:spChg>
        <pc:spChg chg="mod topLvl">
          <ac:chgData name="Stanley, Tyler" userId="d6371dd0-4d6e-4dab-9c42-35eda5bffbde" providerId="ADAL" clId="{47B9004C-1C8A-4668-BE67-23FE3250DE99}" dt="2021-02-25T16:08:31.148" v="3344" actId="947"/>
          <ac:spMkLst>
            <pc:docMk/>
            <pc:sldMk cId="555992085" sldId="773"/>
            <ac:spMk id="172" creationId="{2DCF8ACE-2F62-4E74-9FA1-794308A4518A}"/>
          </ac:spMkLst>
        </pc:spChg>
        <pc:spChg chg="del mod topLvl">
          <ac:chgData name="Stanley, Tyler" userId="d6371dd0-4d6e-4dab-9c42-35eda5bffbde" providerId="ADAL" clId="{47B9004C-1C8A-4668-BE67-23FE3250DE99}" dt="2021-02-25T16:06:47.948" v="3318" actId="478"/>
          <ac:spMkLst>
            <pc:docMk/>
            <pc:sldMk cId="555992085" sldId="773"/>
            <ac:spMk id="173" creationId="{950726F2-1865-4FFC-A56B-57783028C5B8}"/>
          </ac:spMkLst>
        </pc:spChg>
        <pc:spChg chg="add del mod">
          <ac:chgData name="Stanley, Tyler" userId="d6371dd0-4d6e-4dab-9c42-35eda5bffbde" providerId="ADAL" clId="{47B9004C-1C8A-4668-BE67-23FE3250DE99}" dt="2021-02-25T16:08:44.905" v="3353" actId="478"/>
          <ac:spMkLst>
            <pc:docMk/>
            <pc:sldMk cId="555992085" sldId="773"/>
            <ac:spMk id="174" creationId="{90C37F68-01CF-4113-AF29-5EFF345872F0}"/>
          </ac:spMkLst>
        </pc:spChg>
        <pc:spChg chg="add mod">
          <ac:chgData name="Stanley, Tyler" userId="d6371dd0-4d6e-4dab-9c42-35eda5bffbde" providerId="ADAL" clId="{47B9004C-1C8A-4668-BE67-23FE3250DE99}" dt="2021-02-25T16:08:46.358" v="3374"/>
          <ac:spMkLst>
            <pc:docMk/>
            <pc:sldMk cId="555992085" sldId="773"/>
            <ac:spMk id="175" creationId="{795013CB-4EF5-4E52-8369-BB70F28FA949}"/>
          </ac:spMkLst>
        </pc:spChg>
        <pc:spChg chg="add mod">
          <ac:chgData name="Stanley, Tyler" userId="d6371dd0-4d6e-4dab-9c42-35eda5bffbde" providerId="ADAL" clId="{47B9004C-1C8A-4668-BE67-23FE3250DE99}" dt="2021-02-25T16:08:46.358" v="3374"/>
          <ac:spMkLst>
            <pc:docMk/>
            <pc:sldMk cId="555992085" sldId="773"/>
            <ac:spMk id="176" creationId="{771533BC-58A5-4F0A-845C-1B00CA9CC11A}"/>
          </ac:spMkLst>
        </pc:spChg>
        <pc:spChg chg="add mod">
          <ac:chgData name="Stanley, Tyler" userId="d6371dd0-4d6e-4dab-9c42-35eda5bffbde" providerId="ADAL" clId="{47B9004C-1C8A-4668-BE67-23FE3250DE99}" dt="2021-02-26T05:52:43.167" v="5821" actId="20577"/>
          <ac:spMkLst>
            <pc:docMk/>
            <pc:sldMk cId="555992085" sldId="773"/>
            <ac:spMk id="178" creationId="{E3562B19-131D-4A6C-8771-538D72FF5291}"/>
          </ac:spMkLst>
        </pc:spChg>
        <pc:spChg chg="add mod">
          <ac:chgData name="Stanley, Tyler" userId="d6371dd0-4d6e-4dab-9c42-35eda5bffbde" providerId="ADAL" clId="{47B9004C-1C8A-4668-BE67-23FE3250DE99}" dt="2021-02-26T04:45:37.826" v="4945" actId="14100"/>
          <ac:spMkLst>
            <pc:docMk/>
            <pc:sldMk cId="555992085" sldId="773"/>
            <ac:spMk id="179" creationId="{7A58E031-6310-4F66-AF55-DB42736F90B2}"/>
          </ac:spMkLst>
        </pc:spChg>
        <pc:spChg chg="add del mod">
          <ac:chgData name="Stanley, Tyler" userId="d6371dd0-4d6e-4dab-9c42-35eda5bffbde" providerId="ADAL" clId="{47B9004C-1C8A-4668-BE67-23FE3250DE99}" dt="2021-02-25T16:16:14.909" v="3665" actId="478"/>
          <ac:spMkLst>
            <pc:docMk/>
            <pc:sldMk cId="555992085" sldId="773"/>
            <ac:spMk id="180" creationId="{F02AE620-8F0A-4177-B5AB-909864C76A40}"/>
          </ac:spMkLst>
        </pc:spChg>
        <pc:spChg chg="add del mod">
          <ac:chgData name="Stanley, Tyler" userId="d6371dd0-4d6e-4dab-9c42-35eda5bffbde" providerId="ADAL" clId="{47B9004C-1C8A-4668-BE67-23FE3250DE99}" dt="2021-02-25T16:16:16.067" v="3666" actId="478"/>
          <ac:spMkLst>
            <pc:docMk/>
            <pc:sldMk cId="555992085" sldId="773"/>
            <ac:spMk id="181" creationId="{5B8B7A7F-898C-4F83-90C1-38768BC97566}"/>
          </ac:spMkLst>
        </pc:spChg>
        <pc:spChg chg="add mod">
          <ac:chgData name="Stanley, Tyler" userId="d6371dd0-4d6e-4dab-9c42-35eda5bffbde" providerId="ADAL" clId="{47B9004C-1C8A-4668-BE67-23FE3250DE99}" dt="2021-02-26T04:50:28.633" v="5053" actId="20577"/>
          <ac:spMkLst>
            <pc:docMk/>
            <pc:sldMk cId="555992085" sldId="773"/>
            <ac:spMk id="182" creationId="{0C9DCD3F-DCF3-4D99-8EDD-90DD0579410F}"/>
          </ac:spMkLst>
        </pc:spChg>
        <pc:spChg chg="add mod">
          <ac:chgData name="Stanley, Tyler" userId="d6371dd0-4d6e-4dab-9c42-35eda5bffbde" providerId="ADAL" clId="{47B9004C-1C8A-4668-BE67-23FE3250DE99}" dt="2021-02-25T16:16:42.013" v="3668" actId="1582"/>
          <ac:spMkLst>
            <pc:docMk/>
            <pc:sldMk cId="555992085" sldId="773"/>
            <ac:spMk id="183" creationId="{3361F3F7-3D97-4B3C-B7EC-FD45DC948C74}"/>
          </ac:spMkLst>
        </pc:spChg>
        <pc:spChg chg="add mod">
          <ac:chgData name="Stanley, Tyler" userId="d6371dd0-4d6e-4dab-9c42-35eda5bffbde" providerId="ADAL" clId="{47B9004C-1C8A-4668-BE67-23FE3250DE99}" dt="2021-02-25T16:26:17.776" v="3991" actId="14100"/>
          <ac:spMkLst>
            <pc:docMk/>
            <pc:sldMk cId="555992085" sldId="773"/>
            <ac:spMk id="184" creationId="{38E150CC-A88B-4E89-B454-0D9C8E4B0BAB}"/>
          </ac:spMkLst>
        </pc:spChg>
        <pc:spChg chg="add mod">
          <ac:chgData name="Stanley, Tyler" userId="d6371dd0-4d6e-4dab-9c42-35eda5bffbde" providerId="ADAL" clId="{47B9004C-1C8A-4668-BE67-23FE3250DE99}" dt="2021-02-25T16:24:07.774" v="3818" actId="1076"/>
          <ac:spMkLst>
            <pc:docMk/>
            <pc:sldMk cId="555992085" sldId="773"/>
            <ac:spMk id="185" creationId="{FD60CF41-7C52-4C74-BAA4-417B5A58BE71}"/>
          </ac:spMkLst>
        </pc:spChg>
        <pc:spChg chg="add mod">
          <ac:chgData name="Stanley, Tyler" userId="d6371dd0-4d6e-4dab-9c42-35eda5bffbde" providerId="ADAL" clId="{47B9004C-1C8A-4668-BE67-23FE3250DE99}" dt="2021-02-25T16:26:52.005" v="3996" actId="1076"/>
          <ac:spMkLst>
            <pc:docMk/>
            <pc:sldMk cId="555992085" sldId="773"/>
            <ac:spMk id="186" creationId="{2DA4E15F-1632-4448-AE00-617DB46D99DB}"/>
          </ac:spMkLst>
        </pc:spChg>
        <pc:spChg chg="add del mod">
          <ac:chgData name="Stanley, Tyler" userId="d6371dd0-4d6e-4dab-9c42-35eda5bffbde" providerId="ADAL" clId="{47B9004C-1C8A-4668-BE67-23FE3250DE99}" dt="2021-02-25T16:46:04.279" v="4001"/>
          <ac:spMkLst>
            <pc:docMk/>
            <pc:sldMk cId="555992085" sldId="773"/>
            <ac:spMk id="187" creationId="{8DDD8028-6852-4BF7-B1F3-155CC970330B}"/>
          </ac:spMkLst>
        </pc:spChg>
        <pc:spChg chg="add mod">
          <ac:chgData name="Stanley, Tyler" userId="d6371dd0-4d6e-4dab-9c42-35eda5bffbde" providerId="ADAL" clId="{47B9004C-1C8A-4668-BE67-23FE3250DE99}" dt="2021-02-26T04:58:08.708" v="5374" actId="20577"/>
          <ac:spMkLst>
            <pc:docMk/>
            <pc:sldMk cId="555992085" sldId="773"/>
            <ac:spMk id="188" creationId="{7486DA8C-9B10-4083-A0FE-D74BB3F3503A}"/>
          </ac:spMkLst>
        </pc:spChg>
        <pc:grpChg chg="add del">
          <ac:chgData name="Stanley, Tyler" userId="d6371dd0-4d6e-4dab-9c42-35eda5bffbde" providerId="ADAL" clId="{47B9004C-1C8A-4668-BE67-23FE3250DE99}" dt="2021-02-25T15:37:48.126" v="2976"/>
          <ac:grpSpMkLst>
            <pc:docMk/>
            <pc:sldMk cId="555992085" sldId="773"/>
            <ac:grpSpMk id="4" creationId="{AD38159E-2F76-4A95-8031-1A7AE7BC554D}"/>
          </ac:grpSpMkLst>
        </pc:grpChg>
        <pc:grpChg chg="add del">
          <ac:chgData name="Stanley, Tyler" userId="d6371dd0-4d6e-4dab-9c42-35eda5bffbde" providerId="ADAL" clId="{47B9004C-1C8A-4668-BE67-23FE3250DE99}" dt="2021-02-25T15:38:03.815" v="2978"/>
          <ac:grpSpMkLst>
            <pc:docMk/>
            <pc:sldMk cId="555992085" sldId="773"/>
            <ac:grpSpMk id="59" creationId="{D295763B-F053-4663-B6E4-22A890D09F4E}"/>
          </ac:grpSpMkLst>
        </pc:grpChg>
        <pc:grpChg chg="add del mod">
          <ac:chgData name="Stanley, Tyler" userId="d6371dd0-4d6e-4dab-9c42-35eda5bffbde" providerId="ADAL" clId="{47B9004C-1C8A-4668-BE67-23FE3250DE99}" dt="2021-02-26T04:48:40.550" v="5041" actId="207"/>
          <ac:grpSpMkLst>
            <pc:docMk/>
            <pc:sldMk cId="555992085" sldId="773"/>
            <ac:grpSpMk id="165" creationId="{8F514499-D9E0-4A1A-B374-9BAFF21C5959}"/>
          </ac:grpSpMkLst>
        </pc:grpChg>
        <pc:grpChg chg="del mod">
          <ac:chgData name="Stanley, Tyler" userId="d6371dd0-4d6e-4dab-9c42-35eda5bffbde" providerId="ADAL" clId="{47B9004C-1C8A-4668-BE67-23FE3250DE99}" dt="2021-02-25T16:04:14.886" v="3281" actId="478"/>
          <ac:grpSpMkLst>
            <pc:docMk/>
            <pc:sldMk cId="555992085" sldId="773"/>
            <ac:grpSpMk id="168" creationId="{BE477507-FC39-4A53-BB88-7D8CE33CBBDC}"/>
          </ac:grpSpMkLst>
        </pc:grpChg>
        <pc:grpChg chg="del mod">
          <ac:chgData name="Stanley, Tyler" userId="d6371dd0-4d6e-4dab-9c42-35eda5bffbde" providerId="ADAL" clId="{47B9004C-1C8A-4668-BE67-23FE3250DE99}" dt="2021-02-25T16:06:47.948" v="3318" actId="478"/>
          <ac:grpSpMkLst>
            <pc:docMk/>
            <pc:sldMk cId="555992085" sldId="773"/>
            <ac:grpSpMk id="171" creationId="{3D1BBF53-097E-4825-BAD9-25407B3AC4D9}"/>
          </ac:grpSpMkLst>
        </pc:grpChg>
        <pc:grpChg chg="add del mod">
          <ac:chgData name="Stanley, Tyler" userId="d6371dd0-4d6e-4dab-9c42-35eda5bffbde" providerId="ADAL" clId="{47B9004C-1C8A-4668-BE67-23FE3250DE99}" dt="2021-02-25T16:08:47.380" v="3375" actId="478"/>
          <ac:grpSpMkLst>
            <pc:docMk/>
            <pc:sldMk cId="555992085" sldId="773"/>
            <ac:grpSpMk id="177" creationId="{1AC82D7D-CB79-4D5A-9BB7-5CF2D4E1EC3E}"/>
          </ac:grpSpMkLst>
        </pc:grpChg>
        <pc:cxnChg chg="add mod">
          <ac:chgData name="Stanley, Tyler" userId="d6371dd0-4d6e-4dab-9c42-35eda5bffbde" providerId="ADAL" clId="{47B9004C-1C8A-4668-BE67-23FE3250DE99}" dt="2021-02-26T04:53:10.798" v="5185" actId="14100"/>
          <ac:cxnSpMkLst>
            <pc:docMk/>
            <pc:sldMk cId="555992085" sldId="773"/>
            <ac:cxnSpMk id="4" creationId="{7823C766-D948-435B-A7E5-DC5ECCFF7907}"/>
          </ac:cxnSpMkLst>
        </pc:cxnChg>
      </pc:sldChg>
      <pc:sldChg chg="add del">
        <pc:chgData name="Stanley, Tyler" userId="d6371dd0-4d6e-4dab-9c42-35eda5bffbde" providerId="ADAL" clId="{47B9004C-1C8A-4668-BE67-23FE3250DE99}" dt="2021-02-25T15:37:25.961" v="2972" actId="2696"/>
        <pc:sldMkLst>
          <pc:docMk/>
          <pc:sldMk cId="3987382778" sldId="773"/>
        </pc:sldMkLst>
      </pc:sldChg>
      <pc:sldChg chg="add del setBg">
        <pc:chgData name="Stanley, Tyler" userId="d6371dd0-4d6e-4dab-9c42-35eda5bffbde" providerId="ADAL" clId="{47B9004C-1C8A-4668-BE67-23FE3250DE99}" dt="2021-02-25T15:44:07.301" v="3003" actId="2696"/>
        <pc:sldMkLst>
          <pc:docMk/>
          <pc:sldMk cId="2185296445" sldId="774"/>
        </pc:sldMkLst>
      </pc:sldChg>
      <pc:sldChg chg="add mod">
        <pc:chgData name="Stanley, Tyler" userId="d6371dd0-4d6e-4dab-9c42-35eda5bffbde" providerId="ADAL" clId="{47B9004C-1C8A-4668-BE67-23FE3250DE99}" dt="2021-02-26T16:34:21.607" v="6090" actId="27918"/>
        <pc:sldMkLst>
          <pc:docMk/>
          <pc:sldMk cId="634492819" sldId="789"/>
        </pc:sldMkLst>
      </pc:sldChg>
      <pc:sldChg chg="add del">
        <pc:chgData name="Stanley, Tyler" userId="d6371dd0-4d6e-4dab-9c42-35eda5bffbde" providerId="ADAL" clId="{47B9004C-1C8A-4668-BE67-23FE3250DE99}" dt="2021-02-26T16:25:35.186" v="6043" actId="2696"/>
        <pc:sldMkLst>
          <pc:docMk/>
          <pc:sldMk cId="4089805474" sldId="912"/>
        </pc:sldMkLst>
      </pc:sldChg>
      <pc:sldChg chg="add del">
        <pc:chgData name="Stanley, Tyler" userId="d6371dd0-4d6e-4dab-9c42-35eda5bffbde" providerId="ADAL" clId="{47B9004C-1C8A-4668-BE67-23FE3250DE99}" dt="2021-02-26T16:21:09.914" v="6030" actId="2696"/>
        <pc:sldMkLst>
          <pc:docMk/>
          <pc:sldMk cId="2598291833" sldId="929"/>
        </pc:sldMkLst>
      </pc:sldChg>
      <pc:sldChg chg="add del">
        <pc:chgData name="Stanley, Tyler" userId="d6371dd0-4d6e-4dab-9c42-35eda5bffbde" providerId="ADAL" clId="{47B9004C-1C8A-4668-BE67-23FE3250DE99}" dt="2021-02-26T16:33:44.629" v="6080" actId="2696"/>
        <pc:sldMkLst>
          <pc:docMk/>
          <pc:sldMk cId="805611279" sldId="936"/>
        </pc:sldMkLst>
      </pc:sldChg>
      <pc:sldChg chg="addSp delSp modSp add del">
        <pc:chgData name="Stanley, Tyler" userId="d6371dd0-4d6e-4dab-9c42-35eda5bffbde" providerId="ADAL" clId="{47B9004C-1C8A-4668-BE67-23FE3250DE99}" dt="2021-02-26T16:22:33.553" v="6033" actId="2696"/>
        <pc:sldMkLst>
          <pc:docMk/>
          <pc:sldMk cId="3042752547" sldId="937"/>
        </pc:sldMkLst>
        <pc:spChg chg="add mod">
          <ac:chgData name="Stanley, Tyler" userId="d6371dd0-4d6e-4dab-9c42-35eda5bffbde" providerId="ADAL" clId="{47B9004C-1C8A-4668-BE67-23FE3250DE99}" dt="2021-02-26T16:22:28.645" v="6032" actId="478"/>
          <ac:spMkLst>
            <pc:docMk/>
            <pc:sldMk cId="3042752547" sldId="937"/>
            <ac:spMk id="4" creationId="{F265BC83-66A9-4737-BDB4-C1C1FFC55905}"/>
          </ac:spMkLst>
        </pc:spChg>
        <pc:graphicFrameChg chg="del">
          <ac:chgData name="Stanley, Tyler" userId="d6371dd0-4d6e-4dab-9c42-35eda5bffbde" providerId="ADAL" clId="{47B9004C-1C8A-4668-BE67-23FE3250DE99}" dt="2021-02-26T16:22:28.645" v="6032" actId="478"/>
          <ac:graphicFrameMkLst>
            <pc:docMk/>
            <pc:sldMk cId="3042752547" sldId="937"/>
            <ac:graphicFrameMk id="37" creationId="{00000000-0000-0000-0000-000000000000}"/>
          </ac:graphicFrameMkLst>
        </pc:graphicFrameChg>
      </pc:sldChg>
      <pc:sldChg chg="add del">
        <pc:chgData name="Stanley, Tyler" userId="d6371dd0-4d6e-4dab-9c42-35eda5bffbde" providerId="ADAL" clId="{47B9004C-1C8A-4668-BE67-23FE3250DE99}" dt="2021-02-26T16:26:09.154" v="6045" actId="2696"/>
        <pc:sldMkLst>
          <pc:docMk/>
          <pc:sldMk cId="929072427" sldId="1184"/>
        </pc:sldMkLst>
      </pc:sldChg>
      <pc:sldMasterChg chg="delSldLayout">
        <pc:chgData name="Stanley, Tyler" userId="d6371dd0-4d6e-4dab-9c42-35eda5bffbde" providerId="ADAL" clId="{47B9004C-1C8A-4668-BE67-23FE3250DE99}" dt="2021-02-25T16:24:44.670" v="3857" actId="2696"/>
        <pc:sldMasterMkLst>
          <pc:docMk/>
          <pc:sldMasterMk cId="0" sldId="2147483648"/>
        </pc:sldMasterMkLst>
        <pc:sldLayoutChg chg="del">
          <pc:chgData name="Stanley, Tyler" userId="d6371dd0-4d6e-4dab-9c42-35eda5bffbde" providerId="ADAL" clId="{47B9004C-1C8A-4668-BE67-23FE3250DE99}" dt="2021-02-25T16:24:44.670" v="3857" actId="2696"/>
          <pc:sldLayoutMkLst>
            <pc:docMk/>
            <pc:sldMasterMk cId="0" sldId="2147483648"/>
            <pc:sldLayoutMk cId="3946712779" sldId="2147483757"/>
          </pc:sldLayoutMkLst>
        </pc:sldLayoutChg>
        <pc:sldLayoutChg chg="del">
          <pc:chgData name="Stanley, Tyler" userId="d6371dd0-4d6e-4dab-9c42-35eda5bffbde" providerId="ADAL" clId="{47B9004C-1C8A-4668-BE67-23FE3250DE99}" dt="2021-02-25T16:11:44.375" v="3501" actId="2696"/>
          <pc:sldLayoutMkLst>
            <pc:docMk/>
            <pc:sldMasterMk cId="0" sldId="2147483648"/>
            <pc:sldLayoutMk cId="162181106" sldId="2147483758"/>
          </pc:sldLayoutMkLst>
        </pc:sldLayoutChg>
      </pc:sldMasterChg>
    </pc:docChg>
  </pc:docChgLst>
  <pc:docChgLst>
    <pc:chgData name="Ammar, Muhammad" userId="S::muammar@deloitte.com::07dcbb4f-bb6b-49f6-a6ee-effc3502ef67" providerId="AD" clId="Web-{3B80070F-2276-4115-B330-45A9469E693C}"/>
    <pc:docChg chg="delSld modSld">
      <pc:chgData name="Ammar, Muhammad" userId="S::muammar@deloitte.com::07dcbb4f-bb6b-49f6-a6ee-effc3502ef67" providerId="AD" clId="Web-{3B80070F-2276-4115-B330-45A9469E693C}" dt="2021-02-25T20:44:44.852" v="173"/>
      <pc:docMkLst>
        <pc:docMk/>
      </pc:docMkLst>
      <pc:sldChg chg="modNotes">
        <pc:chgData name="Ammar, Muhammad" userId="S::muammar@deloitte.com::07dcbb4f-bb6b-49f6-a6ee-effc3502ef67" providerId="AD" clId="Web-{3B80070F-2276-4115-B330-45A9469E693C}" dt="2021-02-25T20:39:51.847" v="117"/>
        <pc:sldMkLst>
          <pc:docMk/>
          <pc:sldMk cId="616471108" sldId="768"/>
        </pc:sldMkLst>
      </pc:sldChg>
      <pc:sldChg chg="modNotes">
        <pc:chgData name="Ammar, Muhammad" userId="S::muammar@deloitte.com::07dcbb4f-bb6b-49f6-a6ee-effc3502ef67" providerId="AD" clId="Web-{3B80070F-2276-4115-B330-45A9469E693C}" dt="2021-02-25T20:43:51.601" v="172"/>
        <pc:sldMkLst>
          <pc:docMk/>
          <pc:sldMk cId="3706815300" sldId="769"/>
        </pc:sldMkLst>
      </pc:sldChg>
      <pc:sldChg chg="modSp del">
        <pc:chgData name="Ammar, Muhammad" userId="S::muammar@deloitte.com::07dcbb4f-bb6b-49f6-a6ee-effc3502ef67" providerId="AD" clId="Web-{3B80070F-2276-4115-B330-45A9469E693C}" dt="2021-02-25T20:44:44.852" v="173"/>
        <pc:sldMkLst>
          <pc:docMk/>
          <pc:sldMk cId="2475408397" sldId="770"/>
        </pc:sldMkLst>
        <pc:spChg chg="mod">
          <ac:chgData name="Ammar, Muhammad" userId="S::muammar@deloitte.com::07dcbb4f-bb6b-49f6-a6ee-effc3502ef67" providerId="AD" clId="Web-{3B80070F-2276-4115-B330-45A9469E693C}" dt="2021-02-25T20:25:13.111" v="17" actId="20577"/>
          <ac:spMkLst>
            <pc:docMk/>
            <pc:sldMk cId="2475408397" sldId="770"/>
            <ac:spMk id="3" creationId="{A569D64A-777C-492D-B598-07C08618A49C}"/>
          </ac:spMkLst>
        </pc:spChg>
      </pc:sldChg>
      <pc:sldChg chg="modSp">
        <pc:chgData name="Ammar, Muhammad" userId="S::muammar@deloitte.com::07dcbb4f-bb6b-49f6-a6ee-effc3502ef67" providerId="AD" clId="Web-{3B80070F-2276-4115-B330-45A9469E693C}" dt="2021-02-25T20:25:45.299" v="63" actId="20577"/>
        <pc:sldMkLst>
          <pc:docMk/>
          <pc:sldMk cId="2873577118" sldId="772"/>
        </pc:sldMkLst>
        <pc:spChg chg="mod">
          <ac:chgData name="Ammar, Muhammad" userId="S::muammar@deloitte.com::07dcbb4f-bb6b-49f6-a6ee-effc3502ef67" providerId="AD" clId="Web-{3B80070F-2276-4115-B330-45A9469E693C}" dt="2021-02-25T20:25:45.299" v="63" actId="20577"/>
          <ac:spMkLst>
            <pc:docMk/>
            <pc:sldMk cId="2873577118" sldId="772"/>
            <ac:spMk id="3" creationId="{A569D64A-777C-492D-B598-07C08618A49C}"/>
          </ac:spMkLst>
        </pc:spChg>
      </pc:sldChg>
    </pc:docChg>
  </pc:docChgLst>
  <pc:docChgLst>
    <pc:chgData name="Stanley, Tyler" userId="S::tystanley@deloitte.com::d6371dd0-4d6e-4dab-9c42-35eda5bffbde" providerId="AD" clId="Web-{0A5C10C1-C30F-467B-B81D-A2F50306E1F6}"/>
    <pc:docChg chg="modSld">
      <pc:chgData name="Stanley, Tyler" userId="S::tystanley@deloitte.com::d6371dd0-4d6e-4dab-9c42-35eda5bffbde" providerId="AD" clId="Web-{0A5C10C1-C30F-467B-B81D-A2F50306E1F6}" dt="2021-02-24T23:17:26.764" v="5"/>
      <pc:docMkLst>
        <pc:docMk/>
      </pc:docMkLst>
      <pc:sldChg chg="addSp delSp modSp">
        <pc:chgData name="Stanley, Tyler" userId="S::tystanley@deloitte.com::d6371dd0-4d6e-4dab-9c42-35eda5bffbde" providerId="AD" clId="Web-{0A5C10C1-C30F-467B-B81D-A2F50306E1F6}" dt="2021-02-24T23:17:26.764" v="5"/>
        <pc:sldMkLst>
          <pc:docMk/>
          <pc:sldMk cId="3441885847" sldId="270"/>
        </pc:sldMkLst>
        <pc:spChg chg="add del mod">
          <ac:chgData name="Stanley, Tyler" userId="S::tystanley@deloitte.com::d6371dd0-4d6e-4dab-9c42-35eda5bffbde" providerId="AD" clId="Web-{0A5C10C1-C30F-467B-B81D-A2F50306E1F6}" dt="2021-02-24T23:17:26.764" v="5"/>
          <ac:spMkLst>
            <pc:docMk/>
            <pc:sldMk cId="3441885847" sldId="270"/>
            <ac:spMk id="2" creationId="{659C6C65-4118-4144-A666-28A7122BB2C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648145045699075"/>
          <c:y val="0.11604867887951582"/>
          <c:w val="0.68508225086513863"/>
          <c:h val="0.6837214261098766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ln w="1270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2700">
                <a:noFill/>
              </a:ln>
            </c:spPr>
            <c:extLst>
              <c:ext xmlns:c16="http://schemas.microsoft.com/office/drawing/2014/chart" uri="{C3380CC4-5D6E-409C-BE32-E72D297353CC}">
                <c16:uniqueId val="{00000001-1AC9-4FDE-8635-E235BA04E6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>
                <a:noFill/>
              </a:ln>
            </c:spPr>
            <c:extLst>
              <c:ext xmlns:c16="http://schemas.microsoft.com/office/drawing/2014/chart" uri="{C3380CC4-5D6E-409C-BE32-E72D297353CC}">
                <c16:uniqueId val="{00000003-1AC9-4FDE-8635-E235BA04E6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2700">
                <a:noFill/>
              </a:ln>
            </c:spPr>
            <c:extLst>
              <c:ext xmlns:c16="http://schemas.microsoft.com/office/drawing/2014/chart" uri="{C3380CC4-5D6E-409C-BE32-E72D297353CC}">
                <c16:uniqueId val="{00000005-1AC9-4FDE-8635-E235BA04E6D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2700">
                <a:noFill/>
              </a:ln>
            </c:spPr>
            <c:extLst>
              <c:ext xmlns:c16="http://schemas.microsoft.com/office/drawing/2014/chart" uri="{C3380CC4-5D6E-409C-BE32-E72D297353CC}">
                <c16:uniqueId val="{00000007-1AC9-4FDE-8635-E235BA04E6D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2700">
                <a:noFill/>
              </a:ln>
            </c:spPr>
            <c:extLst>
              <c:ext xmlns:c16="http://schemas.microsoft.com/office/drawing/2014/chart" uri="{C3380CC4-5D6E-409C-BE32-E72D297353CC}">
                <c16:uniqueId val="{00000009-1AC9-4FDE-8635-E235BA04E6D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2700">
                <a:noFill/>
              </a:ln>
            </c:spPr>
            <c:extLst>
              <c:ext xmlns:c16="http://schemas.microsoft.com/office/drawing/2014/chart" uri="{C3380CC4-5D6E-409C-BE32-E72D297353CC}">
                <c16:uniqueId val="{0000000B-1AC9-4FDE-8635-E235BA04E6D7}"/>
              </c:ext>
            </c:extLst>
          </c:dPt>
          <c:dPt>
            <c:idx val="6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 w="12700">
                <a:noFill/>
              </a:ln>
            </c:spPr>
            <c:extLst>
              <c:ext xmlns:c16="http://schemas.microsoft.com/office/drawing/2014/chart" uri="{C3380CC4-5D6E-409C-BE32-E72D297353CC}">
                <c16:uniqueId val="{0000000D-1AC9-4FDE-8635-E235BA04E6D7}"/>
              </c:ext>
            </c:extLst>
          </c:dPt>
          <c:dPt>
            <c:idx val="7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 w="12700">
                <a:noFill/>
              </a:ln>
            </c:spPr>
            <c:extLst>
              <c:ext xmlns:c16="http://schemas.microsoft.com/office/drawing/2014/chart" uri="{C3380CC4-5D6E-409C-BE32-E72D297353CC}">
                <c16:uniqueId val="{0000000F-1AC9-4FDE-8635-E235BA04E6D7}"/>
              </c:ext>
            </c:extLst>
          </c:dPt>
          <c:dPt>
            <c:idx val="8"/>
            <c:bubble3D val="0"/>
            <c:spPr>
              <a:solidFill>
                <a:schemeClr val="tx2">
                  <a:lumMod val="25000"/>
                  <a:lumOff val="75000"/>
                </a:schemeClr>
              </a:solidFill>
              <a:ln w="12700">
                <a:noFill/>
              </a:ln>
            </c:spPr>
            <c:extLst>
              <c:ext xmlns:c16="http://schemas.microsoft.com/office/drawing/2014/chart" uri="{C3380CC4-5D6E-409C-BE32-E72D297353CC}">
                <c16:uniqueId val="{00000011-1AC9-4FDE-8635-E235BA04E6D7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Client A</c:v>
                </c:pt>
                <c:pt idx="1">
                  <c:v>Client B</c:v>
                </c:pt>
                <c:pt idx="2">
                  <c:v>Client C</c:v>
                </c:pt>
                <c:pt idx="3">
                  <c:v>Client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13</c:v>
                </c:pt>
                <c:pt idx="2">
                  <c:v>57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AC9-4FDE-8635-E235BA04E6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68"/>
      </c:pieChart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zero"/>
    <c:showDLblsOverMax val="0"/>
  </c:chart>
  <c:txPr>
    <a:bodyPr/>
    <a:lstStyle/>
    <a:p>
      <a:pPr>
        <a:defRPr sz="1000" b="1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215053282925326E-2"/>
          <c:y val="3.2036280323105654E-2"/>
          <c:w val="0.9032332025466171"/>
          <c:h val="0.7760970044450867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Label 1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Label A</c:v>
                </c:pt>
                <c:pt idx="1">
                  <c:v>Label B</c:v>
                </c:pt>
                <c:pt idx="2">
                  <c:v>Label C</c:v>
                </c:pt>
                <c:pt idx="3">
                  <c:v>Label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45.2</c:v>
                </c:pt>
                <c:pt idx="1">
                  <c:v>32.200000000000003</c:v>
                </c:pt>
                <c:pt idx="2">
                  <c:v>34.299999999999997</c:v>
                </c:pt>
                <c:pt idx="3">
                  <c:v>41.1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4C-4909-B3F7-81D0058D58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Label 2</c:v>
                </c:pt>
              </c:strCache>
            </c:strRef>
          </c:tx>
          <c:spPr>
            <a:solidFill>
              <a:schemeClr val="accent2"/>
            </a:solidFill>
            <a:ln w="2540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Label A</c:v>
                </c:pt>
                <c:pt idx="1">
                  <c:v>Label B</c:v>
                </c:pt>
                <c:pt idx="2">
                  <c:v>Label C</c:v>
                </c:pt>
                <c:pt idx="3">
                  <c:v>Label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43.9</c:v>
                </c:pt>
                <c:pt idx="1">
                  <c:v>30.4</c:v>
                </c:pt>
                <c:pt idx="2">
                  <c:v>32.6</c:v>
                </c:pt>
                <c:pt idx="3">
                  <c:v>40.299999999999997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4C-4909-B3F7-81D0058D58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4"/>
        <c:axId val="334442696"/>
        <c:axId val="334445440"/>
      </c:barChart>
      <c:catAx>
        <c:axId val="33444269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4445440"/>
        <c:crosses val="autoZero"/>
        <c:auto val="1"/>
        <c:lblAlgn val="ctr"/>
        <c:lblOffset val="100"/>
        <c:noMultiLvlLbl val="0"/>
      </c:catAx>
      <c:valAx>
        <c:axId val="334445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344426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1306437149385838E-2"/>
          <c:y val="3.3370101274048471E-2"/>
          <c:w val="0.93676012405373277"/>
          <c:h val="0.773014002785122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Construction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46</c:v>
                </c:pt>
                <c:pt idx="2">
                  <c:v>48</c:v>
                </c:pt>
                <c:pt idx="3">
                  <c:v>68</c:v>
                </c:pt>
                <c:pt idx="4">
                  <c:v>50</c:v>
                </c:pt>
                <c:pt idx="5">
                  <c:v>49</c:v>
                </c:pt>
                <c:pt idx="6">
                  <c:v>48</c:v>
                </c:pt>
                <c:pt idx="7">
                  <c:v>57</c:v>
                </c:pt>
                <c:pt idx="8">
                  <c:v>52</c:v>
                </c:pt>
                <c:pt idx="9">
                  <c:v>87</c:v>
                </c:pt>
                <c:pt idx="10">
                  <c:v>85</c:v>
                </c:pt>
                <c:pt idx="11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98-435D-875F-792B7E247902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Healthcare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18</c:v>
                </c:pt>
                <c:pt idx="1">
                  <c:v>25</c:v>
                </c:pt>
                <c:pt idx="2">
                  <c:v>34</c:v>
                </c:pt>
                <c:pt idx="3">
                  <c:v>97</c:v>
                </c:pt>
                <c:pt idx="4">
                  <c:v>40</c:v>
                </c:pt>
                <c:pt idx="5">
                  <c:v>37</c:v>
                </c:pt>
                <c:pt idx="6">
                  <c:v>36</c:v>
                </c:pt>
                <c:pt idx="7">
                  <c:v>60</c:v>
                </c:pt>
                <c:pt idx="8">
                  <c:v>39</c:v>
                </c:pt>
                <c:pt idx="9">
                  <c:v>44</c:v>
                </c:pt>
                <c:pt idx="10">
                  <c:v>61</c:v>
                </c:pt>
                <c:pt idx="11">
                  <c:v>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F98-435D-875F-792B7E2479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0259928"/>
        <c:axId val="610234840"/>
      </c:lineChart>
      <c:catAx>
        <c:axId val="6102599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crossAx val="610234840"/>
        <c:crosses val="autoZero"/>
        <c:auto val="1"/>
        <c:lblAlgn val="ctr"/>
        <c:lblOffset val="100"/>
        <c:noMultiLvlLbl val="0"/>
      </c:catAx>
      <c:valAx>
        <c:axId val="610234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low"/>
        <c:crossAx val="6102599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accent6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1986610282608597E-2"/>
          <c:y val="3.1860059644678161E-2"/>
          <c:w val="0.93594751847846491"/>
          <c:h val="0.7756084037355834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Y 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38100" cap="sq" cmpd="sng">
                <a:solidFill>
                  <a:schemeClr val="accent1"/>
                </a:solidFill>
                <a:miter lim="800000"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24AC6E3E-C315-4D0E-A155-159A4F77599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3EC2-4C7F-9D4E-223DA62836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061B81C-D86E-49C5-A941-3913A9842B9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3EC2-4C7F-9D4E-223DA62836A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27C8CF9-E225-4C89-BD07-652FD426CF0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EC2-4C7F-9D4E-223DA62836A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4597342D-5E8F-42BE-B1E2-CE903B88DDC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3EC2-4C7F-9D4E-223DA62836A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9E667223-7B01-4314-8295-1E50EF44BFA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3EC2-4C7F-9D4E-223DA62836A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119E7AF0-3EF9-4D1E-A0EB-FF886CB2ED1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3EC2-4C7F-9D4E-223DA62836A1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</c:ext>
            </c:extLst>
          </c:dLbls>
          <c:x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11</c:v>
                </c:pt>
                <c:pt idx="2">
                  <c:v>36</c:v>
                </c:pt>
                <c:pt idx="3">
                  <c:v>48</c:v>
                </c:pt>
                <c:pt idx="4">
                  <c:v>56</c:v>
                </c:pt>
                <c:pt idx="5">
                  <c:v>70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20.399999999999999</c:v>
                </c:pt>
                <c:pt idx="1">
                  <c:v>27.4</c:v>
                </c:pt>
                <c:pt idx="2">
                  <c:v>90</c:v>
                </c:pt>
                <c:pt idx="3">
                  <c:v>20.399999999999999</c:v>
                </c:pt>
                <c:pt idx="4">
                  <c:v>85</c:v>
                </c:pt>
                <c:pt idx="5">
                  <c:v>40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Sheet1!$A$2:$A$7</c15:f>
                <c15:dlblRangeCache>
                  <c:ptCount val="6"/>
                  <c:pt idx="0">
                    <c:v>X</c:v>
                  </c:pt>
                  <c:pt idx="1">
                    <c:v>X</c:v>
                  </c:pt>
                  <c:pt idx="2">
                    <c:v>X</c:v>
                  </c:pt>
                  <c:pt idx="3">
                    <c:v>X</c:v>
                  </c:pt>
                  <c:pt idx="4">
                    <c:v>X</c:v>
                  </c:pt>
                  <c:pt idx="5">
                    <c:v>X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3EC2-4C7F-9D4E-223DA62836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053672"/>
        <c:axId val="11055240"/>
      </c:scatterChart>
      <c:valAx>
        <c:axId val="110536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055240"/>
        <c:crosses val="autoZero"/>
        <c:crossBetween val="midCat"/>
      </c:valAx>
      <c:valAx>
        <c:axId val="11055240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accent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536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2/26/2021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2/26/2021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TYLER: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INTRO TO COURSE AND INSTRUCTORS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PARTICIPANT SURVEY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36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TYLER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r>
              <a:rPr lang="en-US" sz="16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AGENDA FOR TODAY’S COURSE IS AS FOLLOWS… </a:t>
            </a:r>
          </a:p>
          <a:p>
            <a:r>
              <a:rPr lang="en-US" sz="16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IF YOU HAVE ANY QUESTIONS THROUGHOUT THE PRESENTATION, PLEASE SAVE THEM UNTIL THE END WHERE WE WILL PROVIDE 5-10 MINUTES FOR Q&amp;A.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59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TYLER:</a:t>
            </a:r>
          </a:p>
          <a:p>
            <a:r>
              <a:rPr lang="en-US" b="0" dirty="0"/>
              <a:t>EXTREMELY IMPORTANT STEP </a:t>
            </a:r>
          </a:p>
          <a:p>
            <a:r>
              <a:rPr lang="en-US" b="0" dirty="0"/>
              <a:t>SHAPES THE ENTIRE STRUCTURE OF YOUR DELIVERABLE </a:t>
            </a:r>
          </a:p>
          <a:p>
            <a:r>
              <a:rPr lang="en-US" b="0" dirty="0"/>
              <a:t>CAN BE ACCOMPLISHED THROUGH CLIENT ENGAGEMENT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61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TYLER: </a:t>
            </a:r>
          </a:p>
          <a:p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FIRST STEP TO COMMUNICATING MACHINE LEARNING RESULTS IS TO EFFECTIVELY IDENTIFY WHO YOUR AUDIENCE IS</a:t>
            </a:r>
          </a:p>
          <a:p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BY ANALYZING YOUR AUDIENCE AND THEIR TECHNICAL BACKGROUND YOU CAN BETTER DELIVER THE RESULTS FROM YOUR MACHINE LEARNING MODEL. </a:t>
            </a:r>
          </a:p>
          <a:p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ALTER PRESENTATION BASED ON AUDIENCE/EXPERTISE</a:t>
            </a:r>
          </a:p>
          <a:p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DIVE INTO EACH QUESTION WITH HYPOTHETICALS (AUDIENCE ENGAGMENT)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03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TYLER: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NOW I WILL TOUCH ON A FEW COMMON MISTAKES MADE WHEN COMMUNICATING MACHINE LEARNING RESULTS AFTER YOU HAVE IDENTIFIED AND ANALYZED THE CHARACTERISTICS OF YOUR AUDIENCE.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78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TYLER: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WHEN COMMUNICATING YOUR RESULTS IT IS IMPORTANT TO AVOID MAKING THESE COMMON MISTKES </a:t>
            </a:r>
          </a:p>
          <a:p>
            <a:pPr marL="342900" marR="0" lvl="0" indent="-3429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PROVIDING VISUALS WITHOUT EXPLANATION (VISUALS CAN BE EXTREMELY BENEFICIAL WHEN USED CORRECTLY) </a:t>
            </a:r>
          </a:p>
          <a:p>
            <a:pPr marL="342900" marR="0" lvl="0" indent="-3429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OMITTING KEY DETAILS (FOR EXAMPLE) </a:t>
            </a:r>
          </a:p>
          <a:p>
            <a:pPr marL="342900" marR="0" lvl="0" indent="-3429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UNDER/OVER EXPLAINING (ALTER THE AMOUNT OF DETAIL AND GRANUALRITY YOU WILL PRESENT BASED ON YOUR AUDIENCE’S FAMIARITY WITH THE METHODS USED) </a:t>
            </a:r>
          </a:p>
          <a:p>
            <a:pPr marL="342900" marR="0" lvl="0" indent="-3429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AVOIDING AUDIENCE FEEDBACK (AUDIENCE FEEDBACK CAN HELP IMPROVE FUTURE MODELS AND PROVIDE A DIFFERENT PERSPECTIVE) </a:t>
            </a:r>
          </a:p>
          <a:p>
            <a:pPr marL="342900" marR="0" lvl="0" indent="-3429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600" b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SELECTING THE WRONG VISUALS (USE THE APPROPRIATE CHART/GRAPH FOR THE DATA TYPE BEING USED)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548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TYLER: </a:t>
            </a:r>
          </a:p>
          <a:p>
            <a:r>
              <a:rPr lang="en-US" dirty="0"/>
              <a:t>NOW THAT WE HAVE IDENTIFIED COMMON MISTAKES, WE WILL DIVE INTO THE BEST PRACTICES TO IMPLEMENT WHEN COMMUNICATING MACHIEN LEARNING RESULTS.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53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TYLER: </a:t>
            </a:r>
            <a:endParaRPr lang="en-US" b="0" dirty="0"/>
          </a:p>
          <a:p>
            <a:r>
              <a:rPr lang="en-US" b="0" dirty="0"/>
              <a:t>TOUCH ON A FEW OF THE BEST PRACTICES</a:t>
            </a:r>
          </a:p>
          <a:p>
            <a:r>
              <a:rPr lang="en-US" b="0" dirty="0"/>
              <a:t>FOCUS MOST ON STORYTELLING AND AVOIDING TECHNICAL JARGON </a:t>
            </a:r>
          </a:p>
          <a:p>
            <a:r>
              <a:rPr lang="en-US" b="0"/>
              <a:t>PASS TO MUHAMMAD FOR CASE STUDY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95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Give quick overview of K-Means when talking about the approach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75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Highlighting two extremes but ideally audience will be a mix of both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3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4557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 algn="l">
              <a:buNone/>
              <a:defRPr sz="1600" b="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9" name="Group 18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0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830794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0150" y="153045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20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2000" y="153000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76115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0213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899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3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57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21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48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8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021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21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21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978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1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51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3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88157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5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56764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9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3754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2248670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69900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tx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2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2326" algn="r"/>
              </a:tabLst>
              <a:defRPr/>
            </a:lvl1pPr>
            <a:lvl2pPr>
              <a:tabLst>
                <a:tab pos="8972326" algn="r"/>
              </a:tabLst>
              <a:defRPr/>
            </a:lvl2pPr>
            <a:lvl3pPr>
              <a:tabLst>
                <a:tab pos="8972326" algn="r"/>
              </a:tabLst>
              <a:defRPr/>
            </a:lvl3pPr>
            <a:lvl4pPr>
              <a:tabLst>
                <a:tab pos="8972326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  <a:lvl6pPr>
              <a:tabLst>
                <a:tab pos="8972326" algn="r"/>
              </a:tabLst>
              <a:defRPr/>
            </a:lvl6pPr>
            <a:lvl7pPr>
              <a:tabLst>
                <a:tab pos="8972326" algn="r"/>
              </a:tabLst>
              <a:defRPr/>
            </a:lvl7pPr>
            <a:lvl8pPr>
              <a:tabLst>
                <a:tab pos="8972326" algn="r"/>
              </a:tabLst>
              <a:defRPr/>
            </a:lvl8pPr>
            <a:lvl9pPr>
              <a:tabLst>
                <a:tab pos="8972326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604867" y="1700213"/>
            <a:ext cx="6117233" cy="4598988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0"/>
            <a:ext cx="4333663" cy="4633911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27000" indent="-1270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2794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31800" indent="-1270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5842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76402"/>
            <a:ext cx="11252200" cy="4622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77893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4581"/>
            <a:ext cx="11252200" cy="392820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59816"/>
            <a:ext cx="11252200" cy="3571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65289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296000" y="2051998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296003" y="1665288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08696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086959" y="1659145"/>
            <a:ext cx="3600000" cy="3982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5081642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68000" y="1665288"/>
            <a:ext cx="5328000" cy="4622507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56000"/>
            <a:ext cx="5328000" cy="4631795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289120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9"/>
            <a:ext cx="4431857" cy="4633913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82100" y="1700213"/>
            <a:ext cx="6240000" cy="4598989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027477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103631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480400" cy="431750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4" y="1655763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946623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5" y="1654028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9900" y="2125013"/>
            <a:ext cx="5482517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9898" y="1665288"/>
            <a:ext cx="5482517" cy="40942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2856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455116" y="1626099"/>
            <a:ext cx="4266983" cy="467310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2400">
                <a:solidFill>
                  <a:schemeClr val="accent3"/>
                </a:solidFill>
              </a:defRPr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69900" y="1665288"/>
            <a:ext cx="6660866" cy="4633913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19857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88742" y="1700213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41040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93338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045636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82363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207211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44787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069636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032526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678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8490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69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184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476780" y="1880213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04097" y="1880212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481779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04097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840780" y="1880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550676" y="1880213"/>
            <a:ext cx="3171024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802551" y="4256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548900" y="4256212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504324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78609" y="1700213"/>
            <a:ext cx="3639312" cy="2052830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82784" y="1700213"/>
            <a:ext cx="3639316" cy="2059099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84188" y="1700212"/>
            <a:ext cx="3636962" cy="2057767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478609" y="3832225"/>
            <a:ext cx="3639312" cy="2181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78313" y="3832224"/>
            <a:ext cx="3636962" cy="21866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82784" y="3832224"/>
            <a:ext cx="3639316" cy="2188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56094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9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20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940897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9899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6" y="4249683"/>
            <a:ext cx="127491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09"/>
            <a:ext cx="1244160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278313" y="1705968"/>
            <a:ext cx="3636962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9900" y="1705968"/>
            <a:ext cx="362743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04176" y="1705968"/>
            <a:ext cx="3629025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278313" y="1851441"/>
            <a:ext cx="363016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9900" y="1851441"/>
            <a:ext cx="362743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8093075" y="1851441"/>
            <a:ext cx="3629025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5867472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6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2430734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5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7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4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382378" y="6477001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437087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467783" y="1665817"/>
            <a:ext cx="553773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93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1616855049"/>
              </p:ext>
            </p:ext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44" imgW="270" imgH="270" progId="TCLayout.ActiveDocument.1">
                  <p:embed/>
                </p:oleObj>
              </mc:Choice>
              <mc:Fallback>
                <p:oleObj name="think-cell Slide" r:id="rId4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86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tx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B2621-2E8C-49D2-BDA3-F4D56943AB27}"/>
              </a:ext>
            </a:extLst>
          </p:cNvPr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55" r:id="rId3"/>
    <p:sldLayoutId id="2147483756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13" r:id="rId10"/>
    <p:sldLayoutId id="2147483708" r:id="rId11"/>
    <p:sldLayoutId id="2147483710" r:id="rId12"/>
    <p:sldLayoutId id="2147483754" r:id="rId13"/>
    <p:sldLayoutId id="2147483711" r:id="rId14"/>
    <p:sldLayoutId id="2147483753" r:id="rId15"/>
    <p:sldLayoutId id="2147483679" r:id="rId16"/>
    <p:sldLayoutId id="2147483712" r:id="rId17"/>
    <p:sldLayoutId id="2147483678" r:id="rId18"/>
    <p:sldLayoutId id="2147483681" r:id="rId19"/>
    <p:sldLayoutId id="2147483735" r:id="rId20"/>
    <p:sldLayoutId id="2147483699" r:id="rId21"/>
    <p:sldLayoutId id="2147483714" r:id="rId22"/>
    <p:sldLayoutId id="2147483697" r:id="rId23"/>
    <p:sldLayoutId id="2147483718" r:id="rId24"/>
    <p:sldLayoutId id="2147483715" r:id="rId25"/>
    <p:sldLayoutId id="2147483716" r:id="rId26"/>
    <p:sldLayoutId id="2147483717" r:id="rId27"/>
    <p:sldLayoutId id="2147483728" r:id="rId28"/>
    <p:sldLayoutId id="2147483720" r:id="rId29"/>
    <p:sldLayoutId id="2147483721" r:id="rId30"/>
    <p:sldLayoutId id="2147483722" r:id="rId31"/>
    <p:sldLayoutId id="2147483695" r:id="rId32"/>
    <p:sldLayoutId id="2147483751" r:id="rId33"/>
    <p:sldLayoutId id="2147483724" r:id="rId34"/>
    <p:sldLayoutId id="2147483725" r:id="rId35"/>
    <p:sldLayoutId id="2147483726" r:id="rId36"/>
    <p:sldLayoutId id="2147483727" r:id="rId37"/>
    <p:sldLayoutId id="2147483698" r:id="rId38"/>
    <p:sldLayoutId id="2147483752" r:id="rId39"/>
    <p:sldLayoutId id="2147483696" r:id="rId40"/>
  </p:sldLayoutIdLst>
  <p:transition>
    <p:fade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0"/>
        </a:spcBef>
        <a:spcAft>
          <a:spcPts val="1333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270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794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84200" indent="-127000" algn="l" defTabSz="1064657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8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968" userDrawn="1">
          <p15:clr>
            <a:srgbClr val="F26B43"/>
          </p15:clr>
        </p15:guide>
        <p15:guide id="4" pos="296" userDrawn="1">
          <p15:clr>
            <a:srgbClr val="F26B43"/>
          </p15:clr>
        </p15:guide>
        <p15:guide id="5" pos="7384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45" userDrawn="1">
          <p15:clr>
            <a:srgbClr val="F26B43"/>
          </p15:clr>
        </p15:guide>
        <p15:guide id="8" orient="horz" pos="4081" userDrawn="1">
          <p15:clr>
            <a:srgbClr val="F26B43"/>
          </p15:clr>
        </p15:guide>
        <p15:guide id="10" pos="4986" userDrawn="1">
          <p15:clr>
            <a:srgbClr val="F26B43"/>
          </p15:clr>
        </p15:guide>
        <p15:guide id="12" pos="1382" userDrawn="1">
          <p15:clr>
            <a:srgbClr val="F26B43"/>
          </p15:clr>
        </p15:guide>
        <p15:guide id="13" pos="1496" userDrawn="1">
          <p15:clr>
            <a:srgbClr val="F26B43"/>
          </p15:clr>
        </p15:guide>
        <p15:guide id="14" pos="2581" userDrawn="1">
          <p15:clr>
            <a:srgbClr val="F26B43"/>
          </p15:clr>
        </p15:guide>
        <p15:guide id="15" pos="2695" userDrawn="1">
          <p15:clr>
            <a:srgbClr val="F26B43"/>
          </p15:clr>
        </p15:guide>
        <p15:guide id="16" pos="6185" userDrawn="1">
          <p15:clr>
            <a:srgbClr val="F26B43"/>
          </p15:clr>
        </p15:guide>
        <p15:guide id="17" pos="3783" userDrawn="1">
          <p15:clr>
            <a:srgbClr val="F26B43"/>
          </p15:clr>
        </p15:guide>
        <p15:guide id="18" pos="3896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6299" userDrawn="1">
          <p15:clr>
            <a:srgbClr val="F26B43"/>
          </p15:clr>
        </p15:guide>
        <p15:guide id="21" orient="horz" pos="1049" userDrawn="1">
          <p15:clr>
            <a:srgbClr val="F26B43"/>
          </p15:clr>
        </p15:guide>
        <p15:guide id="22" orient="horz" pos="641" userDrawn="1">
          <p15:clr>
            <a:srgbClr val="F26B43"/>
          </p15:clr>
        </p15:guide>
        <p15:guide id="23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7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bigdata.com/2018/03/28/data-scientists-guide-communicating-results/" TargetMode="External"/><Relationship Id="rId7" Type="http://schemas.openxmlformats.org/officeDocument/2006/relationships/hyperlink" Target="https://hbr.org/2016/06/visualizations-that-really-work" TargetMode="External"/><Relationship Id="rId2" Type="http://schemas.openxmlformats.org/officeDocument/2006/relationships/hyperlink" Target="https://www.linkedin.com/learning/public-speaking-foundations-2/deliver-a-great-presentation?u=1504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towardsdatascience.com/how-to-present-machine-learning-results-to-non-technical-people-e096cc1b9f76" TargetMode="External"/><Relationship Id="rId5" Type="http://schemas.openxmlformats.org/officeDocument/2006/relationships/hyperlink" Target="https://www.google.com/aclk?sa=L&amp;ai=DChcSEwiH5YX9vIDvAhXoYnIKHdAHDYUYABAEGgJxdQ&amp;ae=2&amp;sig=AOD64_3dzmm9L8umUTdqWQvayaczRwQFjw&amp;ctype=5&amp;q=&amp;ved=2ahUKEwj4vPj8vIDvAhVtFlkFHS6HCyUQ9aACegQIBBBB&amp;adurl=" TargetMode="External"/><Relationship Id="rId4" Type="http://schemas.openxmlformats.org/officeDocument/2006/relationships/hyperlink" Target="https://towardsdatascience.com/how-to-communicate-clearly-about-machine-learning-8731e4d1cd4c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5" r="15"/>
          <a:stretch>
            <a:fillRect/>
          </a:stretch>
        </p:blipFill>
        <p:spPr/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6F979740-C439-45CC-A44C-B5D6FE4D18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 anchorCtr="0"/>
          <a:lstStyle/>
          <a:p>
            <a:r>
              <a:rPr lang="en-US"/>
              <a:t>Machine Learning: Communicating Machine Learning Results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2645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41E8650-028B-4DA7-8A78-9D2F91AC8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200" y="1094840"/>
            <a:ext cx="5592011" cy="505645"/>
          </a:xfrm>
        </p:spPr>
        <p:txBody>
          <a:bodyPr/>
          <a:lstStyle/>
          <a:p>
            <a:r>
              <a:rPr lang="en-US" sz="2800"/>
              <a:t>Agenda</a:t>
            </a:r>
            <a:endParaRPr lang="en-US" sz="16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F084F-0D28-4EE3-9BCD-D4271E601211}"/>
              </a:ext>
            </a:extLst>
          </p:cNvPr>
          <p:cNvSpPr/>
          <p:nvPr/>
        </p:nvSpPr>
        <p:spPr>
          <a:xfrm>
            <a:off x="475200" y="1790953"/>
            <a:ext cx="8262400" cy="38796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Identify &amp; Analyze Audience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Common Mistakes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Best Practices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Case Study 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  <a:ea typeface="Verdana"/>
                <a:cs typeface="Verdana"/>
              </a:rPr>
              <a:t>Effective Data Visualizations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Additional Resources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Question &amp; Answer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665DED-AE6B-498E-B2EF-EF3708ABD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917" y="1187395"/>
            <a:ext cx="4970890" cy="497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2054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E2E0-68CE-470A-9FA8-AF5F2824C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Identify &amp; Analyze Audience</a:t>
            </a:r>
          </a:p>
        </p:txBody>
      </p:sp>
    </p:spTree>
    <p:extLst>
      <p:ext uri="{BB962C8B-B14F-4D97-AF65-F5344CB8AC3E}">
        <p14:creationId xmlns:p14="http://schemas.microsoft.com/office/powerpoint/2010/main" val="179104977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GB" sz="1600" dirty="0"/>
              <a:t>Before presenting your results, you must identify and evaluate your audience and their familiarity with the techniques used to solve their business problem.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Questions to Ask About Audience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0634" y="2276833"/>
            <a:ext cx="4083622" cy="14939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GB" sz="1600" b="1">
                <a:solidFill>
                  <a:schemeClr val="accent3"/>
                </a:solidFill>
              </a:rPr>
              <a:t>Who is your audience?</a:t>
            </a:r>
          </a:p>
          <a:p>
            <a:r>
              <a:rPr lang="en-GB" sz="1600">
                <a:solidFill>
                  <a:srgbClr val="53565A"/>
                </a:solidFill>
              </a:rPr>
              <a:t>By identifying your audience, you can tailor your results to best fit their perspective, interests, and technical expertise.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844" y="3826558"/>
            <a:ext cx="2153517" cy="1354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8800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1333" y="2351008"/>
            <a:ext cx="2051428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8800">
                <a:solidFill>
                  <a:schemeClr val="accent3"/>
                </a:solidFill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63697" y="3903350"/>
            <a:ext cx="4083622" cy="1493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600" b="1">
                <a:solidFill>
                  <a:schemeClr val="tx2">
                    <a:lumMod val="75000"/>
                  </a:schemeClr>
                </a:solidFill>
              </a:rPr>
              <a:t>How familiar are they with machine learning techniques? </a:t>
            </a:r>
          </a:p>
          <a:p>
            <a:r>
              <a:rPr lang="en-GB" sz="1600">
                <a:solidFill>
                  <a:srgbClr val="53565A"/>
                </a:solidFill>
              </a:rPr>
              <a:t>Their level of expertise can determine how much detail to provide about the processes used to achieve the results.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26244" y="3826558"/>
            <a:ext cx="2153518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8800">
                <a:solidFill>
                  <a:schemeClr val="tx2">
                    <a:lumMod val="75000"/>
                  </a:schemeClr>
                </a:solidFill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26244" y="2195983"/>
            <a:ext cx="2153517" cy="1354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8800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635" y="3903350"/>
            <a:ext cx="4083622" cy="1493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600" b="1">
                <a:solidFill>
                  <a:schemeClr val="accent2"/>
                </a:solidFill>
              </a:rPr>
              <a:t>What does your audience care about?</a:t>
            </a:r>
          </a:p>
          <a:p>
            <a:r>
              <a:rPr lang="en-GB" sz="1600">
                <a:solidFill>
                  <a:srgbClr val="53565A"/>
                </a:solidFill>
              </a:rPr>
              <a:t>Ask what the business impact is that your audience would like to see as a result of the model created.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63698" y="2281140"/>
            <a:ext cx="4083622" cy="1493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600" b="1">
                <a:solidFill>
                  <a:schemeClr val="accent1"/>
                </a:solidFill>
              </a:rPr>
              <a:t>How much detail do they want? </a:t>
            </a:r>
          </a:p>
          <a:p>
            <a:r>
              <a:rPr lang="en-GB" sz="1600">
                <a:solidFill>
                  <a:srgbClr val="53565A"/>
                </a:solidFill>
              </a:rPr>
              <a:t>Based on their level of expertise, alter your visuals, language, and recommendations to effectively communicate your results. </a:t>
            </a:r>
          </a:p>
        </p:txBody>
      </p:sp>
    </p:spTree>
    <p:extLst>
      <p:ext uri="{BB962C8B-B14F-4D97-AF65-F5344CB8AC3E}">
        <p14:creationId xmlns:p14="http://schemas.microsoft.com/office/powerpoint/2010/main" val="376736471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7958-6BCD-44B0-9B81-291C796DC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/>
              <a:t>Common Mistakes</a:t>
            </a:r>
          </a:p>
        </p:txBody>
      </p:sp>
    </p:spTree>
    <p:extLst>
      <p:ext uri="{BB962C8B-B14F-4D97-AF65-F5344CB8AC3E}">
        <p14:creationId xmlns:p14="http://schemas.microsoft.com/office/powerpoint/2010/main" val="341418323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6BAC33-0E17-A443-A36A-FE8E979162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/>
              <a:t>When communicating the results of your machine learning technique it is important to avoid a few things that take away from delivering a clear and concise message.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10A51B-281E-4DD0-BCB8-0BB86F46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Mistakes</a:t>
            </a:r>
          </a:p>
        </p:txBody>
      </p:sp>
      <p:sp>
        <p:nvSpPr>
          <p:cNvPr id="100" name="Rectangle 5">
            <a:extLst>
              <a:ext uri="{FF2B5EF4-FFF2-40B4-BE49-F238E27FC236}">
                <a16:creationId xmlns:a16="http://schemas.microsoft.com/office/drawing/2014/main" id="{D818A44A-E511-45D4-B2D6-5461597CA302}"/>
              </a:ext>
            </a:extLst>
          </p:cNvPr>
          <p:cNvSpPr/>
          <p:nvPr/>
        </p:nvSpPr>
        <p:spPr bwMode="gray">
          <a:xfrm>
            <a:off x="9562100" y="4110074"/>
            <a:ext cx="2160000" cy="5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7AA53DAB-12EB-4497-A3D2-F221665D8D86}"/>
              </a:ext>
            </a:extLst>
          </p:cNvPr>
          <p:cNvSpPr/>
          <p:nvPr/>
        </p:nvSpPr>
        <p:spPr bwMode="gray">
          <a:xfrm>
            <a:off x="2742950" y="4110074"/>
            <a:ext cx="2160000" cy="5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5" name="Rectangle 4">
            <a:extLst>
              <a:ext uri="{FF2B5EF4-FFF2-40B4-BE49-F238E27FC236}">
                <a16:creationId xmlns:a16="http://schemas.microsoft.com/office/drawing/2014/main" id="{CCCC734A-C57E-410D-B5A5-BC47B8BA63AF}"/>
              </a:ext>
            </a:extLst>
          </p:cNvPr>
          <p:cNvSpPr/>
          <p:nvPr/>
        </p:nvSpPr>
        <p:spPr bwMode="gray">
          <a:xfrm>
            <a:off x="444454" y="4110074"/>
            <a:ext cx="2160000" cy="5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3D2F90D7-A13A-4887-A373-3BE0BEC51615}"/>
              </a:ext>
            </a:extLst>
          </p:cNvPr>
          <p:cNvSpPr/>
          <p:nvPr/>
        </p:nvSpPr>
        <p:spPr bwMode="gray">
          <a:xfrm>
            <a:off x="5016000" y="4110074"/>
            <a:ext cx="2160000" cy="5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8" name="Rectangle 5">
            <a:extLst>
              <a:ext uri="{FF2B5EF4-FFF2-40B4-BE49-F238E27FC236}">
                <a16:creationId xmlns:a16="http://schemas.microsoft.com/office/drawing/2014/main" id="{29EF69E9-7F38-4B85-9F75-DB513DB8A8DA}"/>
              </a:ext>
            </a:extLst>
          </p:cNvPr>
          <p:cNvSpPr/>
          <p:nvPr/>
        </p:nvSpPr>
        <p:spPr bwMode="gray">
          <a:xfrm>
            <a:off x="7289050" y="4110074"/>
            <a:ext cx="2160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10" name="Text Placeholder 3">
            <a:extLst>
              <a:ext uri="{FF2B5EF4-FFF2-40B4-BE49-F238E27FC236}">
                <a16:creationId xmlns:a16="http://schemas.microsoft.com/office/drawing/2014/main" id="{1CC600D2-1B61-42B8-A53D-A0A30767A817}"/>
              </a:ext>
            </a:extLst>
          </p:cNvPr>
          <p:cNvSpPr txBox="1">
            <a:spLocks/>
          </p:cNvSpPr>
          <p:nvPr/>
        </p:nvSpPr>
        <p:spPr bwMode="gray">
          <a:xfrm>
            <a:off x="9562100" y="3190700"/>
            <a:ext cx="2160000" cy="2131413"/>
          </a:xfrm>
          <a:prstGeom prst="rect">
            <a:avLst/>
          </a:prstGeom>
          <a:ln>
            <a:noFill/>
          </a:ln>
        </p:spPr>
        <p:txBody>
          <a:bodyPr vert="horz" lIns="0" tIns="1044000" rIns="0" bIns="0" rtlCol="0" anchor="t">
            <a:spAutoFit/>
          </a:bodyPr>
          <a:lstStyle>
            <a:defPPr>
              <a:defRPr lang="en-US"/>
            </a:defPPr>
            <a:lvl2pPr marL="0" lvl="1">
              <a:spcBef>
                <a:spcPts val="1200"/>
              </a:spcBef>
              <a:buSzPct val="100000"/>
              <a:defRPr sz="1200" b="1">
                <a:solidFill>
                  <a:schemeClr val="accent1"/>
                </a:solidFill>
              </a:defRPr>
            </a:lvl2pPr>
          </a:lstStyle>
          <a:p>
            <a:pPr lvl="1" algn="ctr" defTabSz="914400">
              <a:defRPr/>
            </a:pPr>
            <a:r>
              <a:rPr lang="en-US" sz="1600">
                <a:solidFill>
                  <a:schemeClr val="accent3"/>
                </a:solidFill>
              </a:rPr>
              <a:t>Selecting the Wrong Visuals</a:t>
            </a:r>
            <a:br>
              <a:rPr lang="en-US" sz="1600">
                <a:solidFill>
                  <a:schemeClr val="accent3"/>
                </a:solidFill>
              </a:rPr>
            </a:br>
            <a:endParaRPr lang="en-US" sz="1600">
              <a:solidFill>
                <a:schemeClr val="accent3"/>
              </a:solidFill>
            </a:endParaRP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1" name="Text Placeholder 3">
            <a:extLst>
              <a:ext uri="{FF2B5EF4-FFF2-40B4-BE49-F238E27FC236}">
                <a16:creationId xmlns:a16="http://schemas.microsoft.com/office/drawing/2014/main" id="{638C9B80-D9F8-4D8D-91B0-36D6AB20E6B8}"/>
              </a:ext>
            </a:extLst>
          </p:cNvPr>
          <p:cNvSpPr txBox="1">
            <a:spLocks/>
          </p:cNvSpPr>
          <p:nvPr/>
        </p:nvSpPr>
        <p:spPr bwMode="gray">
          <a:xfrm>
            <a:off x="2742950" y="3190700"/>
            <a:ext cx="2160000" cy="1546638"/>
          </a:xfrm>
          <a:prstGeom prst="rect">
            <a:avLst/>
          </a:prstGeom>
          <a:ln>
            <a:noFill/>
          </a:ln>
        </p:spPr>
        <p:txBody>
          <a:bodyPr vert="horz" lIns="0" tIns="1044000" rIns="0" bIns="0" rtlCol="0" anchor="t">
            <a:spAutoFit/>
          </a:bodyPr>
          <a:lstStyle>
            <a:defPPr>
              <a:defRPr lang="en-US"/>
            </a:defPPr>
            <a:lvl2pPr marL="0" lvl="1">
              <a:spcBef>
                <a:spcPts val="1200"/>
              </a:spcBef>
              <a:buSzPct val="100000"/>
              <a:defRPr sz="1200" b="1">
                <a:solidFill>
                  <a:schemeClr val="accent6">
                    <a:lumMod val="40000"/>
                    <a:lumOff val="60000"/>
                  </a:schemeClr>
                </a:solidFill>
              </a:defRPr>
            </a:lvl2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+mn-cs"/>
              </a:rPr>
              <a:t>Omitting Key Details</a:t>
            </a:r>
          </a:p>
        </p:txBody>
      </p:sp>
      <p:sp>
        <p:nvSpPr>
          <p:cNvPr id="113" name="Text Placeholder 3">
            <a:extLst>
              <a:ext uri="{FF2B5EF4-FFF2-40B4-BE49-F238E27FC236}">
                <a16:creationId xmlns:a16="http://schemas.microsoft.com/office/drawing/2014/main" id="{043C274B-2C0D-4EF5-9D2D-186BA04A4A62}"/>
              </a:ext>
            </a:extLst>
          </p:cNvPr>
          <p:cNvSpPr txBox="1">
            <a:spLocks/>
          </p:cNvSpPr>
          <p:nvPr/>
        </p:nvSpPr>
        <p:spPr bwMode="gray">
          <a:xfrm>
            <a:off x="469900" y="3190700"/>
            <a:ext cx="2160000" cy="2131413"/>
          </a:xfrm>
          <a:prstGeom prst="rect">
            <a:avLst/>
          </a:prstGeom>
          <a:ln>
            <a:noFill/>
          </a:ln>
        </p:spPr>
        <p:txBody>
          <a:bodyPr vert="horz" lIns="0" tIns="1044000" rIns="0" bIns="0" rtlCol="0" anchor="t">
            <a:sp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D8390"/>
                </a:solidFill>
                <a:effectLst/>
                <a:uLnTx/>
                <a:uFillTx/>
                <a:ea typeface="+mn-ea"/>
                <a:cs typeface="+mn-cs"/>
              </a:rPr>
              <a:t>Visuals Without Explanation</a:t>
            </a:r>
            <a:b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D8390"/>
                </a:solidFill>
                <a:effectLst/>
                <a:uLnTx/>
                <a:uFillTx/>
                <a:ea typeface="+mn-ea"/>
                <a:cs typeface="+mn-cs"/>
              </a:rPr>
            </a:b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D839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4" name="Text Placeholder 3">
            <a:extLst>
              <a:ext uri="{FF2B5EF4-FFF2-40B4-BE49-F238E27FC236}">
                <a16:creationId xmlns:a16="http://schemas.microsoft.com/office/drawing/2014/main" id="{27443C9F-6F38-41D1-9AF7-CF5253A53CFD}"/>
              </a:ext>
            </a:extLst>
          </p:cNvPr>
          <p:cNvSpPr txBox="1">
            <a:spLocks/>
          </p:cNvSpPr>
          <p:nvPr/>
        </p:nvSpPr>
        <p:spPr bwMode="gray">
          <a:xfrm>
            <a:off x="5016000" y="3190700"/>
            <a:ext cx="2160000" cy="1792859"/>
          </a:xfrm>
          <a:prstGeom prst="rect">
            <a:avLst/>
          </a:prstGeom>
          <a:ln>
            <a:noFill/>
          </a:ln>
        </p:spPr>
        <p:txBody>
          <a:bodyPr vert="horz" lIns="0" tIns="1044000" rIns="0" bIns="0" rtlCol="0" anchor="t">
            <a:spAutoFit/>
          </a:bodyPr>
          <a:lstStyle>
            <a:defPPr>
              <a:defRPr lang="en-US"/>
            </a:defPPr>
            <a:lvl2pPr marL="0" lvl="1">
              <a:spcBef>
                <a:spcPts val="1200"/>
              </a:spcBef>
              <a:buSzPct val="100000"/>
              <a:defRPr sz="1200" b="1">
                <a:solidFill>
                  <a:schemeClr val="accent1"/>
                </a:solidFill>
              </a:defRPr>
            </a:lvl2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600">
                <a:solidFill>
                  <a:schemeClr val="accent6"/>
                </a:solidFill>
              </a:rPr>
              <a:t>Under/Over Explaining</a:t>
            </a:r>
            <a:b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ea typeface="+mn-ea"/>
                <a:cs typeface="+mn-cs"/>
              </a:rPr>
            </a:b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5" name="Text Placeholder 3">
            <a:extLst>
              <a:ext uri="{FF2B5EF4-FFF2-40B4-BE49-F238E27FC236}">
                <a16:creationId xmlns:a16="http://schemas.microsoft.com/office/drawing/2014/main" id="{F92BC711-077A-4D01-94DA-7128D3D3BB6A}"/>
              </a:ext>
            </a:extLst>
          </p:cNvPr>
          <p:cNvSpPr txBox="1">
            <a:spLocks/>
          </p:cNvSpPr>
          <p:nvPr/>
        </p:nvSpPr>
        <p:spPr bwMode="gray">
          <a:xfrm>
            <a:off x="7289050" y="3190700"/>
            <a:ext cx="2160000" cy="1792859"/>
          </a:xfrm>
          <a:prstGeom prst="rect">
            <a:avLst/>
          </a:prstGeom>
          <a:ln>
            <a:noFill/>
          </a:ln>
        </p:spPr>
        <p:txBody>
          <a:bodyPr vert="horz" lIns="0" tIns="1044000" rIns="0" bIns="0" rtlCol="0" anchor="t">
            <a:spAutoFit/>
          </a:bodyPr>
          <a:lstStyle>
            <a:defPPr>
              <a:defRPr lang="en-US"/>
            </a:defPPr>
            <a:lvl2pPr marL="0" lvl="1">
              <a:spcBef>
                <a:spcPts val="1200"/>
              </a:spcBef>
              <a:buSzPct val="100000"/>
              <a:defRPr sz="1200" b="1">
                <a:solidFill>
                  <a:schemeClr val="accent1"/>
                </a:solidFill>
              </a:defRPr>
            </a:lvl2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6BC25"/>
                </a:solidFill>
                <a:effectLst/>
                <a:uLnTx/>
                <a:uFillTx/>
                <a:ea typeface="+mn-ea"/>
                <a:cs typeface="+mn-cs"/>
              </a:rPr>
              <a:t>Avoiding Audience Feedback</a:t>
            </a:r>
            <a:b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6BC25"/>
                </a:solidFill>
                <a:effectLst/>
                <a:uLnTx/>
                <a:uFillTx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4EDFEF8-557F-49C3-A558-7FE3B642AC34}"/>
              </a:ext>
            </a:extLst>
          </p:cNvPr>
          <p:cNvSpPr/>
          <p:nvPr/>
        </p:nvSpPr>
        <p:spPr bwMode="gray">
          <a:xfrm>
            <a:off x="9135969" y="2890478"/>
            <a:ext cx="776455" cy="77889"/>
          </a:xfrm>
          <a:prstGeom prst="rect">
            <a:avLst/>
          </a:prstGeom>
          <a:gradFill>
            <a:gsLst>
              <a:gs pos="16000">
                <a:schemeClr val="accent1"/>
              </a:gs>
              <a:gs pos="83000">
                <a:schemeClr val="bg2"/>
              </a:gs>
            </a:gsLst>
            <a:lin ang="0" scaled="0"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44FF225-4BB4-42B6-ABE2-F4E1036D3532}"/>
              </a:ext>
            </a:extLst>
          </p:cNvPr>
          <p:cNvSpPr/>
          <p:nvPr/>
        </p:nvSpPr>
        <p:spPr bwMode="gray">
          <a:xfrm>
            <a:off x="2208561" y="2890479"/>
            <a:ext cx="908821" cy="77889"/>
          </a:xfrm>
          <a:prstGeom prst="rect">
            <a:avLst/>
          </a:prstGeom>
          <a:gradFill>
            <a:gsLst>
              <a:gs pos="17000">
                <a:schemeClr val="accent5"/>
              </a:gs>
              <a:gs pos="83000">
                <a:srgbClr val="046A38"/>
              </a:gs>
            </a:gsLst>
            <a:lin ang="0" scaled="0"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3EC2A19-030D-4F6D-AAE3-0638CADC878A}"/>
              </a:ext>
            </a:extLst>
          </p:cNvPr>
          <p:cNvGrpSpPr/>
          <p:nvPr/>
        </p:nvGrpSpPr>
        <p:grpSpPr>
          <a:xfrm>
            <a:off x="708570" y="1758004"/>
            <a:ext cx="1598523" cy="2005765"/>
            <a:chOff x="2055768" y="1602865"/>
            <a:chExt cx="1598523" cy="2005765"/>
          </a:xfrm>
        </p:grpSpPr>
        <p:sp>
          <p:nvSpPr>
            <p:cNvPr id="122" name="Teardrop 121">
              <a:extLst>
                <a:ext uri="{FF2B5EF4-FFF2-40B4-BE49-F238E27FC236}">
                  <a16:creationId xmlns:a16="http://schemas.microsoft.com/office/drawing/2014/main" id="{36921185-60E3-4E47-9B80-4E6E488065D9}"/>
                </a:ext>
              </a:extLst>
            </p:cNvPr>
            <p:cNvSpPr/>
            <p:nvPr/>
          </p:nvSpPr>
          <p:spPr bwMode="gray">
            <a:xfrm rot="8100000">
              <a:off x="2103109" y="1602865"/>
              <a:ext cx="1503841" cy="1503844"/>
            </a:xfrm>
            <a:prstGeom prst="teardrop">
              <a:avLst/>
            </a:pr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3" name="Freeform 23">
              <a:extLst>
                <a:ext uri="{FF2B5EF4-FFF2-40B4-BE49-F238E27FC236}">
                  <a16:creationId xmlns:a16="http://schemas.microsoft.com/office/drawing/2014/main" id="{63543E58-773F-4ECC-AE41-B64295829B6E}"/>
                </a:ext>
              </a:extLst>
            </p:cNvPr>
            <p:cNvSpPr/>
            <p:nvPr/>
          </p:nvSpPr>
          <p:spPr bwMode="gray">
            <a:xfrm>
              <a:off x="2055768" y="2736722"/>
              <a:ext cx="1598523" cy="871908"/>
            </a:xfrm>
            <a:custGeom>
              <a:avLst/>
              <a:gdLst>
                <a:gd name="connsiteX0" fmla="*/ 0 w 2235812"/>
                <a:gd name="connsiteY0" fmla="*/ 0 h 1219515"/>
                <a:gd name="connsiteX1" fmla="*/ 135994 w 2235812"/>
                <a:gd name="connsiteY1" fmla="*/ 0 h 1219515"/>
                <a:gd name="connsiteX2" fmla="*/ 183908 w 2235812"/>
                <a:gd name="connsiteY2" fmla="*/ 81083 h 1219515"/>
                <a:gd name="connsiteX3" fmla="*/ 327199 w 2235812"/>
                <a:gd name="connsiteY3" fmla="*/ 256502 h 1219515"/>
                <a:gd name="connsiteX4" fmla="*/ 1117908 w 2235812"/>
                <a:gd name="connsiteY4" fmla="*/ 1047211 h 1219515"/>
                <a:gd name="connsiteX5" fmla="*/ 1908614 w 2235812"/>
                <a:gd name="connsiteY5" fmla="*/ 256504 h 1219515"/>
                <a:gd name="connsiteX6" fmla="*/ 2051905 w 2235812"/>
                <a:gd name="connsiteY6" fmla="*/ 81085 h 1219515"/>
                <a:gd name="connsiteX7" fmla="*/ 2099821 w 2235812"/>
                <a:gd name="connsiteY7" fmla="*/ 0 h 1219515"/>
                <a:gd name="connsiteX8" fmla="*/ 2235812 w 2235812"/>
                <a:gd name="connsiteY8" fmla="*/ 0 h 1219515"/>
                <a:gd name="connsiteX9" fmla="*/ 2216094 w 2235812"/>
                <a:gd name="connsiteY9" fmla="*/ 42485 h 1219515"/>
                <a:gd name="connsiteX10" fmla="*/ 1994765 w 2235812"/>
                <a:gd name="connsiteY10" fmla="*/ 342657 h 1219515"/>
                <a:gd name="connsiteX11" fmla="*/ 1117907 w 2235812"/>
                <a:gd name="connsiteY11" fmla="*/ 1219515 h 1219515"/>
                <a:gd name="connsiteX12" fmla="*/ 241048 w 2235812"/>
                <a:gd name="connsiteY12" fmla="*/ 342656 h 1219515"/>
                <a:gd name="connsiteX13" fmla="*/ 19718 w 2235812"/>
                <a:gd name="connsiteY13" fmla="*/ 42483 h 121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5812" h="1219515">
                  <a:moveTo>
                    <a:pt x="0" y="0"/>
                  </a:moveTo>
                  <a:lnTo>
                    <a:pt x="135994" y="0"/>
                  </a:lnTo>
                  <a:lnTo>
                    <a:pt x="183908" y="81083"/>
                  </a:lnTo>
                  <a:cubicBezTo>
                    <a:pt x="224849" y="143089"/>
                    <a:pt x="272612" y="201915"/>
                    <a:pt x="327199" y="256502"/>
                  </a:cubicBezTo>
                  <a:lnTo>
                    <a:pt x="1117908" y="1047211"/>
                  </a:lnTo>
                  <a:lnTo>
                    <a:pt x="1908614" y="256504"/>
                  </a:lnTo>
                  <a:cubicBezTo>
                    <a:pt x="1963201" y="201918"/>
                    <a:pt x="2010965" y="143091"/>
                    <a:pt x="2051905" y="81085"/>
                  </a:cubicBezTo>
                  <a:lnTo>
                    <a:pt x="2099821" y="0"/>
                  </a:lnTo>
                  <a:lnTo>
                    <a:pt x="2235812" y="0"/>
                  </a:lnTo>
                  <a:lnTo>
                    <a:pt x="2216094" y="42485"/>
                  </a:lnTo>
                  <a:cubicBezTo>
                    <a:pt x="2159343" y="150476"/>
                    <a:pt x="2085567" y="251855"/>
                    <a:pt x="1994765" y="342657"/>
                  </a:cubicBezTo>
                  <a:lnTo>
                    <a:pt x="1117907" y="1219515"/>
                  </a:lnTo>
                  <a:lnTo>
                    <a:pt x="241048" y="342656"/>
                  </a:lnTo>
                  <a:cubicBezTo>
                    <a:pt x="150246" y="251854"/>
                    <a:pt x="76469" y="150475"/>
                    <a:pt x="19718" y="42483"/>
                  </a:cubicBezTo>
                  <a:close/>
                </a:path>
              </a:pathLst>
            </a:cu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921DCB89-68EB-4171-B7ED-C7750D1C6101}"/>
                </a:ext>
              </a:extLst>
            </p:cNvPr>
            <p:cNvSpPr/>
            <p:nvPr/>
          </p:nvSpPr>
          <p:spPr bwMode="gray">
            <a:xfrm>
              <a:off x="2303206" y="1758652"/>
              <a:ext cx="1119070" cy="111907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6664128-FFF9-4B21-8A4E-12599E521DD0}"/>
              </a:ext>
            </a:extLst>
          </p:cNvPr>
          <p:cNvGrpSpPr/>
          <p:nvPr/>
        </p:nvGrpSpPr>
        <p:grpSpPr>
          <a:xfrm>
            <a:off x="3046743" y="1758004"/>
            <a:ext cx="1598523" cy="2005765"/>
            <a:chOff x="3622989" y="1602865"/>
            <a:chExt cx="1598523" cy="2005765"/>
          </a:xfrm>
        </p:grpSpPr>
        <p:sp>
          <p:nvSpPr>
            <p:cNvPr id="127" name="Teardrop 126">
              <a:extLst>
                <a:ext uri="{FF2B5EF4-FFF2-40B4-BE49-F238E27FC236}">
                  <a16:creationId xmlns:a16="http://schemas.microsoft.com/office/drawing/2014/main" id="{8700C81D-8B09-45CB-9BA7-46CE17AC84C4}"/>
                </a:ext>
              </a:extLst>
            </p:cNvPr>
            <p:cNvSpPr/>
            <p:nvPr/>
          </p:nvSpPr>
          <p:spPr bwMode="gray">
            <a:xfrm rot="8100000">
              <a:off x="3670329" y="1602865"/>
              <a:ext cx="1503841" cy="1503844"/>
            </a:xfrm>
            <a:prstGeom prst="teardrop">
              <a:avLst/>
            </a:prstGeom>
            <a:solidFill>
              <a:schemeClr val="accent2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046A38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" name="Freeform 27">
              <a:extLst>
                <a:ext uri="{FF2B5EF4-FFF2-40B4-BE49-F238E27FC236}">
                  <a16:creationId xmlns:a16="http://schemas.microsoft.com/office/drawing/2014/main" id="{3462ED85-0C05-4CE2-AE44-6035A8D1A9C4}"/>
                </a:ext>
              </a:extLst>
            </p:cNvPr>
            <p:cNvSpPr/>
            <p:nvPr/>
          </p:nvSpPr>
          <p:spPr bwMode="gray">
            <a:xfrm>
              <a:off x="3622989" y="2736722"/>
              <a:ext cx="1598523" cy="871908"/>
            </a:xfrm>
            <a:custGeom>
              <a:avLst/>
              <a:gdLst>
                <a:gd name="connsiteX0" fmla="*/ 0 w 2235812"/>
                <a:gd name="connsiteY0" fmla="*/ 0 h 1219515"/>
                <a:gd name="connsiteX1" fmla="*/ 135994 w 2235812"/>
                <a:gd name="connsiteY1" fmla="*/ 0 h 1219515"/>
                <a:gd name="connsiteX2" fmla="*/ 183908 w 2235812"/>
                <a:gd name="connsiteY2" fmla="*/ 81083 h 1219515"/>
                <a:gd name="connsiteX3" fmla="*/ 327199 w 2235812"/>
                <a:gd name="connsiteY3" fmla="*/ 256502 h 1219515"/>
                <a:gd name="connsiteX4" fmla="*/ 1117908 w 2235812"/>
                <a:gd name="connsiteY4" fmla="*/ 1047211 h 1219515"/>
                <a:gd name="connsiteX5" fmla="*/ 1908614 w 2235812"/>
                <a:gd name="connsiteY5" fmla="*/ 256504 h 1219515"/>
                <a:gd name="connsiteX6" fmla="*/ 2051905 w 2235812"/>
                <a:gd name="connsiteY6" fmla="*/ 81085 h 1219515"/>
                <a:gd name="connsiteX7" fmla="*/ 2099821 w 2235812"/>
                <a:gd name="connsiteY7" fmla="*/ 0 h 1219515"/>
                <a:gd name="connsiteX8" fmla="*/ 2235812 w 2235812"/>
                <a:gd name="connsiteY8" fmla="*/ 0 h 1219515"/>
                <a:gd name="connsiteX9" fmla="*/ 2216094 w 2235812"/>
                <a:gd name="connsiteY9" fmla="*/ 42485 h 1219515"/>
                <a:gd name="connsiteX10" fmla="*/ 1994765 w 2235812"/>
                <a:gd name="connsiteY10" fmla="*/ 342657 h 1219515"/>
                <a:gd name="connsiteX11" fmla="*/ 1117907 w 2235812"/>
                <a:gd name="connsiteY11" fmla="*/ 1219515 h 1219515"/>
                <a:gd name="connsiteX12" fmla="*/ 241048 w 2235812"/>
                <a:gd name="connsiteY12" fmla="*/ 342656 h 1219515"/>
                <a:gd name="connsiteX13" fmla="*/ 19718 w 2235812"/>
                <a:gd name="connsiteY13" fmla="*/ 42483 h 121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5812" h="1219515">
                  <a:moveTo>
                    <a:pt x="0" y="0"/>
                  </a:moveTo>
                  <a:lnTo>
                    <a:pt x="135994" y="0"/>
                  </a:lnTo>
                  <a:lnTo>
                    <a:pt x="183908" y="81083"/>
                  </a:lnTo>
                  <a:cubicBezTo>
                    <a:pt x="224849" y="143089"/>
                    <a:pt x="272612" y="201915"/>
                    <a:pt x="327199" y="256502"/>
                  </a:cubicBezTo>
                  <a:lnTo>
                    <a:pt x="1117908" y="1047211"/>
                  </a:lnTo>
                  <a:lnTo>
                    <a:pt x="1908614" y="256504"/>
                  </a:lnTo>
                  <a:cubicBezTo>
                    <a:pt x="1963201" y="201918"/>
                    <a:pt x="2010965" y="143091"/>
                    <a:pt x="2051905" y="81085"/>
                  </a:cubicBezTo>
                  <a:lnTo>
                    <a:pt x="2099821" y="0"/>
                  </a:lnTo>
                  <a:lnTo>
                    <a:pt x="2235812" y="0"/>
                  </a:lnTo>
                  <a:lnTo>
                    <a:pt x="2216094" y="42485"/>
                  </a:lnTo>
                  <a:cubicBezTo>
                    <a:pt x="2159343" y="150476"/>
                    <a:pt x="2085567" y="251855"/>
                    <a:pt x="1994765" y="342657"/>
                  </a:cubicBezTo>
                  <a:lnTo>
                    <a:pt x="1117907" y="1219515"/>
                  </a:lnTo>
                  <a:lnTo>
                    <a:pt x="241048" y="342656"/>
                  </a:lnTo>
                  <a:cubicBezTo>
                    <a:pt x="150246" y="251854"/>
                    <a:pt x="76469" y="150475"/>
                    <a:pt x="19718" y="42483"/>
                  </a:cubicBezTo>
                  <a:close/>
                </a:path>
              </a:pathLst>
            </a:custGeom>
            <a:solidFill>
              <a:schemeClr val="accent2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046A38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FD0DB57-AC18-4EF1-907F-BF455E79E8D1}"/>
                </a:ext>
              </a:extLst>
            </p:cNvPr>
            <p:cNvSpPr/>
            <p:nvPr/>
          </p:nvSpPr>
          <p:spPr bwMode="gray">
            <a:xfrm>
              <a:off x="3862715" y="1758652"/>
              <a:ext cx="1119070" cy="111907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046A38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5416F2C-AE2C-4787-B0F9-06E24C1BCA16}"/>
              </a:ext>
            </a:extLst>
          </p:cNvPr>
          <p:cNvGrpSpPr/>
          <p:nvPr/>
        </p:nvGrpSpPr>
        <p:grpSpPr>
          <a:xfrm>
            <a:off x="5254368" y="1758004"/>
            <a:ext cx="1598523" cy="2005765"/>
            <a:chOff x="5190209" y="1602865"/>
            <a:chExt cx="1598523" cy="2005765"/>
          </a:xfrm>
        </p:grpSpPr>
        <p:sp>
          <p:nvSpPr>
            <p:cNvPr id="131" name="Teardrop 130">
              <a:extLst>
                <a:ext uri="{FF2B5EF4-FFF2-40B4-BE49-F238E27FC236}">
                  <a16:creationId xmlns:a16="http://schemas.microsoft.com/office/drawing/2014/main" id="{8DAD929B-B306-448A-8D7F-6670106F5B07}"/>
                </a:ext>
              </a:extLst>
            </p:cNvPr>
            <p:cNvSpPr/>
            <p:nvPr/>
          </p:nvSpPr>
          <p:spPr bwMode="gray">
            <a:xfrm rot="8100000">
              <a:off x="5237549" y="1602865"/>
              <a:ext cx="1503841" cy="1503844"/>
            </a:xfrm>
            <a:prstGeom prst="teardrop">
              <a:avLst/>
            </a:pr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2" name="Freeform 31">
              <a:extLst>
                <a:ext uri="{FF2B5EF4-FFF2-40B4-BE49-F238E27FC236}">
                  <a16:creationId xmlns:a16="http://schemas.microsoft.com/office/drawing/2014/main" id="{02DA98FE-67F2-4190-B846-BC71955D5DCF}"/>
                </a:ext>
              </a:extLst>
            </p:cNvPr>
            <p:cNvSpPr/>
            <p:nvPr/>
          </p:nvSpPr>
          <p:spPr bwMode="gray">
            <a:xfrm>
              <a:off x="5190209" y="2736722"/>
              <a:ext cx="1598523" cy="871908"/>
            </a:xfrm>
            <a:custGeom>
              <a:avLst/>
              <a:gdLst>
                <a:gd name="connsiteX0" fmla="*/ 0 w 2235812"/>
                <a:gd name="connsiteY0" fmla="*/ 0 h 1219515"/>
                <a:gd name="connsiteX1" fmla="*/ 135994 w 2235812"/>
                <a:gd name="connsiteY1" fmla="*/ 0 h 1219515"/>
                <a:gd name="connsiteX2" fmla="*/ 183908 w 2235812"/>
                <a:gd name="connsiteY2" fmla="*/ 81083 h 1219515"/>
                <a:gd name="connsiteX3" fmla="*/ 327199 w 2235812"/>
                <a:gd name="connsiteY3" fmla="*/ 256502 h 1219515"/>
                <a:gd name="connsiteX4" fmla="*/ 1117908 w 2235812"/>
                <a:gd name="connsiteY4" fmla="*/ 1047211 h 1219515"/>
                <a:gd name="connsiteX5" fmla="*/ 1908614 w 2235812"/>
                <a:gd name="connsiteY5" fmla="*/ 256504 h 1219515"/>
                <a:gd name="connsiteX6" fmla="*/ 2051905 w 2235812"/>
                <a:gd name="connsiteY6" fmla="*/ 81085 h 1219515"/>
                <a:gd name="connsiteX7" fmla="*/ 2099821 w 2235812"/>
                <a:gd name="connsiteY7" fmla="*/ 0 h 1219515"/>
                <a:gd name="connsiteX8" fmla="*/ 2235812 w 2235812"/>
                <a:gd name="connsiteY8" fmla="*/ 0 h 1219515"/>
                <a:gd name="connsiteX9" fmla="*/ 2216094 w 2235812"/>
                <a:gd name="connsiteY9" fmla="*/ 42485 h 1219515"/>
                <a:gd name="connsiteX10" fmla="*/ 1994765 w 2235812"/>
                <a:gd name="connsiteY10" fmla="*/ 342657 h 1219515"/>
                <a:gd name="connsiteX11" fmla="*/ 1117907 w 2235812"/>
                <a:gd name="connsiteY11" fmla="*/ 1219515 h 1219515"/>
                <a:gd name="connsiteX12" fmla="*/ 241048 w 2235812"/>
                <a:gd name="connsiteY12" fmla="*/ 342656 h 1219515"/>
                <a:gd name="connsiteX13" fmla="*/ 19718 w 2235812"/>
                <a:gd name="connsiteY13" fmla="*/ 42483 h 121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5812" h="1219515">
                  <a:moveTo>
                    <a:pt x="0" y="0"/>
                  </a:moveTo>
                  <a:lnTo>
                    <a:pt x="135994" y="0"/>
                  </a:lnTo>
                  <a:lnTo>
                    <a:pt x="183908" y="81083"/>
                  </a:lnTo>
                  <a:cubicBezTo>
                    <a:pt x="224849" y="143089"/>
                    <a:pt x="272612" y="201915"/>
                    <a:pt x="327199" y="256502"/>
                  </a:cubicBezTo>
                  <a:lnTo>
                    <a:pt x="1117908" y="1047211"/>
                  </a:lnTo>
                  <a:lnTo>
                    <a:pt x="1908614" y="256504"/>
                  </a:lnTo>
                  <a:cubicBezTo>
                    <a:pt x="1963201" y="201918"/>
                    <a:pt x="2010965" y="143091"/>
                    <a:pt x="2051905" y="81085"/>
                  </a:cubicBezTo>
                  <a:lnTo>
                    <a:pt x="2099821" y="0"/>
                  </a:lnTo>
                  <a:lnTo>
                    <a:pt x="2235812" y="0"/>
                  </a:lnTo>
                  <a:lnTo>
                    <a:pt x="2216094" y="42485"/>
                  </a:lnTo>
                  <a:cubicBezTo>
                    <a:pt x="2159343" y="150476"/>
                    <a:pt x="2085567" y="251855"/>
                    <a:pt x="1994765" y="342657"/>
                  </a:cubicBezTo>
                  <a:lnTo>
                    <a:pt x="1117907" y="1219515"/>
                  </a:lnTo>
                  <a:lnTo>
                    <a:pt x="241048" y="342656"/>
                  </a:lnTo>
                  <a:cubicBezTo>
                    <a:pt x="150246" y="251854"/>
                    <a:pt x="76469" y="150475"/>
                    <a:pt x="19718" y="42483"/>
                  </a:cubicBezTo>
                  <a:close/>
                </a:path>
              </a:pathLst>
            </a:cu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AB60942-A244-4F0B-8B45-012B9C782162}"/>
                </a:ext>
              </a:extLst>
            </p:cNvPr>
            <p:cNvSpPr/>
            <p:nvPr/>
          </p:nvSpPr>
          <p:spPr bwMode="gray">
            <a:xfrm>
              <a:off x="5429936" y="1758652"/>
              <a:ext cx="1119070" cy="111907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83E8883-3086-48B1-8236-60731D417E74}"/>
              </a:ext>
            </a:extLst>
          </p:cNvPr>
          <p:cNvGrpSpPr/>
          <p:nvPr/>
        </p:nvGrpSpPr>
        <p:grpSpPr>
          <a:xfrm>
            <a:off x="7608168" y="1758004"/>
            <a:ext cx="1598523" cy="2005765"/>
            <a:chOff x="6763077" y="1602865"/>
            <a:chExt cx="1598523" cy="2005765"/>
          </a:xfrm>
        </p:grpSpPr>
        <p:sp>
          <p:nvSpPr>
            <p:cNvPr id="136" name="Teardrop 135">
              <a:extLst>
                <a:ext uri="{FF2B5EF4-FFF2-40B4-BE49-F238E27FC236}">
                  <a16:creationId xmlns:a16="http://schemas.microsoft.com/office/drawing/2014/main" id="{500582AA-607B-4C0A-9AA8-B49305A1C27A}"/>
                </a:ext>
              </a:extLst>
            </p:cNvPr>
            <p:cNvSpPr/>
            <p:nvPr/>
          </p:nvSpPr>
          <p:spPr bwMode="gray">
            <a:xfrm rot="8100000">
              <a:off x="6810418" y="1602865"/>
              <a:ext cx="1503841" cy="1503844"/>
            </a:xfrm>
            <a:prstGeom prst="teardrop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" name="Freeform 35">
              <a:extLst>
                <a:ext uri="{FF2B5EF4-FFF2-40B4-BE49-F238E27FC236}">
                  <a16:creationId xmlns:a16="http://schemas.microsoft.com/office/drawing/2014/main" id="{8EEC739B-9B53-49BA-94AC-06DD070756DA}"/>
                </a:ext>
              </a:extLst>
            </p:cNvPr>
            <p:cNvSpPr/>
            <p:nvPr/>
          </p:nvSpPr>
          <p:spPr bwMode="gray">
            <a:xfrm>
              <a:off x="6763077" y="2736722"/>
              <a:ext cx="1598523" cy="871908"/>
            </a:xfrm>
            <a:custGeom>
              <a:avLst/>
              <a:gdLst>
                <a:gd name="connsiteX0" fmla="*/ 0 w 2235812"/>
                <a:gd name="connsiteY0" fmla="*/ 0 h 1219515"/>
                <a:gd name="connsiteX1" fmla="*/ 135994 w 2235812"/>
                <a:gd name="connsiteY1" fmla="*/ 0 h 1219515"/>
                <a:gd name="connsiteX2" fmla="*/ 183908 w 2235812"/>
                <a:gd name="connsiteY2" fmla="*/ 81083 h 1219515"/>
                <a:gd name="connsiteX3" fmla="*/ 327199 w 2235812"/>
                <a:gd name="connsiteY3" fmla="*/ 256502 h 1219515"/>
                <a:gd name="connsiteX4" fmla="*/ 1117908 w 2235812"/>
                <a:gd name="connsiteY4" fmla="*/ 1047211 h 1219515"/>
                <a:gd name="connsiteX5" fmla="*/ 1908614 w 2235812"/>
                <a:gd name="connsiteY5" fmla="*/ 256504 h 1219515"/>
                <a:gd name="connsiteX6" fmla="*/ 2051905 w 2235812"/>
                <a:gd name="connsiteY6" fmla="*/ 81085 h 1219515"/>
                <a:gd name="connsiteX7" fmla="*/ 2099821 w 2235812"/>
                <a:gd name="connsiteY7" fmla="*/ 0 h 1219515"/>
                <a:gd name="connsiteX8" fmla="*/ 2235812 w 2235812"/>
                <a:gd name="connsiteY8" fmla="*/ 0 h 1219515"/>
                <a:gd name="connsiteX9" fmla="*/ 2216094 w 2235812"/>
                <a:gd name="connsiteY9" fmla="*/ 42485 h 1219515"/>
                <a:gd name="connsiteX10" fmla="*/ 1994765 w 2235812"/>
                <a:gd name="connsiteY10" fmla="*/ 342657 h 1219515"/>
                <a:gd name="connsiteX11" fmla="*/ 1117907 w 2235812"/>
                <a:gd name="connsiteY11" fmla="*/ 1219515 h 1219515"/>
                <a:gd name="connsiteX12" fmla="*/ 241048 w 2235812"/>
                <a:gd name="connsiteY12" fmla="*/ 342656 h 1219515"/>
                <a:gd name="connsiteX13" fmla="*/ 19718 w 2235812"/>
                <a:gd name="connsiteY13" fmla="*/ 42483 h 121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5812" h="1219515">
                  <a:moveTo>
                    <a:pt x="0" y="0"/>
                  </a:moveTo>
                  <a:lnTo>
                    <a:pt x="135994" y="0"/>
                  </a:lnTo>
                  <a:lnTo>
                    <a:pt x="183908" y="81083"/>
                  </a:lnTo>
                  <a:cubicBezTo>
                    <a:pt x="224849" y="143089"/>
                    <a:pt x="272612" y="201915"/>
                    <a:pt x="327199" y="256502"/>
                  </a:cubicBezTo>
                  <a:lnTo>
                    <a:pt x="1117908" y="1047211"/>
                  </a:lnTo>
                  <a:lnTo>
                    <a:pt x="1908614" y="256504"/>
                  </a:lnTo>
                  <a:cubicBezTo>
                    <a:pt x="1963201" y="201918"/>
                    <a:pt x="2010965" y="143091"/>
                    <a:pt x="2051905" y="81085"/>
                  </a:cubicBezTo>
                  <a:lnTo>
                    <a:pt x="2099821" y="0"/>
                  </a:lnTo>
                  <a:lnTo>
                    <a:pt x="2235812" y="0"/>
                  </a:lnTo>
                  <a:lnTo>
                    <a:pt x="2216094" y="42485"/>
                  </a:lnTo>
                  <a:cubicBezTo>
                    <a:pt x="2159343" y="150476"/>
                    <a:pt x="2085567" y="251855"/>
                    <a:pt x="1994765" y="342657"/>
                  </a:cubicBezTo>
                  <a:lnTo>
                    <a:pt x="1117907" y="1219515"/>
                  </a:lnTo>
                  <a:lnTo>
                    <a:pt x="241048" y="342656"/>
                  </a:lnTo>
                  <a:cubicBezTo>
                    <a:pt x="150246" y="251854"/>
                    <a:pt x="76469" y="150475"/>
                    <a:pt x="19718" y="42483"/>
                  </a:cubicBezTo>
                  <a:close/>
                </a:path>
              </a:pathLst>
            </a:cu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870972BF-AB98-4CC2-BB60-84903DB5CFE2}"/>
                </a:ext>
              </a:extLst>
            </p:cNvPr>
            <p:cNvSpPr/>
            <p:nvPr/>
          </p:nvSpPr>
          <p:spPr bwMode="gray">
            <a:xfrm>
              <a:off x="7007153" y="1758652"/>
              <a:ext cx="1119070" cy="111907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746340E-86D4-41CA-93A9-4E98D191BE05}"/>
              </a:ext>
            </a:extLst>
          </p:cNvPr>
          <p:cNvGrpSpPr/>
          <p:nvPr/>
        </p:nvGrpSpPr>
        <p:grpSpPr>
          <a:xfrm>
            <a:off x="9840416" y="1758004"/>
            <a:ext cx="1598523" cy="2005765"/>
            <a:chOff x="8355090" y="1602865"/>
            <a:chExt cx="1598523" cy="2005765"/>
          </a:xfrm>
        </p:grpSpPr>
        <p:sp>
          <p:nvSpPr>
            <p:cNvPr id="141" name="Teardrop 140">
              <a:extLst>
                <a:ext uri="{FF2B5EF4-FFF2-40B4-BE49-F238E27FC236}">
                  <a16:creationId xmlns:a16="http://schemas.microsoft.com/office/drawing/2014/main" id="{78FD4A15-BB61-4D87-9E87-382B927FB4C9}"/>
                </a:ext>
              </a:extLst>
            </p:cNvPr>
            <p:cNvSpPr/>
            <p:nvPr/>
          </p:nvSpPr>
          <p:spPr bwMode="gray">
            <a:xfrm rot="8100000">
              <a:off x="8402430" y="1602865"/>
              <a:ext cx="1503841" cy="1503844"/>
            </a:xfrm>
            <a:prstGeom prst="teardrop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42" name="Freeform 39">
              <a:extLst>
                <a:ext uri="{FF2B5EF4-FFF2-40B4-BE49-F238E27FC236}">
                  <a16:creationId xmlns:a16="http://schemas.microsoft.com/office/drawing/2014/main" id="{4BC9A539-3667-4BFE-9E4F-81FA02EFA619}"/>
                </a:ext>
              </a:extLst>
            </p:cNvPr>
            <p:cNvSpPr/>
            <p:nvPr/>
          </p:nvSpPr>
          <p:spPr bwMode="gray">
            <a:xfrm>
              <a:off x="8355090" y="2736722"/>
              <a:ext cx="1598523" cy="871908"/>
            </a:xfrm>
            <a:custGeom>
              <a:avLst/>
              <a:gdLst>
                <a:gd name="connsiteX0" fmla="*/ 0 w 2235812"/>
                <a:gd name="connsiteY0" fmla="*/ 0 h 1219515"/>
                <a:gd name="connsiteX1" fmla="*/ 135994 w 2235812"/>
                <a:gd name="connsiteY1" fmla="*/ 0 h 1219515"/>
                <a:gd name="connsiteX2" fmla="*/ 183908 w 2235812"/>
                <a:gd name="connsiteY2" fmla="*/ 81083 h 1219515"/>
                <a:gd name="connsiteX3" fmla="*/ 327199 w 2235812"/>
                <a:gd name="connsiteY3" fmla="*/ 256502 h 1219515"/>
                <a:gd name="connsiteX4" fmla="*/ 1117908 w 2235812"/>
                <a:gd name="connsiteY4" fmla="*/ 1047211 h 1219515"/>
                <a:gd name="connsiteX5" fmla="*/ 1908614 w 2235812"/>
                <a:gd name="connsiteY5" fmla="*/ 256504 h 1219515"/>
                <a:gd name="connsiteX6" fmla="*/ 2051905 w 2235812"/>
                <a:gd name="connsiteY6" fmla="*/ 81085 h 1219515"/>
                <a:gd name="connsiteX7" fmla="*/ 2099821 w 2235812"/>
                <a:gd name="connsiteY7" fmla="*/ 0 h 1219515"/>
                <a:gd name="connsiteX8" fmla="*/ 2235812 w 2235812"/>
                <a:gd name="connsiteY8" fmla="*/ 0 h 1219515"/>
                <a:gd name="connsiteX9" fmla="*/ 2216094 w 2235812"/>
                <a:gd name="connsiteY9" fmla="*/ 42485 h 1219515"/>
                <a:gd name="connsiteX10" fmla="*/ 1994765 w 2235812"/>
                <a:gd name="connsiteY10" fmla="*/ 342657 h 1219515"/>
                <a:gd name="connsiteX11" fmla="*/ 1117907 w 2235812"/>
                <a:gd name="connsiteY11" fmla="*/ 1219515 h 1219515"/>
                <a:gd name="connsiteX12" fmla="*/ 241048 w 2235812"/>
                <a:gd name="connsiteY12" fmla="*/ 342656 h 1219515"/>
                <a:gd name="connsiteX13" fmla="*/ 19718 w 2235812"/>
                <a:gd name="connsiteY13" fmla="*/ 42483 h 121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5812" h="1219515">
                  <a:moveTo>
                    <a:pt x="0" y="0"/>
                  </a:moveTo>
                  <a:lnTo>
                    <a:pt x="135994" y="0"/>
                  </a:lnTo>
                  <a:lnTo>
                    <a:pt x="183908" y="81083"/>
                  </a:lnTo>
                  <a:cubicBezTo>
                    <a:pt x="224849" y="143089"/>
                    <a:pt x="272612" y="201915"/>
                    <a:pt x="327199" y="256502"/>
                  </a:cubicBezTo>
                  <a:lnTo>
                    <a:pt x="1117908" y="1047211"/>
                  </a:lnTo>
                  <a:lnTo>
                    <a:pt x="1908614" y="256504"/>
                  </a:lnTo>
                  <a:cubicBezTo>
                    <a:pt x="1963201" y="201918"/>
                    <a:pt x="2010965" y="143091"/>
                    <a:pt x="2051905" y="81085"/>
                  </a:cubicBezTo>
                  <a:lnTo>
                    <a:pt x="2099821" y="0"/>
                  </a:lnTo>
                  <a:lnTo>
                    <a:pt x="2235812" y="0"/>
                  </a:lnTo>
                  <a:lnTo>
                    <a:pt x="2216094" y="42485"/>
                  </a:lnTo>
                  <a:cubicBezTo>
                    <a:pt x="2159343" y="150476"/>
                    <a:pt x="2085567" y="251855"/>
                    <a:pt x="1994765" y="342657"/>
                  </a:cubicBezTo>
                  <a:lnTo>
                    <a:pt x="1117907" y="1219515"/>
                  </a:lnTo>
                  <a:lnTo>
                    <a:pt x="241048" y="342656"/>
                  </a:lnTo>
                  <a:cubicBezTo>
                    <a:pt x="150246" y="251854"/>
                    <a:pt x="76469" y="150475"/>
                    <a:pt x="19718" y="42483"/>
                  </a:cubicBezTo>
                  <a:close/>
                </a:path>
              </a:pathLst>
            </a:cu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143" name="Group 925">
              <a:extLst>
                <a:ext uri="{FF2B5EF4-FFF2-40B4-BE49-F238E27FC236}">
                  <a16:creationId xmlns:a16="http://schemas.microsoft.com/office/drawing/2014/main" id="{E0D16D89-D72D-4F33-88DE-F942930111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797157" y="1976744"/>
              <a:ext cx="686449" cy="682876"/>
              <a:chOff x="1224" y="3504"/>
              <a:chExt cx="192" cy="191"/>
            </a:xfrm>
            <a:solidFill>
              <a:schemeClr val="accent1"/>
            </a:solidFill>
          </p:grpSpPr>
          <p:sp>
            <p:nvSpPr>
              <p:cNvPr id="145" name="Freeform 926">
                <a:extLst>
                  <a:ext uri="{FF2B5EF4-FFF2-40B4-BE49-F238E27FC236}">
                    <a16:creationId xmlns:a16="http://schemas.microsoft.com/office/drawing/2014/main" id="{790BD73C-DE12-4489-882E-13024C4663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3539"/>
                <a:ext cx="71" cy="71"/>
              </a:xfrm>
              <a:custGeom>
                <a:avLst/>
                <a:gdLst>
                  <a:gd name="T0" fmla="*/ 96 w 107"/>
                  <a:gd name="T1" fmla="*/ 43 h 107"/>
                  <a:gd name="T2" fmla="*/ 64 w 107"/>
                  <a:gd name="T3" fmla="*/ 43 h 107"/>
                  <a:gd name="T4" fmla="*/ 64 w 107"/>
                  <a:gd name="T5" fmla="*/ 11 h 107"/>
                  <a:gd name="T6" fmla="*/ 53 w 107"/>
                  <a:gd name="T7" fmla="*/ 0 h 107"/>
                  <a:gd name="T8" fmla="*/ 43 w 107"/>
                  <a:gd name="T9" fmla="*/ 11 h 107"/>
                  <a:gd name="T10" fmla="*/ 43 w 107"/>
                  <a:gd name="T11" fmla="*/ 43 h 107"/>
                  <a:gd name="T12" fmla="*/ 11 w 107"/>
                  <a:gd name="T13" fmla="*/ 43 h 107"/>
                  <a:gd name="T14" fmla="*/ 0 w 107"/>
                  <a:gd name="T15" fmla="*/ 53 h 107"/>
                  <a:gd name="T16" fmla="*/ 11 w 107"/>
                  <a:gd name="T17" fmla="*/ 64 h 107"/>
                  <a:gd name="T18" fmla="*/ 43 w 107"/>
                  <a:gd name="T19" fmla="*/ 64 h 107"/>
                  <a:gd name="T20" fmla="*/ 43 w 107"/>
                  <a:gd name="T21" fmla="*/ 96 h 107"/>
                  <a:gd name="T22" fmla="*/ 53 w 107"/>
                  <a:gd name="T23" fmla="*/ 107 h 107"/>
                  <a:gd name="T24" fmla="*/ 64 w 107"/>
                  <a:gd name="T25" fmla="*/ 96 h 107"/>
                  <a:gd name="T26" fmla="*/ 64 w 107"/>
                  <a:gd name="T27" fmla="*/ 64 h 107"/>
                  <a:gd name="T28" fmla="*/ 96 w 107"/>
                  <a:gd name="T29" fmla="*/ 64 h 107"/>
                  <a:gd name="T30" fmla="*/ 107 w 107"/>
                  <a:gd name="T31" fmla="*/ 53 h 107"/>
                  <a:gd name="T32" fmla="*/ 96 w 107"/>
                  <a:gd name="T33" fmla="*/ 43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7" h="107">
                    <a:moveTo>
                      <a:pt x="96" y="43"/>
                    </a:moveTo>
                    <a:cubicBezTo>
                      <a:pt x="64" y="43"/>
                      <a:pt x="64" y="43"/>
                      <a:pt x="64" y="43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4" y="5"/>
                      <a:pt x="59" y="0"/>
                      <a:pt x="53" y="0"/>
                    </a:cubicBezTo>
                    <a:cubicBezTo>
                      <a:pt x="47" y="0"/>
                      <a:pt x="43" y="5"/>
                      <a:pt x="43" y="11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5" y="43"/>
                      <a:pt x="0" y="47"/>
                      <a:pt x="0" y="53"/>
                    </a:cubicBezTo>
                    <a:cubicBezTo>
                      <a:pt x="0" y="59"/>
                      <a:pt x="5" y="64"/>
                      <a:pt x="11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3" y="96"/>
                      <a:pt x="43" y="96"/>
                      <a:pt x="43" y="96"/>
                    </a:cubicBezTo>
                    <a:cubicBezTo>
                      <a:pt x="43" y="102"/>
                      <a:pt x="47" y="107"/>
                      <a:pt x="53" y="107"/>
                    </a:cubicBezTo>
                    <a:cubicBezTo>
                      <a:pt x="59" y="107"/>
                      <a:pt x="64" y="102"/>
                      <a:pt x="64" y="96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102" y="64"/>
                      <a:pt x="107" y="59"/>
                      <a:pt x="107" y="53"/>
                    </a:cubicBezTo>
                    <a:cubicBezTo>
                      <a:pt x="107" y="47"/>
                      <a:pt x="102" y="43"/>
                      <a:pt x="96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46" name="Freeform 927">
                <a:extLst>
                  <a:ext uri="{FF2B5EF4-FFF2-40B4-BE49-F238E27FC236}">
                    <a16:creationId xmlns:a16="http://schemas.microsoft.com/office/drawing/2014/main" id="{15FDF464-77C7-4E79-91EF-7F13541D88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4" y="3504"/>
                <a:ext cx="192" cy="191"/>
              </a:xfrm>
              <a:custGeom>
                <a:avLst/>
                <a:gdLst>
                  <a:gd name="T0" fmla="*/ 189 w 289"/>
                  <a:gd name="T1" fmla="*/ 174 h 288"/>
                  <a:gd name="T2" fmla="*/ 213 w 289"/>
                  <a:gd name="T3" fmla="*/ 106 h 288"/>
                  <a:gd name="T4" fmla="*/ 106 w 289"/>
                  <a:gd name="T5" fmla="*/ 0 h 288"/>
                  <a:gd name="T6" fmla="*/ 0 w 289"/>
                  <a:gd name="T7" fmla="*/ 106 h 288"/>
                  <a:gd name="T8" fmla="*/ 106 w 289"/>
                  <a:gd name="T9" fmla="*/ 213 h 288"/>
                  <a:gd name="T10" fmla="*/ 174 w 289"/>
                  <a:gd name="T11" fmla="*/ 189 h 288"/>
                  <a:gd name="T12" fmla="*/ 269 w 289"/>
                  <a:gd name="T13" fmla="*/ 285 h 288"/>
                  <a:gd name="T14" fmla="*/ 277 w 289"/>
                  <a:gd name="T15" fmla="*/ 288 h 288"/>
                  <a:gd name="T16" fmla="*/ 285 w 289"/>
                  <a:gd name="T17" fmla="*/ 285 h 288"/>
                  <a:gd name="T18" fmla="*/ 285 w 289"/>
                  <a:gd name="T19" fmla="*/ 269 h 288"/>
                  <a:gd name="T20" fmla="*/ 189 w 289"/>
                  <a:gd name="T21" fmla="*/ 174 h 288"/>
                  <a:gd name="T22" fmla="*/ 106 w 289"/>
                  <a:gd name="T23" fmla="*/ 192 h 288"/>
                  <a:gd name="T24" fmla="*/ 21 w 289"/>
                  <a:gd name="T25" fmla="*/ 106 h 288"/>
                  <a:gd name="T26" fmla="*/ 106 w 289"/>
                  <a:gd name="T27" fmla="*/ 21 h 288"/>
                  <a:gd name="T28" fmla="*/ 192 w 289"/>
                  <a:gd name="T29" fmla="*/ 106 h 288"/>
                  <a:gd name="T30" fmla="*/ 106 w 289"/>
                  <a:gd name="T31" fmla="*/ 19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9" h="288">
                    <a:moveTo>
                      <a:pt x="189" y="174"/>
                    </a:moveTo>
                    <a:cubicBezTo>
                      <a:pt x="204" y="155"/>
                      <a:pt x="213" y="132"/>
                      <a:pt x="213" y="106"/>
                    </a:cubicBezTo>
                    <a:cubicBezTo>
                      <a:pt x="213" y="48"/>
                      <a:pt x="165" y="0"/>
                      <a:pt x="106" y="0"/>
                    </a:cubicBezTo>
                    <a:cubicBezTo>
                      <a:pt x="48" y="0"/>
                      <a:pt x="0" y="48"/>
                      <a:pt x="0" y="106"/>
                    </a:cubicBezTo>
                    <a:cubicBezTo>
                      <a:pt x="0" y="165"/>
                      <a:pt x="48" y="213"/>
                      <a:pt x="106" y="213"/>
                    </a:cubicBezTo>
                    <a:cubicBezTo>
                      <a:pt x="132" y="213"/>
                      <a:pt x="155" y="204"/>
                      <a:pt x="174" y="189"/>
                    </a:cubicBezTo>
                    <a:cubicBezTo>
                      <a:pt x="269" y="285"/>
                      <a:pt x="269" y="285"/>
                      <a:pt x="269" y="285"/>
                    </a:cubicBezTo>
                    <a:cubicBezTo>
                      <a:pt x="272" y="287"/>
                      <a:pt x="274" y="288"/>
                      <a:pt x="277" y="288"/>
                    </a:cubicBezTo>
                    <a:cubicBezTo>
                      <a:pt x="280" y="288"/>
                      <a:pt x="282" y="287"/>
                      <a:pt x="285" y="285"/>
                    </a:cubicBezTo>
                    <a:cubicBezTo>
                      <a:pt x="289" y="280"/>
                      <a:pt x="289" y="274"/>
                      <a:pt x="285" y="269"/>
                    </a:cubicBezTo>
                    <a:lnTo>
                      <a:pt x="189" y="174"/>
                    </a:lnTo>
                    <a:close/>
                    <a:moveTo>
                      <a:pt x="106" y="192"/>
                    </a:moveTo>
                    <a:cubicBezTo>
                      <a:pt x="59" y="192"/>
                      <a:pt x="21" y="153"/>
                      <a:pt x="21" y="106"/>
                    </a:cubicBezTo>
                    <a:cubicBezTo>
                      <a:pt x="21" y="59"/>
                      <a:pt x="59" y="21"/>
                      <a:pt x="106" y="21"/>
                    </a:cubicBezTo>
                    <a:cubicBezTo>
                      <a:pt x="153" y="21"/>
                      <a:pt x="192" y="59"/>
                      <a:pt x="192" y="106"/>
                    </a:cubicBezTo>
                    <a:cubicBezTo>
                      <a:pt x="192" y="153"/>
                      <a:pt x="153" y="192"/>
                      <a:pt x="106" y="1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05F4DB7-700C-4A2E-969D-33283C120EC9}"/>
                </a:ext>
              </a:extLst>
            </p:cNvPr>
            <p:cNvSpPr/>
            <p:nvPr/>
          </p:nvSpPr>
          <p:spPr bwMode="gray">
            <a:xfrm>
              <a:off x="8591201" y="1758652"/>
              <a:ext cx="1119070" cy="111907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147" name="Freeform 389">
            <a:extLst>
              <a:ext uri="{FF2B5EF4-FFF2-40B4-BE49-F238E27FC236}">
                <a16:creationId xmlns:a16="http://schemas.microsoft.com/office/drawing/2014/main" id="{B218BD5D-ED08-49ED-BA00-6C403F0988DA}"/>
              </a:ext>
            </a:extLst>
          </p:cNvPr>
          <p:cNvSpPr>
            <a:spLocks noEditPoints="1"/>
          </p:cNvSpPr>
          <p:nvPr/>
        </p:nvSpPr>
        <p:spPr bwMode="auto">
          <a:xfrm>
            <a:off x="3473030" y="2224038"/>
            <a:ext cx="751497" cy="525695"/>
          </a:xfrm>
          <a:custGeom>
            <a:avLst/>
            <a:gdLst>
              <a:gd name="T0" fmla="*/ 321 w 321"/>
              <a:gd name="T1" fmla="*/ 160 h 224"/>
              <a:gd name="T2" fmla="*/ 129 w 321"/>
              <a:gd name="T3" fmla="*/ 170 h 224"/>
              <a:gd name="T4" fmla="*/ 129 w 321"/>
              <a:gd name="T5" fmla="*/ 149 h 224"/>
              <a:gd name="T6" fmla="*/ 299 w 321"/>
              <a:gd name="T7" fmla="*/ 21 h 224"/>
              <a:gd name="T8" fmla="*/ 75 w 321"/>
              <a:gd name="T9" fmla="*/ 32 h 224"/>
              <a:gd name="T10" fmla="*/ 54 w 321"/>
              <a:gd name="T11" fmla="*/ 32 h 224"/>
              <a:gd name="T12" fmla="*/ 65 w 321"/>
              <a:gd name="T13" fmla="*/ 0 h 224"/>
              <a:gd name="T14" fmla="*/ 321 w 321"/>
              <a:gd name="T15" fmla="*/ 10 h 224"/>
              <a:gd name="T16" fmla="*/ 90 w 321"/>
              <a:gd name="T17" fmla="*/ 193 h 224"/>
              <a:gd name="T18" fmla="*/ 101 w 321"/>
              <a:gd name="T19" fmla="*/ 136 h 224"/>
              <a:gd name="T20" fmla="*/ 54 w 321"/>
              <a:gd name="T21" fmla="*/ 58 h 224"/>
              <a:gd name="T22" fmla="*/ 54 w 321"/>
              <a:gd name="T23" fmla="*/ 58 h 224"/>
              <a:gd name="T24" fmla="*/ 54 w 321"/>
              <a:gd name="T25" fmla="*/ 58 h 224"/>
              <a:gd name="T26" fmla="*/ 6 w 321"/>
              <a:gd name="T27" fmla="*/ 136 h 224"/>
              <a:gd name="T28" fmla="*/ 18 w 321"/>
              <a:gd name="T29" fmla="*/ 192 h 224"/>
              <a:gd name="T30" fmla="*/ 22 w 321"/>
              <a:gd name="T31" fmla="*/ 213 h 224"/>
              <a:gd name="T32" fmla="*/ 42 w 321"/>
              <a:gd name="T33" fmla="*/ 190 h 224"/>
              <a:gd name="T34" fmla="*/ 27 w 321"/>
              <a:gd name="T35" fmla="*/ 131 h 224"/>
              <a:gd name="T36" fmla="*/ 54 w 321"/>
              <a:gd name="T37" fmla="*/ 80 h 224"/>
              <a:gd name="T38" fmla="*/ 54 w 321"/>
              <a:gd name="T39" fmla="*/ 80 h 224"/>
              <a:gd name="T40" fmla="*/ 81 w 321"/>
              <a:gd name="T41" fmla="*/ 131 h 224"/>
              <a:gd name="T42" fmla="*/ 65 w 321"/>
              <a:gd name="T43" fmla="*/ 190 h 224"/>
              <a:gd name="T44" fmla="*/ 99 w 321"/>
              <a:gd name="T45" fmla="*/ 216 h 224"/>
              <a:gd name="T46" fmla="*/ 128 w 321"/>
              <a:gd name="T47" fmla="*/ 224 h 224"/>
              <a:gd name="T48" fmla="*/ 135 w 321"/>
              <a:gd name="T49" fmla="*/ 206 h 224"/>
              <a:gd name="T50" fmla="*/ 139 w 321"/>
              <a:gd name="T51" fmla="*/ 74 h 224"/>
              <a:gd name="T52" fmla="*/ 278 w 321"/>
              <a:gd name="T53" fmla="*/ 64 h 224"/>
              <a:gd name="T54" fmla="*/ 139 w 321"/>
              <a:gd name="T55" fmla="*/ 53 h 224"/>
              <a:gd name="T56" fmla="*/ 139 w 321"/>
              <a:gd name="T57" fmla="*/ 74 h 224"/>
              <a:gd name="T58" fmla="*/ 267 w 321"/>
              <a:gd name="T59" fmla="*/ 117 h 224"/>
              <a:gd name="T60" fmla="*/ 267 w 321"/>
              <a:gd name="T61" fmla="*/ 96 h 224"/>
              <a:gd name="T62" fmla="*/ 129 w 321"/>
              <a:gd name="T63" fmla="*/ 106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21" h="224">
                <a:moveTo>
                  <a:pt x="321" y="10"/>
                </a:moveTo>
                <a:cubicBezTo>
                  <a:pt x="321" y="160"/>
                  <a:pt x="321" y="160"/>
                  <a:pt x="321" y="160"/>
                </a:cubicBezTo>
                <a:cubicBezTo>
                  <a:pt x="321" y="166"/>
                  <a:pt x="316" y="170"/>
                  <a:pt x="310" y="170"/>
                </a:cubicBezTo>
                <a:cubicBezTo>
                  <a:pt x="129" y="170"/>
                  <a:pt x="129" y="170"/>
                  <a:pt x="129" y="170"/>
                </a:cubicBezTo>
                <a:cubicBezTo>
                  <a:pt x="123" y="170"/>
                  <a:pt x="118" y="166"/>
                  <a:pt x="118" y="160"/>
                </a:cubicBezTo>
                <a:cubicBezTo>
                  <a:pt x="118" y="154"/>
                  <a:pt x="123" y="149"/>
                  <a:pt x="129" y="149"/>
                </a:cubicBezTo>
                <a:cubicBezTo>
                  <a:pt x="299" y="149"/>
                  <a:pt x="299" y="149"/>
                  <a:pt x="299" y="149"/>
                </a:cubicBezTo>
                <a:cubicBezTo>
                  <a:pt x="299" y="21"/>
                  <a:pt x="299" y="21"/>
                  <a:pt x="299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75" y="32"/>
                  <a:pt x="75" y="32"/>
                  <a:pt x="75" y="32"/>
                </a:cubicBezTo>
                <a:cubicBezTo>
                  <a:pt x="75" y="38"/>
                  <a:pt x="71" y="42"/>
                  <a:pt x="65" y="42"/>
                </a:cubicBezTo>
                <a:cubicBezTo>
                  <a:pt x="59" y="42"/>
                  <a:pt x="54" y="38"/>
                  <a:pt x="54" y="32"/>
                </a:cubicBezTo>
                <a:cubicBezTo>
                  <a:pt x="54" y="10"/>
                  <a:pt x="54" y="10"/>
                  <a:pt x="54" y="10"/>
                </a:cubicBezTo>
                <a:cubicBezTo>
                  <a:pt x="54" y="4"/>
                  <a:pt x="59" y="0"/>
                  <a:pt x="65" y="0"/>
                </a:cubicBezTo>
                <a:cubicBezTo>
                  <a:pt x="310" y="0"/>
                  <a:pt x="310" y="0"/>
                  <a:pt x="310" y="0"/>
                </a:cubicBezTo>
                <a:cubicBezTo>
                  <a:pt x="316" y="0"/>
                  <a:pt x="321" y="4"/>
                  <a:pt x="321" y="10"/>
                </a:cubicBezTo>
                <a:close/>
                <a:moveTo>
                  <a:pt x="103" y="195"/>
                </a:moveTo>
                <a:cubicBezTo>
                  <a:pt x="98" y="194"/>
                  <a:pt x="92" y="193"/>
                  <a:pt x="90" y="193"/>
                </a:cubicBezTo>
                <a:cubicBezTo>
                  <a:pt x="88" y="191"/>
                  <a:pt x="84" y="180"/>
                  <a:pt x="85" y="176"/>
                </a:cubicBezTo>
                <a:cubicBezTo>
                  <a:pt x="91" y="166"/>
                  <a:pt x="98" y="150"/>
                  <a:pt x="101" y="136"/>
                </a:cubicBezTo>
                <a:cubicBezTo>
                  <a:pt x="108" y="110"/>
                  <a:pt x="105" y="90"/>
                  <a:pt x="94" y="77"/>
                </a:cubicBezTo>
                <a:cubicBezTo>
                  <a:pt x="80" y="59"/>
                  <a:pt x="58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1" y="58"/>
                  <a:pt x="28" y="59"/>
                  <a:pt x="14" y="77"/>
                </a:cubicBezTo>
                <a:cubicBezTo>
                  <a:pt x="3" y="90"/>
                  <a:pt x="0" y="110"/>
                  <a:pt x="6" y="136"/>
                </a:cubicBezTo>
                <a:cubicBezTo>
                  <a:pt x="10" y="150"/>
                  <a:pt x="17" y="166"/>
                  <a:pt x="23" y="176"/>
                </a:cubicBezTo>
                <a:cubicBezTo>
                  <a:pt x="24" y="180"/>
                  <a:pt x="20" y="191"/>
                  <a:pt x="18" y="192"/>
                </a:cubicBezTo>
                <a:cubicBezTo>
                  <a:pt x="13" y="194"/>
                  <a:pt x="10" y="201"/>
                  <a:pt x="12" y="206"/>
                </a:cubicBezTo>
                <a:cubicBezTo>
                  <a:pt x="14" y="210"/>
                  <a:pt x="18" y="213"/>
                  <a:pt x="22" y="213"/>
                </a:cubicBezTo>
                <a:cubicBezTo>
                  <a:pt x="23" y="213"/>
                  <a:pt x="25" y="213"/>
                  <a:pt x="26" y="212"/>
                </a:cubicBezTo>
                <a:cubicBezTo>
                  <a:pt x="36" y="209"/>
                  <a:pt x="40" y="197"/>
                  <a:pt x="42" y="190"/>
                </a:cubicBezTo>
                <a:cubicBezTo>
                  <a:pt x="44" y="184"/>
                  <a:pt x="47" y="172"/>
                  <a:pt x="41" y="164"/>
                </a:cubicBezTo>
                <a:cubicBezTo>
                  <a:pt x="36" y="157"/>
                  <a:pt x="30" y="142"/>
                  <a:pt x="27" y="131"/>
                </a:cubicBezTo>
                <a:cubicBezTo>
                  <a:pt x="23" y="112"/>
                  <a:pt x="24" y="99"/>
                  <a:pt x="30" y="90"/>
                </a:cubicBezTo>
                <a:cubicBezTo>
                  <a:pt x="39" y="80"/>
                  <a:pt x="53" y="80"/>
                  <a:pt x="54" y="80"/>
                </a:cubicBezTo>
                <a:cubicBezTo>
                  <a:pt x="54" y="80"/>
                  <a:pt x="54" y="80"/>
                  <a:pt x="54" y="80"/>
                </a:cubicBezTo>
                <a:cubicBezTo>
                  <a:pt x="54" y="80"/>
                  <a:pt x="54" y="80"/>
                  <a:pt x="54" y="80"/>
                </a:cubicBezTo>
                <a:cubicBezTo>
                  <a:pt x="54" y="80"/>
                  <a:pt x="69" y="80"/>
                  <a:pt x="77" y="90"/>
                </a:cubicBezTo>
                <a:cubicBezTo>
                  <a:pt x="84" y="98"/>
                  <a:pt x="85" y="112"/>
                  <a:pt x="81" y="131"/>
                </a:cubicBezTo>
                <a:cubicBezTo>
                  <a:pt x="78" y="142"/>
                  <a:pt x="72" y="157"/>
                  <a:pt x="66" y="164"/>
                </a:cubicBezTo>
                <a:cubicBezTo>
                  <a:pt x="61" y="172"/>
                  <a:pt x="64" y="183"/>
                  <a:pt x="65" y="190"/>
                </a:cubicBezTo>
                <a:cubicBezTo>
                  <a:pt x="67" y="197"/>
                  <a:pt x="72" y="209"/>
                  <a:pt x="82" y="212"/>
                </a:cubicBezTo>
                <a:cubicBezTo>
                  <a:pt x="86" y="214"/>
                  <a:pt x="92" y="215"/>
                  <a:pt x="99" y="216"/>
                </a:cubicBezTo>
                <a:cubicBezTo>
                  <a:pt x="105" y="217"/>
                  <a:pt x="118" y="219"/>
                  <a:pt x="121" y="222"/>
                </a:cubicBezTo>
                <a:cubicBezTo>
                  <a:pt x="123" y="223"/>
                  <a:pt x="126" y="224"/>
                  <a:pt x="128" y="224"/>
                </a:cubicBezTo>
                <a:cubicBezTo>
                  <a:pt x="131" y="224"/>
                  <a:pt x="134" y="223"/>
                  <a:pt x="136" y="221"/>
                </a:cubicBezTo>
                <a:cubicBezTo>
                  <a:pt x="140" y="216"/>
                  <a:pt x="140" y="210"/>
                  <a:pt x="135" y="206"/>
                </a:cubicBezTo>
                <a:cubicBezTo>
                  <a:pt x="128" y="199"/>
                  <a:pt x="115" y="197"/>
                  <a:pt x="103" y="195"/>
                </a:cubicBezTo>
                <a:close/>
                <a:moveTo>
                  <a:pt x="139" y="74"/>
                </a:moveTo>
                <a:cubicBezTo>
                  <a:pt x="267" y="74"/>
                  <a:pt x="267" y="74"/>
                  <a:pt x="267" y="74"/>
                </a:cubicBezTo>
                <a:cubicBezTo>
                  <a:pt x="273" y="74"/>
                  <a:pt x="278" y="70"/>
                  <a:pt x="278" y="64"/>
                </a:cubicBezTo>
                <a:cubicBezTo>
                  <a:pt x="278" y="58"/>
                  <a:pt x="273" y="53"/>
                  <a:pt x="267" y="53"/>
                </a:cubicBezTo>
                <a:cubicBezTo>
                  <a:pt x="139" y="53"/>
                  <a:pt x="139" y="53"/>
                  <a:pt x="139" y="53"/>
                </a:cubicBezTo>
                <a:cubicBezTo>
                  <a:pt x="133" y="53"/>
                  <a:pt x="129" y="58"/>
                  <a:pt x="129" y="64"/>
                </a:cubicBezTo>
                <a:cubicBezTo>
                  <a:pt x="129" y="70"/>
                  <a:pt x="133" y="74"/>
                  <a:pt x="139" y="74"/>
                </a:cubicBezTo>
                <a:close/>
                <a:moveTo>
                  <a:pt x="139" y="117"/>
                </a:moveTo>
                <a:cubicBezTo>
                  <a:pt x="267" y="117"/>
                  <a:pt x="267" y="117"/>
                  <a:pt x="267" y="117"/>
                </a:cubicBezTo>
                <a:cubicBezTo>
                  <a:pt x="273" y="117"/>
                  <a:pt x="278" y="112"/>
                  <a:pt x="278" y="106"/>
                </a:cubicBezTo>
                <a:cubicBezTo>
                  <a:pt x="278" y="100"/>
                  <a:pt x="273" y="96"/>
                  <a:pt x="267" y="96"/>
                </a:cubicBezTo>
                <a:cubicBezTo>
                  <a:pt x="139" y="96"/>
                  <a:pt x="139" y="96"/>
                  <a:pt x="139" y="96"/>
                </a:cubicBezTo>
                <a:cubicBezTo>
                  <a:pt x="133" y="96"/>
                  <a:pt x="129" y="100"/>
                  <a:pt x="129" y="106"/>
                </a:cubicBezTo>
                <a:cubicBezTo>
                  <a:pt x="129" y="112"/>
                  <a:pt x="133" y="117"/>
                  <a:pt x="139" y="117"/>
                </a:cubicBezTo>
                <a:close/>
              </a:path>
            </a:pathLst>
          </a:custGeom>
          <a:solidFill>
            <a:srgbClr val="046A38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A0BB8F2-9CB8-4B26-9351-D5522ADF53AB}"/>
              </a:ext>
            </a:extLst>
          </p:cNvPr>
          <p:cNvSpPr/>
          <p:nvPr/>
        </p:nvSpPr>
        <p:spPr bwMode="gray">
          <a:xfrm>
            <a:off x="0" y="2890478"/>
            <a:ext cx="783964" cy="77889"/>
          </a:xfrm>
          <a:prstGeom prst="rect">
            <a:avLst/>
          </a:prstGeom>
          <a:solidFill>
            <a:schemeClr val="accent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1AB32D8-1E1F-4805-A285-6CDA13E7FA8B}"/>
              </a:ext>
            </a:extLst>
          </p:cNvPr>
          <p:cNvSpPr/>
          <p:nvPr/>
        </p:nvSpPr>
        <p:spPr bwMode="gray">
          <a:xfrm>
            <a:off x="11359700" y="2890479"/>
            <a:ext cx="843582" cy="77889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7F4D018-52D1-43F5-90FA-FD3489D874A2}"/>
              </a:ext>
            </a:extLst>
          </p:cNvPr>
          <p:cNvSpPr/>
          <p:nvPr/>
        </p:nvSpPr>
        <p:spPr bwMode="gray">
          <a:xfrm>
            <a:off x="4535669" y="2890478"/>
            <a:ext cx="747424" cy="77889"/>
          </a:xfrm>
          <a:prstGeom prst="rect">
            <a:avLst/>
          </a:prstGeom>
          <a:gradFill>
            <a:gsLst>
              <a:gs pos="17000">
                <a:srgbClr val="046A38"/>
              </a:gs>
              <a:gs pos="83000">
                <a:schemeClr val="accent6"/>
              </a:gs>
            </a:gsLst>
            <a:lin ang="0" scaled="0"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B2D7A2E-05BD-40D9-B7DD-7C6514CD2561}"/>
              </a:ext>
            </a:extLst>
          </p:cNvPr>
          <p:cNvSpPr/>
          <p:nvPr/>
        </p:nvSpPr>
        <p:spPr bwMode="gray">
          <a:xfrm>
            <a:off x="6771288" y="2890478"/>
            <a:ext cx="897420" cy="77889"/>
          </a:xfrm>
          <a:prstGeom prst="rect">
            <a:avLst/>
          </a:prstGeom>
          <a:gradFill>
            <a:gsLst>
              <a:gs pos="17000">
                <a:schemeClr val="accent6"/>
              </a:gs>
              <a:gs pos="83000">
                <a:schemeClr val="accent1"/>
              </a:gs>
            </a:gsLst>
            <a:lin ang="0" scaled="0"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2" name="Freeform 845">
            <a:extLst>
              <a:ext uri="{FF2B5EF4-FFF2-40B4-BE49-F238E27FC236}">
                <a16:creationId xmlns:a16="http://schemas.microsoft.com/office/drawing/2014/main" id="{CD51B204-B0AD-40BE-A05C-CD6A094230A6}"/>
              </a:ext>
            </a:extLst>
          </p:cNvPr>
          <p:cNvSpPr>
            <a:spLocks noEditPoints="1"/>
          </p:cNvSpPr>
          <p:nvPr/>
        </p:nvSpPr>
        <p:spPr bwMode="auto">
          <a:xfrm>
            <a:off x="1255730" y="2133697"/>
            <a:ext cx="508224" cy="690663"/>
          </a:xfrm>
          <a:custGeom>
            <a:avLst/>
            <a:gdLst>
              <a:gd name="T0" fmla="*/ 214 w 235"/>
              <a:gd name="T1" fmla="*/ 258 h 320"/>
              <a:gd name="T2" fmla="*/ 214 w 235"/>
              <a:gd name="T3" fmla="*/ 181 h 320"/>
              <a:gd name="T4" fmla="*/ 182 w 235"/>
              <a:gd name="T5" fmla="*/ 149 h 320"/>
              <a:gd name="T6" fmla="*/ 128 w 235"/>
              <a:gd name="T7" fmla="*/ 149 h 320"/>
              <a:gd name="T8" fmla="*/ 128 w 235"/>
              <a:gd name="T9" fmla="*/ 62 h 320"/>
              <a:gd name="T10" fmla="*/ 150 w 235"/>
              <a:gd name="T11" fmla="*/ 32 h 320"/>
              <a:gd name="T12" fmla="*/ 118 w 235"/>
              <a:gd name="T13" fmla="*/ 0 h 320"/>
              <a:gd name="T14" fmla="*/ 86 w 235"/>
              <a:gd name="T15" fmla="*/ 32 h 320"/>
              <a:gd name="T16" fmla="*/ 107 w 235"/>
              <a:gd name="T17" fmla="*/ 62 h 320"/>
              <a:gd name="T18" fmla="*/ 107 w 235"/>
              <a:gd name="T19" fmla="*/ 149 h 320"/>
              <a:gd name="T20" fmla="*/ 54 w 235"/>
              <a:gd name="T21" fmla="*/ 149 h 320"/>
              <a:gd name="T22" fmla="*/ 22 w 235"/>
              <a:gd name="T23" fmla="*/ 181 h 320"/>
              <a:gd name="T24" fmla="*/ 22 w 235"/>
              <a:gd name="T25" fmla="*/ 258 h 320"/>
              <a:gd name="T26" fmla="*/ 0 w 235"/>
              <a:gd name="T27" fmla="*/ 288 h 320"/>
              <a:gd name="T28" fmla="*/ 32 w 235"/>
              <a:gd name="T29" fmla="*/ 320 h 320"/>
              <a:gd name="T30" fmla="*/ 64 w 235"/>
              <a:gd name="T31" fmla="*/ 288 h 320"/>
              <a:gd name="T32" fmla="*/ 43 w 235"/>
              <a:gd name="T33" fmla="*/ 258 h 320"/>
              <a:gd name="T34" fmla="*/ 43 w 235"/>
              <a:gd name="T35" fmla="*/ 181 h 320"/>
              <a:gd name="T36" fmla="*/ 54 w 235"/>
              <a:gd name="T37" fmla="*/ 170 h 320"/>
              <a:gd name="T38" fmla="*/ 107 w 235"/>
              <a:gd name="T39" fmla="*/ 170 h 320"/>
              <a:gd name="T40" fmla="*/ 107 w 235"/>
              <a:gd name="T41" fmla="*/ 258 h 320"/>
              <a:gd name="T42" fmla="*/ 86 w 235"/>
              <a:gd name="T43" fmla="*/ 288 h 320"/>
              <a:gd name="T44" fmla="*/ 118 w 235"/>
              <a:gd name="T45" fmla="*/ 320 h 320"/>
              <a:gd name="T46" fmla="*/ 150 w 235"/>
              <a:gd name="T47" fmla="*/ 288 h 320"/>
              <a:gd name="T48" fmla="*/ 128 w 235"/>
              <a:gd name="T49" fmla="*/ 258 h 320"/>
              <a:gd name="T50" fmla="*/ 128 w 235"/>
              <a:gd name="T51" fmla="*/ 170 h 320"/>
              <a:gd name="T52" fmla="*/ 182 w 235"/>
              <a:gd name="T53" fmla="*/ 170 h 320"/>
              <a:gd name="T54" fmla="*/ 192 w 235"/>
              <a:gd name="T55" fmla="*/ 181 h 320"/>
              <a:gd name="T56" fmla="*/ 192 w 235"/>
              <a:gd name="T57" fmla="*/ 258 h 320"/>
              <a:gd name="T58" fmla="*/ 171 w 235"/>
              <a:gd name="T59" fmla="*/ 288 h 320"/>
              <a:gd name="T60" fmla="*/ 203 w 235"/>
              <a:gd name="T61" fmla="*/ 320 h 320"/>
              <a:gd name="T62" fmla="*/ 235 w 235"/>
              <a:gd name="T63" fmla="*/ 288 h 320"/>
              <a:gd name="T64" fmla="*/ 214 w 235"/>
              <a:gd name="T65" fmla="*/ 258 h 320"/>
              <a:gd name="T66" fmla="*/ 118 w 235"/>
              <a:gd name="T67" fmla="*/ 21 h 320"/>
              <a:gd name="T68" fmla="*/ 128 w 235"/>
              <a:gd name="T69" fmla="*/ 32 h 320"/>
              <a:gd name="T70" fmla="*/ 118 w 235"/>
              <a:gd name="T71" fmla="*/ 42 h 320"/>
              <a:gd name="T72" fmla="*/ 107 w 235"/>
              <a:gd name="T73" fmla="*/ 32 h 320"/>
              <a:gd name="T74" fmla="*/ 118 w 235"/>
              <a:gd name="T75" fmla="*/ 21 h 320"/>
              <a:gd name="T76" fmla="*/ 32 w 235"/>
              <a:gd name="T77" fmla="*/ 298 h 320"/>
              <a:gd name="T78" fmla="*/ 22 w 235"/>
              <a:gd name="T79" fmla="*/ 288 h 320"/>
              <a:gd name="T80" fmla="*/ 32 w 235"/>
              <a:gd name="T81" fmla="*/ 277 h 320"/>
              <a:gd name="T82" fmla="*/ 43 w 235"/>
              <a:gd name="T83" fmla="*/ 288 h 320"/>
              <a:gd name="T84" fmla="*/ 32 w 235"/>
              <a:gd name="T85" fmla="*/ 298 h 320"/>
              <a:gd name="T86" fmla="*/ 118 w 235"/>
              <a:gd name="T87" fmla="*/ 298 h 320"/>
              <a:gd name="T88" fmla="*/ 107 w 235"/>
              <a:gd name="T89" fmla="*/ 288 h 320"/>
              <a:gd name="T90" fmla="*/ 118 w 235"/>
              <a:gd name="T91" fmla="*/ 277 h 320"/>
              <a:gd name="T92" fmla="*/ 128 w 235"/>
              <a:gd name="T93" fmla="*/ 288 h 320"/>
              <a:gd name="T94" fmla="*/ 118 w 235"/>
              <a:gd name="T95" fmla="*/ 298 h 320"/>
              <a:gd name="T96" fmla="*/ 203 w 235"/>
              <a:gd name="T97" fmla="*/ 298 h 320"/>
              <a:gd name="T98" fmla="*/ 192 w 235"/>
              <a:gd name="T99" fmla="*/ 288 h 320"/>
              <a:gd name="T100" fmla="*/ 203 w 235"/>
              <a:gd name="T101" fmla="*/ 277 h 320"/>
              <a:gd name="T102" fmla="*/ 214 w 235"/>
              <a:gd name="T103" fmla="*/ 288 h 320"/>
              <a:gd name="T104" fmla="*/ 203 w 235"/>
              <a:gd name="T105" fmla="*/ 29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5" h="320">
                <a:moveTo>
                  <a:pt x="214" y="258"/>
                </a:moveTo>
                <a:cubicBezTo>
                  <a:pt x="214" y="181"/>
                  <a:pt x="214" y="181"/>
                  <a:pt x="214" y="181"/>
                </a:cubicBezTo>
                <a:cubicBezTo>
                  <a:pt x="214" y="158"/>
                  <a:pt x="195" y="149"/>
                  <a:pt x="182" y="149"/>
                </a:cubicBezTo>
                <a:cubicBezTo>
                  <a:pt x="128" y="149"/>
                  <a:pt x="128" y="149"/>
                  <a:pt x="128" y="149"/>
                </a:cubicBezTo>
                <a:cubicBezTo>
                  <a:pt x="128" y="62"/>
                  <a:pt x="128" y="62"/>
                  <a:pt x="128" y="62"/>
                </a:cubicBezTo>
                <a:cubicBezTo>
                  <a:pt x="141" y="57"/>
                  <a:pt x="150" y="46"/>
                  <a:pt x="150" y="32"/>
                </a:cubicBezTo>
                <a:cubicBezTo>
                  <a:pt x="150" y="14"/>
                  <a:pt x="135" y="0"/>
                  <a:pt x="118" y="0"/>
                </a:cubicBezTo>
                <a:cubicBezTo>
                  <a:pt x="100" y="0"/>
                  <a:pt x="86" y="14"/>
                  <a:pt x="86" y="32"/>
                </a:cubicBezTo>
                <a:cubicBezTo>
                  <a:pt x="86" y="46"/>
                  <a:pt x="95" y="57"/>
                  <a:pt x="107" y="62"/>
                </a:cubicBezTo>
                <a:cubicBezTo>
                  <a:pt x="107" y="149"/>
                  <a:pt x="107" y="149"/>
                  <a:pt x="107" y="149"/>
                </a:cubicBezTo>
                <a:cubicBezTo>
                  <a:pt x="54" y="149"/>
                  <a:pt x="54" y="149"/>
                  <a:pt x="54" y="149"/>
                </a:cubicBezTo>
                <a:cubicBezTo>
                  <a:pt x="31" y="149"/>
                  <a:pt x="22" y="168"/>
                  <a:pt x="22" y="181"/>
                </a:cubicBezTo>
                <a:cubicBezTo>
                  <a:pt x="22" y="258"/>
                  <a:pt x="22" y="258"/>
                  <a:pt x="22" y="258"/>
                </a:cubicBezTo>
                <a:cubicBezTo>
                  <a:pt x="9" y="262"/>
                  <a:pt x="0" y="274"/>
                  <a:pt x="0" y="288"/>
                </a:cubicBezTo>
                <a:cubicBezTo>
                  <a:pt x="0" y="305"/>
                  <a:pt x="15" y="320"/>
                  <a:pt x="32" y="320"/>
                </a:cubicBezTo>
                <a:cubicBezTo>
                  <a:pt x="50" y="320"/>
                  <a:pt x="64" y="305"/>
                  <a:pt x="64" y="288"/>
                </a:cubicBezTo>
                <a:cubicBezTo>
                  <a:pt x="64" y="274"/>
                  <a:pt x="55" y="262"/>
                  <a:pt x="43" y="258"/>
                </a:cubicBezTo>
                <a:cubicBezTo>
                  <a:pt x="43" y="181"/>
                  <a:pt x="43" y="181"/>
                  <a:pt x="43" y="181"/>
                </a:cubicBezTo>
                <a:cubicBezTo>
                  <a:pt x="43" y="179"/>
                  <a:pt x="44" y="170"/>
                  <a:pt x="54" y="170"/>
                </a:cubicBezTo>
                <a:cubicBezTo>
                  <a:pt x="107" y="170"/>
                  <a:pt x="107" y="170"/>
                  <a:pt x="107" y="170"/>
                </a:cubicBezTo>
                <a:cubicBezTo>
                  <a:pt x="107" y="258"/>
                  <a:pt x="107" y="258"/>
                  <a:pt x="107" y="258"/>
                </a:cubicBezTo>
                <a:cubicBezTo>
                  <a:pt x="95" y="262"/>
                  <a:pt x="86" y="274"/>
                  <a:pt x="86" y="288"/>
                </a:cubicBezTo>
                <a:cubicBezTo>
                  <a:pt x="86" y="305"/>
                  <a:pt x="100" y="320"/>
                  <a:pt x="118" y="320"/>
                </a:cubicBezTo>
                <a:cubicBezTo>
                  <a:pt x="135" y="320"/>
                  <a:pt x="150" y="305"/>
                  <a:pt x="150" y="288"/>
                </a:cubicBezTo>
                <a:cubicBezTo>
                  <a:pt x="150" y="274"/>
                  <a:pt x="141" y="262"/>
                  <a:pt x="128" y="258"/>
                </a:cubicBezTo>
                <a:cubicBezTo>
                  <a:pt x="128" y="170"/>
                  <a:pt x="128" y="170"/>
                  <a:pt x="128" y="170"/>
                </a:cubicBezTo>
                <a:cubicBezTo>
                  <a:pt x="182" y="170"/>
                  <a:pt x="182" y="170"/>
                  <a:pt x="182" y="170"/>
                </a:cubicBezTo>
                <a:cubicBezTo>
                  <a:pt x="186" y="170"/>
                  <a:pt x="192" y="172"/>
                  <a:pt x="192" y="181"/>
                </a:cubicBezTo>
                <a:cubicBezTo>
                  <a:pt x="192" y="258"/>
                  <a:pt x="192" y="258"/>
                  <a:pt x="192" y="258"/>
                </a:cubicBezTo>
                <a:cubicBezTo>
                  <a:pt x="180" y="262"/>
                  <a:pt x="171" y="274"/>
                  <a:pt x="171" y="288"/>
                </a:cubicBezTo>
                <a:cubicBezTo>
                  <a:pt x="171" y="305"/>
                  <a:pt x="185" y="320"/>
                  <a:pt x="203" y="320"/>
                </a:cubicBezTo>
                <a:cubicBezTo>
                  <a:pt x="221" y="320"/>
                  <a:pt x="235" y="305"/>
                  <a:pt x="235" y="288"/>
                </a:cubicBezTo>
                <a:cubicBezTo>
                  <a:pt x="235" y="274"/>
                  <a:pt x="226" y="262"/>
                  <a:pt x="214" y="258"/>
                </a:cubicBezTo>
                <a:close/>
                <a:moveTo>
                  <a:pt x="118" y="21"/>
                </a:moveTo>
                <a:cubicBezTo>
                  <a:pt x="124" y="21"/>
                  <a:pt x="128" y="26"/>
                  <a:pt x="128" y="32"/>
                </a:cubicBezTo>
                <a:cubicBezTo>
                  <a:pt x="128" y="38"/>
                  <a:pt x="124" y="42"/>
                  <a:pt x="118" y="42"/>
                </a:cubicBezTo>
                <a:cubicBezTo>
                  <a:pt x="112" y="42"/>
                  <a:pt x="107" y="38"/>
                  <a:pt x="107" y="32"/>
                </a:cubicBezTo>
                <a:cubicBezTo>
                  <a:pt x="107" y="26"/>
                  <a:pt x="112" y="21"/>
                  <a:pt x="118" y="21"/>
                </a:cubicBezTo>
                <a:close/>
                <a:moveTo>
                  <a:pt x="32" y="298"/>
                </a:moveTo>
                <a:cubicBezTo>
                  <a:pt x="26" y="298"/>
                  <a:pt x="22" y="294"/>
                  <a:pt x="22" y="288"/>
                </a:cubicBezTo>
                <a:cubicBezTo>
                  <a:pt x="22" y="282"/>
                  <a:pt x="26" y="277"/>
                  <a:pt x="32" y="277"/>
                </a:cubicBezTo>
                <a:cubicBezTo>
                  <a:pt x="38" y="277"/>
                  <a:pt x="43" y="282"/>
                  <a:pt x="43" y="288"/>
                </a:cubicBezTo>
                <a:cubicBezTo>
                  <a:pt x="43" y="294"/>
                  <a:pt x="38" y="298"/>
                  <a:pt x="32" y="298"/>
                </a:cubicBezTo>
                <a:close/>
                <a:moveTo>
                  <a:pt x="118" y="298"/>
                </a:moveTo>
                <a:cubicBezTo>
                  <a:pt x="112" y="298"/>
                  <a:pt x="107" y="294"/>
                  <a:pt x="107" y="288"/>
                </a:cubicBezTo>
                <a:cubicBezTo>
                  <a:pt x="107" y="282"/>
                  <a:pt x="112" y="277"/>
                  <a:pt x="118" y="277"/>
                </a:cubicBezTo>
                <a:cubicBezTo>
                  <a:pt x="124" y="277"/>
                  <a:pt x="128" y="282"/>
                  <a:pt x="128" y="288"/>
                </a:cubicBezTo>
                <a:cubicBezTo>
                  <a:pt x="128" y="294"/>
                  <a:pt x="124" y="298"/>
                  <a:pt x="118" y="298"/>
                </a:cubicBezTo>
                <a:close/>
                <a:moveTo>
                  <a:pt x="203" y="298"/>
                </a:moveTo>
                <a:cubicBezTo>
                  <a:pt x="197" y="298"/>
                  <a:pt x="192" y="294"/>
                  <a:pt x="192" y="288"/>
                </a:cubicBezTo>
                <a:cubicBezTo>
                  <a:pt x="192" y="282"/>
                  <a:pt x="197" y="277"/>
                  <a:pt x="203" y="277"/>
                </a:cubicBezTo>
                <a:cubicBezTo>
                  <a:pt x="209" y="277"/>
                  <a:pt x="214" y="282"/>
                  <a:pt x="214" y="288"/>
                </a:cubicBezTo>
                <a:cubicBezTo>
                  <a:pt x="214" y="294"/>
                  <a:pt x="209" y="298"/>
                  <a:pt x="203" y="29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53" name="Freeform 400">
            <a:extLst>
              <a:ext uri="{FF2B5EF4-FFF2-40B4-BE49-F238E27FC236}">
                <a16:creationId xmlns:a16="http://schemas.microsoft.com/office/drawing/2014/main" id="{F0CB5C78-806A-4062-A3FE-9B93B43A1AE9}"/>
              </a:ext>
            </a:extLst>
          </p:cNvPr>
          <p:cNvSpPr>
            <a:spLocks noEditPoints="1"/>
          </p:cNvSpPr>
          <p:nvPr/>
        </p:nvSpPr>
        <p:spPr bwMode="auto">
          <a:xfrm>
            <a:off x="5754838" y="2165450"/>
            <a:ext cx="615087" cy="615087"/>
          </a:xfrm>
          <a:custGeom>
            <a:avLst/>
            <a:gdLst>
              <a:gd name="T0" fmla="*/ 22 w 277"/>
              <a:gd name="T1" fmla="*/ 53 h 277"/>
              <a:gd name="T2" fmla="*/ 64 w 277"/>
              <a:gd name="T3" fmla="*/ 9 h 277"/>
              <a:gd name="T4" fmla="*/ 0 w 277"/>
              <a:gd name="T5" fmla="*/ 64 h 277"/>
              <a:gd name="T6" fmla="*/ 11 w 277"/>
              <a:gd name="T7" fmla="*/ 117 h 277"/>
              <a:gd name="T8" fmla="*/ 64 w 277"/>
              <a:gd name="T9" fmla="*/ 107 h 277"/>
              <a:gd name="T10" fmla="*/ 53 w 277"/>
              <a:gd name="T11" fmla="*/ 53 h 277"/>
              <a:gd name="T12" fmla="*/ 21 w 277"/>
              <a:gd name="T13" fmla="*/ 96 h 277"/>
              <a:gd name="T14" fmla="*/ 43 w 277"/>
              <a:gd name="T15" fmla="*/ 75 h 277"/>
              <a:gd name="T16" fmla="*/ 149 w 277"/>
              <a:gd name="T17" fmla="*/ 107 h 277"/>
              <a:gd name="T18" fmla="*/ 139 w 277"/>
              <a:gd name="T19" fmla="*/ 53 h 277"/>
              <a:gd name="T20" fmla="*/ 140 w 277"/>
              <a:gd name="T21" fmla="*/ 21 h 277"/>
              <a:gd name="T22" fmla="*/ 137 w 277"/>
              <a:gd name="T23" fmla="*/ 0 h 277"/>
              <a:gd name="T24" fmla="*/ 85 w 277"/>
              <a:gd name="T25" fmla="*/ 107 h 277"/>
              <a:gd name="T26" fmla="*/ 139 w 277"/>
              <a:gd name="T27" fmla="*/ 117 h 277"/>
              <a:gd name="T28" fmla="*/ 128 w 277"/>
              <a:gd name="T29" fmla="*/ 96 h 277"/>
              <a:gd name="T30" fmla="*/ 107 w 277"/>
              <a:gd name="T31" fmla="*/ 75 h 277"/>
              <a:gd name="T32" fmla="*/ 128 w 277"/>
              <a:gd name="T33" fmla="*/ 96 h 277"/>
              <a:gd name="T34" fmla="*/ 224 w 277"/>
              <a:gd name="T35" fmla="*/ 160 h 277"/>
              <a:gd name="T36" fmla="*/ 213 w 277"/>
              <a:gd name="T37" fmla="*/ 213 h 277"/>
              <a:gd name="T38" fmla="*/ 255 w 277"/>
              <a:gd name="T39" fmla="*/ 224 h 277"/>
              <a:gd name="T40" fmla="*/ 213 w 277"/>
              <a:gd name="T41" fmla="*/ 268 h 277"/>
              <a:gd name="T42" fmla="*/ 225 w 277"/>
              <a:gd name="T43" fmla="*/ 277 h 277"/>
              <a:gd name="T44" fmla="*/ 277 w 277"/>
              <a:gd name="T45" fmla="*/ 171 h 277"/>
              <a:gd name="T46" fmla="*/ 235 w 277"/>
              <a:gd name="T47" fmla="*/ 181 h 277"/>
              <a:gd name="T48" fmla="*/ 256 w 277"/>
              <a:gd name="T49" fmla="*/ 203 h 277"/>
              <a:gd name="T50" fmla="*/ 235 w 277"/>
              <a:gd name="T51" fmla="*/ 181 h 277"/>
              <a:gd name="T52" fmla="*/ 139 w 277"/>
              <a:gd name="T53" fmla="*/ 160 h 277"/>
              <a:gd name="T54" fmla="*/ 128 w 277"/>
              <a:gd name="T55" fmla="*/ 213 h 277"/>
              <a:gd name="T56" fmla="*/ 170 w 277"/>
              <a:gd name="T57" fmla="*/ 224 h 277"/>
              <a:gd name="T58" fmla="*/ 128 w 277"/>
              <a:gd name="T59" fmla="*/ 268 h 277"/>
              <a:gd name="T60" fmla="*/ 140 w 277"/>
              <a:gd name="T61" fmla="*/ 277 h 277"/>
              <a:gd name="T62" fmla="*/ 192 w 277"/>
              <a:gd name="T63" fmla="*/ 171 h 277"/>
              <a:gd name="T64" fmla="*/ 149 w 277"/>
              <a:gd name="T65" fmla="*/ 181 h 277"/>
              <a:gd name="T66" fmla="*/ 171 w 277"/>
              <a:gd name="T67" fmla="*/ 203 h 277"/>
              <a:gd name="T68" fmla="*/ 149 w 277"/>
              <a:gd name="T69" fmla="*/ 181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7" h="277">
                <a:moveTo>
                  <a:pt x="53" y="53"/>
                </a:moveTo>
                <a:cubicBezTo>
                  <a:pt x="22" y="53"/>
                  <a:pt x="22" y="53"/>
                  <a:pt x="22" y="53"/>
                </a:cubicBezTo>
                <a:cubicBezTo>
                  <a:pt x="27" y="26"/>
                  <a:pt x="51" y="22"/>
                  <a:pt x="55" y="21"/>
                </a:cubicBezTo>
                <a:cubicBezTo>
                  <a:pt x="60" y="21"/>
                  <a:pt x="65" y="15"/>
                  <a:pt x="64" y="9"/>
                </a:cubicBezTo>
                <a:cubicBezTo>
                  <a:pt x="63" y="4"/>
                  <a:pt x="58" y="0"/>
                  <a:pt x="52" y="0"/>
                </a:cubicBezTo>
                <a:cubicBezTo>
                  <a:pt x="34" y="2"/>
                  <a:pt x="0" y="18"/>
                  <a:pt x="0" y="64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3"/>
                  <a:pt x="5" y="117"/>
                  <a:pt x="11" y="117"/>
                </a:cubicBezTo>
                <a:cubicBezTo>
                  <a:pt x="53" y="117"/>
                  <a:pt x="53" y="117"/>
                  <a:pt x="53" y="117"/>
                </a:cubicBezTo>
                <a:cubicBezTo>
                  <a:pt x="59" y="117"/>
                  <a:pt x="64" y="113"/>
                  <a:pt x="64" y="107"/>
                </a:cubicBezTo>
                <a:cubicBezTo>
                  <a:pt x="64" y="64"/>
                  <a:pt x="64" y="64"/>
                  <a:pt x="64" y="64"/>
                </a:cubicBezTo>
                <a:cubicBezTo>
                  <a:pt x="64" y="58"/>
                  <a:pt x="59" y="53"/>
                  <a:pt x="53" y="53"/>
                </a:cubicBezTo>
                <a:close/>
                <a:moveTo>
                  <a:pt x="43" y="96"/>
                </a:moveTo>
                <a:cubicBezTo>
                  <a:pt x="21" y="96"/>
                  <a:pt x="21" y="96"/>
                  <a:pt x="21" y="96"/>
                </a:cubicBezTo>
                <a:cubicBezTo>
                  <a:pt x="21" y="75"/>
                  <a:pt x="21" y="75"/>
                  <a:pt x="21" y="75"/>
                </a:cubicBezTo>
                <a:cubicBezTo>
                  <a:pt x="43" y="75"/>
                  <a:pt x="43" y="75"/>
                  <a:pt x="43" y="75"/>
                </a:cubicBezTo>
                <a:lnTo>
                  <a:pt x="43" y="96"/>
                </a:lnTo>
                <a:close/>
                <a:moveTo>
                  <a:pt x="149" y="107"/>
                </a:moveTo>
                <a:cubicBezTo>
                  <a:pt x="149" y="64"/>
                  <a:pt x="149" y="64"/>
                  <a:pt x="149" y="64"/>
                </a:cubicBezTo>
                <a:cubicBezTo>
                  <a:pt x="149" y="58"/>
                  <a:pt x="145" y="53"/>
                  <a:pt x="139" y="53"/>
                </a:cubicBezTo>
                <a:cubicBezTo>
                  <a:pt x="108" y="53"/>
                  <a:pt x="108" y="53"/>
                  <a:pt x="108" y="53"/>
                </a:cubicBezTo>
                <a:cubicBezTo>
                  <a:pt x="113" y="26"/>
                  <a:pt x="137" y="22"/>
                  <a:pt x="140" y="21"/>
                </a:cubicBezTo>
                <a:cubicBezTo>
                  <a:pt x="146" y="21"/>
                  <a:pt x="150" y="15"/>
                  <a:pt x="149" y="9"/>
                </a:cubicBezTo>
                <a:cubicBezTo>
                  <a:pt x="149" y="4"/>
                  <a:pt x="143" y="0"/>
                  <a:pt x="137" y="0"/>
                </a:cubicBezTo>
                <a:cubicBezTo>
                  <a:pt x="119" y="2"/>
                  <a:pt x="85" y="18"/>
                  <a:pt x="85" y="64"/>
                </a:cubicBezTo>
                <a:cubicBezTo>
                  <a:pt x="85" y="107"/>
                  <a:pt x="85" y="107"/>
                  <a:pt x="85" y="107"/>
                </a:cubicBezTo>
                <a:cubicBezTo>
                  <a:pt x="85" y="113"/>
                  <a:pt x="90" y="117"/>
                  <a:pt x="96" y="117"/>
                </a:cubicBezTo>
                <a:cubicBezTo>
                  <a:pt x="139" y="117"/>
                  <a:pt x="139" y="117"/>
                  <a:pt x="139" y="117"/>
                </a:cubicBezTo>
                <a:cubicBezTo>
                  <a:pt x="145" y="117"/>
                  <a:pt x="149" y="113"/>
                  <a:pt x="149" y="107"/>
                </a:cubicBezTo>
                <a:close/>
                <a:moveTo>
                  <a:pt x="128" y="96"/>
                </a:moveTo>
                <a:cubicBezTo>
                  <a:pt x="107" y="96"/>
                  <a:pt x="107" y="96"/>
                  <a:pt x="107" y="96"/>
                </a:cubicBezTo>
                <a:cubicBezTo>
                  <a:pt x="107" y="75"/>
                  <a:pt x="107" y="75"/>
                  <a:pt x="107" y="75"/>
                </a:cubicBezTo>
                <a:cubicBezTo>
                  <a:pt x="128" y="75"/>
                  <a:pt x="128" y="75"/>
                  <a:pt x="128" y="75"/>
                </a:cubicBezTo>
                <a:lnTo>
                  <a:pt x="128" y="96"/>
                </a:lnTo>
                <a:close/>
                <a:moveTo>
                  <a:pt x="267" y="160"/>
                </a:moveTo>
                <a:cubicBezTo>
                  <a:pt x="224" y="160"/>
                  <a:pt x="224" y="160"/>
                  <a:pt x="224" y="160"/>
                </a:cubicBezTo>
                <a:cubicBezTo>
                  <a:pt x="218" y="160"/>
                  <a:pt x="213" y="165"/>
                  <a:pt x="213" y="171"/>
                </a:cubicBezTo>
                <a:cubicBezTo>
                  <a:pt x="213" y="213"/>
                  <a:pt x="213" y="213"/>
                  <a:pt x="213" y="213"/>
                </a:cubicBezTo>
                <a:cubicBezTo>
                  <a:pt x="213" y="219"/>
                  <a:pt x="218" y="224"/>
                  <a:pt x="224" y="224"/>
                </a:cubicBezTo>
                <a:cubicBezTo>
                  <a:pt x="255" y="224"/>
                  <a:pt x="255" y="224"/>
                  <a:pt x="255" y="224"/>
                </a:cubicBezTo>
                <a:cubicBezTo>
                  <a:pt x="250" y="252"/>
                  <a:pt x="226" y="256"/>
                  <a:pt x="223" y="256"/>
                </a:cubicBezTo>
                <a:cubicBezTo>
                  <a:pt x="217" y="257"/>
                  <a:pt x="213" y="262"/>
                  <a:pt x="213" y="268"/>
                </a:cubicBezTo>
                <a:cubicBezTo>
                  <a:pt x="214" y="273"/>
                  <a:pt x="219" y="277"/>
                  <a:pt x="224" y="277"/>
                </a:cubicBezTo>
                <a:cubicBezTo>
                  <a:pt x="224" y="277"/>
                  <a:pt x="225" y="277"/>
                  <a:pt x="225" y="277"/>
                </a:cubicBezTo>
                <a:cubicBezTo>
                  <a:pt x="243" y="275"/>
                  <a:pt x="277" y="259"/>
                  <a:pt x="277" y="213"/>
                </a:cubicBezTo>
                <a:cubicBezTo>
                  <a:pt x="277" y="171"/>
                  <a:pt x="277" y="171"/>
                  <a:pt x="277" y="171"/>
                </a:cubicBezTo>
                <a:cubicBezTo>
                  <a:pt x="277" y="165"/>
                  <a:pt x="273" y="160"/>
                  <a:pt x="267" y="160"/>
                </a:cubicBezTo>
                <a:close/>
                <a:moveTo>
                  <a:pt x="235" y="181"/>
                </a:moveTo>
                <a:cubicBezTo>
                  <a:pt x="256" y="181"/>
                  <a:pt x="256" y="181"/>
                  <a:pt x="256" y="181"/>
                </a:cubicBezTo>
                <a:cubicBezTo>
                  <a:pt x="256" y="203"/>
                  <a:pt x="256" y="203"/>
                  <a:pt x="256" y="203"/>
                </a:cubicBezTo>
                <a:cubicBezTo>
                  <a:pt x="235" y="203"/>
                  <a:pt x="235" y="203"/>
                  <a:pt x="235" y="203"/>
                </a:cubicBezTo>
                <a:lnTo>
                  <a:pt x="235" y="181"/>
                </a:lnTo>
                <a:close/>
                <a:moveTo>
                  <a:pt x="181" y="160"/>
                </a:moveTo>
                <a:cubicBezTo>
                  <a:pt x="139" y="160"/>
                  <a:pt x="139" y="160"/>
                  <a:pt x="139" y="160"/>
                </a:cubicBezTo>
                <a:cubicBezTo>
                  <a:pt x="133" y="160"/>
                  <a:pt x="128" y="165"/>
                  <a:pt x="128" y="171"/>
                </a:cubicBezTo>
                <a:cubicBezTo>
                  <a:pt x="128" y="213"/>
                  <a:pt x="128" y="213"/>
                  <a:pt x="128" y="213"/>
                </a:cubicBezTo>
                <a:cubicBezTo>
                  <a:pt x="128" y="219"/>
                  <a:pt x="133" y="224"/>
                  <a:pt x="139" y="224"/>
                </a:cubicBezTo>
                <a:cubicBezTo>
                  <a:pt x="170" y="224"/>
                  <a:pt x="170" y="224"/>
                  <a:pt x="170" y="224"/>
                </a:cubicBezTo>
                <a:cubicBezTo>
                  <a:pt x="165" y="252"/>
                  <a:pt x="141" y="256"/>
                  <a:pt x="137" y="256"/>
                </a:cubicBezTo>
                <a:cubicBezTo>
                  <a:pt x="132" y="257"/>
                  <a:pt x="127" y="262"/>
                  <a:pt x="128" y="268"/>
                </a:cubicBezTo>
                <a:cubicBezTo>
                  <a:pt x="129" y="273"/>
                  <a:pt x="133" y="277"/>
                  <a:pt x="139" y="277"/>
                </a:cubicBezTo>
                <a:cubicBezTo>
                  <a:pt x="139" y="277"/>
                  <a:pt x="139" y="277"/>
                  <a:pt x="140" y="277"/>
                </a:cubicBezTo>
                <a:cubicBezTo>
                  <a:pt x="158" y="275"/>
                  <a:pt x="192" y="259"/>
                  <a:pt x="192" y="213"/>
                </a:cubicBezTo>
                <a:cubicBezTo>
                  <a:pt x="192" y="171"/>
                  <a:pt x="192" y="171"/>
                  <a:pt x="192" y="171"/>
                </a:cubicBezTo>
                <a:cubicBezTo>
                  <a:pt x="192" y="165"/>
                  <a:pt x="187" y="160"/>
                  <a:pt x="181" y="160"/>
                </a:cubicBezTo>
                <a:close/>
                <a:moveTo>
                  <a:pt x="149" y="181"/>
                </a:moveTo>
                <a:cubicBezTo>
                  <a:pt x="171" y="181"/>
                  <a:pt x="171" y="181"/>
                  <a:pt x="171" y="181"/>
                </a:cubicBezTo>
                <a:cubicBezTo>
                  <a:pt x="171" y="203"/>
                  <a:pt x="171" y="203"/>
                  <a:pt x="171" y="203"/>
                </a:cubicBezTo>
                <a:cubicBezTo>
                  <a:pt x="149" y="203"/>
                  <a:pt x="149" y="203"/>
                  <a:pt x="149" y="203"/>
                </a:cubicBezTo>
                <a:lnTo>
                  <a:pt x="149" y="1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154" name="Group 245">
            <a:extLst>
              <a:ext uri="{FF2B5EF4-FFF2-40B4-BE49-F238E27FC236}">
                <a16:creationId xmlns:a16="http://schemas.microsoft.com/office/drawing/2014/main" id="{C6FA0BEA-237C-4B7A-8EE8-2F9E03DEFA6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45580" y="2207966"/>
            <a:ext cx="706877" cy="613516"/>
            <a:chOff x="3544" y="884"/>
            <a:chExt cx="212" cy="184"/>
          </a:xfrm>
          <a:solidFill>
            <a:schemeClr val="accent1"/>
          </a:solidFill>
        </p:grpSpPr>
        <p:sp>
          <p:nvSpPr>
            <p:cNvPr id="155" name="Freeform 247">
              <a:extLst>
                <a:ext uri="{FF2B5EF4-FFF2-40B4-BE49-F238E27FC236}">
                  <a16:creationId xmlns:a16="http://schemas.microsoft.com/office/drawing/2014/main" id="{68414C74-9DA3-402A-9D0B-D79AE4BF22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44" y="884"/>
              <a:ext cx="212" cy="184"/>
            </a:xfrm>
            <a:custGeom>
              <a:avLst/>
              <a:gdLst>
                <a:gd name="T0" fmla="*/ 309 w 320"/>
                <a:gd name="T1" fmla="*/ 0 h 278"/>
                <a:gd name="T2" fmla="*/ 10 w 320"/>
                <a:gd name="T3" fmla="*/ 0 h 278"/>
                <a:gd name="T4" fmla="*/ 0 w 320"/>
                <a:gd name="T5" fmla="*/ 11 h 278"/>
                <a:gd name="T6" fmla="*/ 0 w 320"/>
                <a:gd name="T7" fmla="*/ 203 h 278"/>
                <a:gd name="T8" fmla="*/ 10 w 320"/>
                <a:gd name="T9" fmla="*/ 214 h 278"/>
                <a:gd name="T10" fmla="*/ 53 w 320"/>
                <a:gd name="T11" fmla="*/ 214 h 278"/>
                <a:gd name="T12" fmla="*/ 53 w 320"/>
                <a:gd name="T13" fmla="*/ 267 h 278"/>
                <a:gd name="T14" fmla="*/ 60 w 320"/>
                <a:gd name="T15" fmla="*/ 277 h 278"/>
                <a:gd name="T16" fmla="*/ 64 w 320"/>
                <a:gd name="T17" fmla="*/ 278 h 278"/>
                <a:gd name="T18" fmla="*/ 72 w 320"/>
                <a:gd name="T19" fmla="*/ 274 h 278"/>
                <a:gd name="T20" fmla="*/ 122 w 320"/>
                <a:gd name="T21" fmla="*/ 214 h 278"/>
                <a:gd name="T22" fmla="*/ 309 w 320"/>
                <a:gd name="T23" fmla="*/ 214 h 278"/>
                <a:gd name="T24" fmla="*/ 320 w 320"/>
                <a:gd name="T25" fmla="*/ 203 h 278"/>
                <a:gd name="T26" fmla="*/ 320 w 320"/>
                <a:gd name="T27" fmla="*/ 11 h 278"/>
                <a:gd name="T28" fmla="*/ 309 w 320"/>
                <a:gd name="T29" fmla="*/ 0 h 278"/>
                <a:gd name="T30" fmla="*/ 298 w 320"/>
                <a:gd name="T31" fmla="*/ 192 h 278"/>
                <a:gd name="T32" fmla="*/ 117 w 320"/>
                <a:gd name="T33" fmla="*/ 192 h 278"/>
                <a:gd name="T34" fmla="*/ 109 w 320"/>
                <a:gd name="T35" fmla="*/ 196 h 278"/>
                <a:gd name="T36" fmla="*/ 74 w 320"/>
                <a:gd name="T37" fmla="*/ 238 h 278"/>
                <a:gd name="T38" fmla="*/ 74 w 320"/>
                <a:gd name="T39" fmla="*/ 203 h 278"/>
                <a:gd name="T40" fmla="*/ 64 w 320"/>
                <a:gd name="T41" fmla="*/ 192 h 278"/>
                <a:gd name="T42" fmla="*/ 21 w 320"/>
                <a:gd name="T43" fmla="*/ 192 h 278"/>
                <a:gd name="T44" fmla="*/ 21 w 320"/>
                <a:gd name="T45" fmla="*/ 22 h 278"/>
                <a:gd name="T46" fmla="*/ 298 w 320"/>
                <a:gd name="T47" fmla="*/ 22 h 278"/>
                <a:gd name="T48" fmla="*/ 298 w 320"/>
                <a:gd name="T49" fmla="*/ 192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0" h="278">
                  <a:moveTo>
                    <a:pt x="309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09"/>
                    <a:pt x="4" y="214"/>
                    <a:pt x="10" y="214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67"/>
                    <a:pt x="53" y="267"/>
                    <a:pt x="53" y="267"/>
                  </a:cubicBezTo>
                  <a:cubicBezTo>
                    <a:pt x="53" y="271"/>
                    <a:pt x="56" y="276"/>
                    <a:pt x="60" y="277"/>
                  </a:cubicBezTo>
                  <a:cubicBezTo>
                    <a:pt x="61" y="277"/>
                    <a:pt x="62" y="278"/>
                    <a:pt x="64" y="278"/>
                  </a:cubicBezTo>
                  <a:cubicBezTo>
                    <a:pt x="67" y="278"/>
                    <a:pt x="70" y="276"/>
                    <a:pt x="72" y="274"/>
                  </a:cubicBezTo>
                  <a:cubicBezTo>
                    <a:pt x="122" y="214"/>
                    <a:pt x="122" y="214"/>
                    <a:pt x="122" y="214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15" y="214"/>
                    <a:pt x="320" y="209"/>
                    <a:pt x="320" y="203"/>
                  </a:cubicBezTo>
                  <a:cubicBezTo>
                    <a:pt x="320" y="11"/>
                    <a:pt x="320" y="11"/>
                    <a:pt x="320" y="11"/>
                  </a:cubicBezTo>
                  <a:cubicBezTo>
                    <a:pt x="320" y="5"/>
                    <a:pt x="315" y="0"/>
                    <a:pt x="309" y="0"/>
                  </a:cubicBezTo>
                  <a:close/>
                  <a:moveTo>
                    <a:pt x="298" y="192"/>
                  </a:moveTo>
                  <a:cubicBezTo>
                    <a:pt x="117" y="192"/>
                    <a:pt x="117" y="192"/>
                    <a:pt x="117" y="192"/>
                  </a:cubicBezTo>
                  <a:cubicBezTo>
                    <a:pt x="114" y="192"/>
                    <a:pt x="111" y="194"/>
                    <a:pt x="109" y="196"/>
                  </a:cubicBezTo>
                  <a:cubicBezTo>
                    <a:pt x="74" y="238"/>
                    <a:pt x="74" y="238"/>
                    <a:pt x="74" y="238"/>
                  </a:cubicBezTo>
                  <a:cubicBezTo>
                    <a:pt x="74" y="203"/>
                    <a:pt x="74" y="203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ubicBezTo>
                    <a:pt x="21" y="192"/>
                    <a:pt x="21" y="192"/>
                    <a:pt x="21" y="19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98" y="22"/>
                    <a:pt x="298" y="22"/>
                    <a:pt x="298" y="22"/>
                  </a:cubicBezTo>
                  <a:lnTo>
                    <a:pt x="298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6" name="Freeform 248">
              <a:extLst>
                <a:ext uri="{FF2B5EF4-FFF2-40B4-BE49-F238E27FC236}">
                  <a16:creationId xmlns:a16="http://schemas.microsoft.com/office/drawing/2014/main" id="{8D6B0C56-6DA7-4581-B8C8-22DDD9BE2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919"/>
              <a:ext cx="156" cy="14"/>
            </a:xfrm>
            <a:custGeom>
              <a:avLst/>
              <a:gdLst>
                <a:gd name="T0" fmla="*/ 11 w 235"/>
                <a:gd name="T1" fmla="*/ 21 h 21"/>
                <a:gd name="T2" fmla="*/ 224 w 235"/>
                <a:gd name="T3" fmla="*/ 21 h 21"/>
                <a:gd name="T4" fmla="*/ 235 w 235"/>
                <a:gd name="T5" fmla="*/ 10 h 21"/>
                <a:gd name="T6" fmla="*/ 224 w 235"/>
                <a:gd name="T7" fmla="*/ 0 h 21"/>
                <a:gd name="T8" fmla="*/ 11 w 235"/>
                <a:gd name="T9" fmla="*/ 0 h 21"/>
                <a:gd name="T10" fmla="*/ 0 w 235"/>
                <a:gd name="T11" fmla="*/ 10 h 21"/>
                <a:gd name="T12" fmla="*/ 11 w 235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21">
                  <a:moveTo>
                    <a:pt x="11" y="21"/>
                  </a:moveTo>
                  <a:cubicBezTo>
                    <a:pt x="224" y="21"/>
                    <a:pt x="224" y="21"/>
                    <a:pt x="224" y="21"/>
                  </a:cubicBezTo>
                  <a:cubicBezTo>
                    <a:pt x="230" y="21"/>
                    <a:pt x="235" y="16"/>
                    <a:pt x="235" y="10"/>
                  </a:cubicBezTo>
                  <a:cubicBezTo>
                    <a:pt x="235" y="4"/>
                    <a:pt x="230" y="0"/>
                    <a:pt x="22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7" name="Freeform 249">
              <a:extLst>
                <a:ext uri="{FF2B5EF4-FFF2-40B4-BE49-F238E27FC236}">
                  <a16:creationId xmlns:a16="http://schemas.microsoft.com/office/drawing/2014/main" id="{988EA793-FA74-44B2-B525-1DD52D2E4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947"/>
              <a:ext cx="156" cy="15"/>
            </a:xfrm>
            <a:custGeom>
              <a:avLst/>
              <a:gdLst>
                <a:gd name="T0" fmla="*/ 11 w 235"/>
                <a:gd name="T1" fmla="*/ 22 h 22"/>
                <a:gd name="T2" fmla="*/ 224 w 235"/>
                <a:gd name="T3" fmla="*/ 22 h 22"/>
                <a:gd name="T4" fmla="*/ 235 w 235"/>
                <a:gd name="T5" fmla="*/ 11 h 22"/>
                <a:gd name="T6" fmla="*/ 224 w 235"/>
                <a:gd name="T7" fmla="*/ 0 h 22"/>
                <a:gd name="T8" fmla="*/ 11 w 235"/>
                <a:gd name="T9" fmla="*/ 0 h 22"/>
                <a:gd name="T10" fmla="*/ 0 w 235"/>
                <a:gd name="T11" fmla="*/ 11 h 22"/>
                <a:gd name="T12" fmla="*/ 11 w 235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22">
                  <a:moveTo>
                    <a:pt x="11" y="22"/>
                  </a:moveTo>
                  <a:cubicBezTo>
                    <a:pt x="224" y="22"/>
                    <a:pt x="224" y="22"/>
                    <a:pt x="224" y="22"/>
                  </a:cubicBezTo>
                  <a:cubicBezTo>
                    <a:pt x="230" y="22"/>
                    <a:pt x="235" y="17"/>
                    <a:pt x="235" y="11"/>
                  </a:cubicBezTo>
                  <a:cubicBezTo>
                    <a:pt x="235" y="5"/>
                    <a:pt x="230" y="0"/>
                    <a:pt x="22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8" name="Freeform 250">
              <a:extLst>
                <a:ext uri="{FF2B5EF4-FFF2-40B4-BE49-F238E27FC236}">
                  <a16:creationId xmlns:a16="http://schemas.microsoft.com/office/drawing/2014/main" id="{4B5F7AC2-1B0F-4EEA-BC80-AE899365B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976"/>
              <a:ext cx="156" cy="14"/>
            </a:xfrm>
            <a:custGeom>
              <a:avLst/>
              <a:gdLst>
                <a:gd name="T0" fmla="*/ 11 w 235"/>
                <a:gd name="T1" fmla="*/ 21 h 21"/>
                <a:gd name="T2" fmla="*/ 224 w 235"/>
                <a:gd name="T3" fmla="*/ 21 h 21"/>
                <a:gd name="T4" fmla="*/ 235 w 235"/>
                <a:gd name="T5" fmla="*/ 11 h 21"/>
                <a:gd name="T6" fmla="*/ 224 w 235"/>
                <a:gd name="T7" fmla="*/ 0 h 21"/>
                <a:gd name="T8" fmla="*/ 11 w 235"/>
                <a:gd name="T9" fmla="*/ 0 h 21"/>
                <a:gd name="T10" fmla="*/ 0 w 235"/>
                <a:gd name="T11" fmla="*/ 11 h 21"/>
                <a:gd name="T12" fmla="*/ 11 w 235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21">
                  <a:moveTo>
                    <a:pt x="11" y="21"/>
                  </a:moveTo>
                  <a:cubicBezTo>
                    <a:pt x="224" y="21"/>
                    <a:pt x="224" y="21"/>
                    <a:pt x="224" y="21"/>
                  </a:cubicBezTo>
                  <a:cubicBezTo>
                    <a:pt x="230" y="21"/>
                    <a:pt x="235" y="17"/>
                    <a:pt x="235" y="11"/>
                  </a:cubicBezTo>
                  <a:cubicBezTo>
                    <a:pt x="235" y="5"/>
                    <a:pt x="230" y="0"/>
                    <a:pt x="22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sp>
        <p:nvSpPr>
          <p:cNvPr id="159" name="Freeform 872">
            <a:extLst>
              <a:ext uri="{FF2B5EF4-FFF2-40B4-BE49-F238E27FC236}">
                <a16:creationId xmlns:a16="http://schemas.microsoft.com/office/drawing/2014/main" id="{3A5E8132-90F6-4363-8253-88158E2CBC05}"/>
              </a:ext>
            </a:extLst>
          </p:cNvPr>
          <p:cNvSpPr>
            <a:spLocks noEditPoints="1"/>
          </p:cNvSpPr>
          <p:nvPr/>
        </p:nvSpPr>
        <p:spPr bwMode="auto">
          <a:xfrm>
            <a:off x="10332502" y="2140641"/>
            <a:ext cx="603838" cy="676035"/>
          </a:xfrm>
          <a:custGeom>
            <a:avLst/>
            <a:gdLst>
              <a:gd name="T0" fmla="*/ 267 w 277"/>
              <a:gd name="T1" fmla="*/ 11 h 310"/>
              <a:gd name="T2" fmla="*/ 149 w 277"/>
              <a:gd name="T3" fmla="*/ 11 h 310"/>
              <a:gd name="T4" fmla="*/ 139 w 277"/>
              <a:gd name="T5" fmla="*/ 0 h 310"/>
              <a:gd name="T6" fmla="*/ 128 w 277"/>
              <a:gd name="T7" fmla="*/ 11 h 310"/>
              <a:gd name="T8" fmla="*/ 11 w 277"/>
              <a:gd name="T9" fmla="*/ 11 h 310"/>
              <a:gd name="T10" fmla="*/ 0 w 277"/>
              <a:gd name="T11" fmla="*/ 22 h 310"/>
              <a:gd name="T12" fmla="*/ 0 w 277"/>
              <a:gd name="T13" fmla="*/ 214 h 310"/>
              <a:gd name="T14" fmla="*/ 11 w 277"/>
              <a:gd name="T15" fmla="*/ 224 h 310"/>
              <a:gd name="T16" fmla="*/ 81 w 277"/>
              <a:gd name="T17" fmla="*/ 224 h 310"/>
              <a:gd name="T18" fmla="*/ 54 w 277"/>
              <a:gd name="T19" fmla="*/ 295 h 310"/>
              <a:gd name="T20" fmla="*/ 60 w 277"/>
              <a:gd name="T21" fmla="*/ 309 h 310"/>
              <a:gd name="T22" fmla="*/ 64 w 277"/>
              <a:gd name="T23" fmla="*/ 310 h 310"/>
              <a:gd name="T24" fmla="*/ 74 w 277"/>
              <a:gd name="T25" fmla="*/ 303 h 310"/>
              <a:gd name="T26" fmla="*/ 103 w 277"/>
              <a:gd name="T27" fmla="*/ 224 h 310"/>
              <a:gd name="T28" fmla="*/ 128 w 277"/>
              <a:gd name="T29" fmla="*/ 224 h 310"/>
              <a:gd name="T30" fmla="*/ 128 w 277"/>
              <a:gd name="T31" fmla="*/ 267 h 310"/>
              <a:gd name="T32" fmla="*/ 139 w 277"/>
              <a:gd name="T33" fmla="*/ 278 h 310"/>
              <a:gd name="T34" fmla="*/ 149 w 277"/>
              <a:gd name="T35" fmla="*/ 267 h 310"/>
              <a:gd name="T36" fmla="*/ 149 w 277"/>
              <a:gd name="T37" fmla="*/ 224 h 310"/>
              <a:gd name="T38" fmla="*/ 174 w 277"/>
              <a:gd name="T39" fmla="*/ 224 h 310"/>
              <a:gd name="T40" fmla="*/ 203 w 277"/>
              <a:gd name="T41" fmla="*/ 303 h 310"/>
              <a:gd name="T42" fmla="*/ 213 w 277"/>
              <a:gd name="T43" fmla="*/ 310 h 310"/>
              <a:gd name="T44" fmla="*/ 217 w 277"/>
              <a:gd name="T45" fmla="*/ 309 h 310"/>
              <a:gd name="T46" fmla="*/ 223 w 277"/>
              <a:gd name="T47" fmla="*/ 295 h 310"/>
              <a:gd name="T48" fmla="*/ 197 w 277"/>
              <a:gd name="T49" fmla="*/ 224 h 310"/>
              <a:gd name="T50" fmla="*/ 267 w 277"/>
              <a:gd name="T51" fmla="*/ 224 h 310"/>
              <a:gd name="T52" fmla="*/ 277 w 277"/>
              <a:gd name="T53" fmla="*/ 214 h 310"/>
              <a:gd name="T54" fmla="*/ 277 w 277"/>
              <a:gd name="T55" fmla="*/ 22 h 310"/>
              <a:gd name="T56" fmla="*/ 267 w 277"/>
              <a:gd name="T57" fmla="*/ 11 h 310"/>
              <a:gd name="T58" fmla="*/ 256 w 277"/>
              <a:gd name="T59" fmla="*/ 203 h 310"/>
              <a:gd name="T60" fmla="*/ 21 w 277"/>
              <a:gd name="T61" fmla="*/ 203 h 310"/>
              <a:gd name="T62" fmla="*/ 21 w 277"/>
              <a:gd name="T63" fmla="*/ 32 h 310"/>
              <a:gd name="T64" fmla="*/ 256 w 277"/>
              <a:gd name="T65" fmla="*/ 32 h 310"/>
              <a:gd name="T66" fmla="*/ 256 w 277"/>
              <a:gd name="T67" fmla="*/ 203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77" h="310">
                <a:moveTo>
                  <a:pt x="267" y="11"/>
                </a:moveTo>
                <a:cubicBezTo>
                  <a:pt x="149" y="11"/>
                  <a:pt x="149" y="11"/>
                  <a:pt x="149" y="11"/>
                </a:cubicBezTo>
                <a:cubicBezTo>
                  <a:pt x="149" y="5"/>
                  <a:pt x="145" y="0"/>
                  <a:pt x="139" y="0"/>
                </a:cubicBezTo>
                <a:cubicBezTo>
                  <a:pt x="133" y="0"/>
                  <a:pt x="128" y="5"/>
                  <a:pt x="128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5" y="11"/>
                  <a:pt x="0" y="16"/>
                  <a:pt x="0" y="22"/>
                </a:cubicBezTo>
                <a:cubicBezTo>
                  <a:pt x="0" y="214"/>
                  <a:pt x="0" y="214"/>
                  <a:pt x="0" y="214"/>
                </a:cubicBezTo>
                <a:cubicBezTo>
                  <a:pt x="0" y="220"/>
                  <a:pt x="5" y="224"/>
                  <a:pt x="11" y="224"/>
                </a:cubicBezTo>
                <a:cubicBezTo>
                  <a:pt x="81" y="224"/>
                  <a:pt x="81" y="224"/>
                  <a:pt x="81" y="224"/>
                </a:cubicBezTo>
                <a:cubicBezTo>
                  <a:pt x="54" y="295"/>
                  <a:pt x="54" y="295"/>
                  <a:pt x="54" y="295"/>
                </a:cubicBezTo>
                <a:cubicBezTo>
                  <a:pt x="52" y="301"/>
                  <a:pt x="55" y="307"/>
                  <a:pt x="60" y="309"/>
                </a:cubicBezTo>
                <a:cubicBezTo>
                  <a:pt x="61" y="309"/>
                  <a:pt x="63" y="310"/>
                  <a:pt x="64" y="310"/>
                </a:cubicBezTo>
                <a:cubicBezTo>
                  <a:pt x="68" y="310"/>
                  <a:pt x="72" y="307"/>
                  <a:pt x="74" y="303"/>
                </a:cubicBezTo>
                <a:cubicBezTo>
                  <a:pt x="103" y="224"/>
                  <a:pt x="103" y="224"/>
                  <a:pt x="103" y="224"/>
                </a:cubicBezTo>
                <a:cubicBezTo>
                  <a:pt x="128" y="224"/>
                  <a:pt x="128" y="224"/>
                  <a:pt x="128" y="224"/>
                </a:cubicBezTo>
                <a:cubicBezTo>
                  <a:pt x="128" y="267"/>
                  <a:pt x="128" y="267"/>
                  <a:pt x="128" y="267"/>
                </a:cubicBezTo>
                <a:cubicBezTo>
                  <a:pt x="128" y="273"/>
                  <a:pt x="133" y="278"/>
                  <a:pt x="139" y="278"/>
                </a:cubicBezTo>
                <a:cubicBezTo>
                  <a:pt x="145" y="278"/>
                  <a:pt x="149" y="273"/>
                  <a:pt x="149" y="267"/>
                </a:cubicBezTo>
                <a:cubicBezTo>
                  <a:pt x="149" y="224"/>
                  <a:pt x="149" y="224"/>
                  <a:pt x="149" y="224"/>
                </a:cubicBezTo>
                <a:cubicBezTo>
                  <a:pt x="174" y="224"/>
                  <a:pt x="174" y="224"/>
                  <a:pt x="174" y="224"/>
                </a:cubicBezTo>
                <a:cubicBezTo>
                  <a:pt x="203" y="303"/>
                  <a:pt x="203" y="303"/>
                  <a:pt x="203" y="303"/>
                </a:cubicBezTo>
                <a:cubicBezTo>
                  <a:pt x="205" y="307"/>
                  <a:pt x="209" y="310"/>
                  <a:pt x="213" y="310"/>
                </a:cubicBezTo>
                <a:cubicBezTo>
                  <a:pt x="215" y="310"/>
                  <a:pt x="216" y="309"/>
                  <a:pt x="217" y="309"/>
                </a:cubicBezTo>
                <a:cubicBezTo>
                  <a:pt x="223" y="307"/>
                  <a:pt x="225" y="301"/>
                  <a:pt x="223" y="295"/>
                </a:cubicBezTo>
                <a:cubicBezTo>
                  <a:pt x="197" y="224"/>
                  <a:pt x="197" y="224"/>
                  <a:pt x="197" y="224"/>
                </a:cubicBezTo>
                <a:cubicBezTo>
                  <a:pt x="267" y="224"/>
                  <a:pt x="267" y="224"/>
                  <a:pt x="267" y="224"/>
                </a:cubicBezTo>
                <a:cubicBezTo>
                  <a:pt x="273" y="224"/>
                  <a:pt x="277" y="220"/>
                  <a:pt x="277" y="214"/>
                </a:cubicBezTo>
                <a:cubicBezTo>
                  <a:pt x="277" y="22"/>
                  <a:pt x="277" y="22"/>
                  <a:pt x="277" y="22"/>
                </a:cubicBezTo>
                <a:cubicBezTo>
                  <a:pt x="277" y="16"/>
                  <a:pt x="273" y="11"/>
                  <a:pt x="267" y="11"/>
                </a:cubicBezTo>
                <a:close/>
                <a:moveTo>
                  <a:pt x="256" y="203"/>
                </a:moveTo>
                <a:cubicBezTo>
                  <a:pt x="21" y="203"/>
                  <a:pt x="21" y="203"/>
                  <a:pt x="21" y="203"/>
                </a:cubicBezTo>
                <a:cubicBezTo>
                  <a:pt x="21" y="32"/>
                  <a:pt x="21" y="32"/>
                  <a:pt x="21" y="32"/>
                </a:cubicBezTo>
                <a:cubicBezTo>
                  <a:pt x="256" y="32"/>
                  <a:pt x="256" y="32"/>
                  <a:pt x="256" y="32"/>
                </a:cubicBezTo>
                <a:lnTo>
                  <a:pt x="256" y="2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7870B-EFC7-4577-89FE-5B4D49986F47}"/>
              </a:ext>
            </a:extLst>
          </p:cNvPr>
          <p:cNvSpPr txBox="1"/>
          <p:nvPr/>
        </p:nvSpPr>
        <p:spPr>
          <a:xfrm>
            <a:off x="384067" y="4983559"/>
            <a:ext cx="2261185" cy="5360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Preforming a cluster</a:t>
            </a:r>
          </a:p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analysis without providing</a:t>
            </a:r>
          </a:p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a label/key for each cluster.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E21924-B527-49F9-9EDA-497136C5C691}"/>
              </a:ext>
            </a:extLst>
          </p:cNvPr>
          <p:cNvSpPr txBox="1"/>
          <p:nvPr/>
        </p:nvSpPr>
        <p:spPr>
          <a:xfrm>
            <a:off x="2720816" y="4983559"/>
            <a:ext cx="2261185" cy="6976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200"/>
              </a:spcBef>
              <a:buSzPct val="100000"/>
            </a:pPr>
            <a:r>
              <a:rPr lang="en-US" sz="1050" b="1" dirty="0"/>
              <a:t>Failing to state the impact your model will have on </a:t>
            </a:r>
          </a:p>
          <a:p>
            <a:pPr algn="l">
              <a:spcBef>
                <a:spcPts val="200"/>
              </a:spcBef>
              <a:buSzPct val="100000"/>
            </a:pPr>
            <a:r>
              <a:rPr lang="en-US" sz="1050" b="1" dirty="0"/>
              <a:t>the current business </a:t>
            </a:r>
          </a:p>
          <a:p>
            <a:pPr algn="l">
              <a:spcBef>
                <a:spcPts val="200"/>
              </a:spcBef>
              <a:buSzPct val="100000"/>
            </a:pPr>
            <a:r>
              <a:rPr lang="en-US" sz="1050" b="1" dirty="0"/>
              <a:t>process.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156506-AE12-493C-A7AF-0E469F85BEC4}"/>
              </a:ext>
            </a:extLst>
          </p:cNvPr>
          <p:cNvSpPr txBox="1"/>
          <p:nvPr/>
        </p:nvSpPr>
        <p:spPr>
          <a:xfrm>
            <a:off x="4931788" y="4983558"/>
            <a:ext cx="2261185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Incorrectly identifying the</a:t>
            </a:r>
          </a:p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amount of detail your </a:t>
            </a:r>
          </a:p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audience wants to receive.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6ABB3D-2B11-43D6-9894-D747D2B15512}"/>
              </a:ext>
            </a:extLst>
          </p:cNvPr>
          <p:cNvSpPr txBox="1"/>
          <p:nvPr/>
        </p:nvSpPr>
        <p:spPr>
          <a:xfrm>
            <a:off x="7277558" y="4983557"/>
            <a:ext cx="2261185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Not providing your audience</a:t>
            </a:r>
          </a:p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time to ask questions about </a:t>
            </a:r>
          </a:p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the process used to reach </a:t>
            </a:r>
          </a:p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a final solution.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1ADF4E9-5192-48EF-8FA0-E81BFDA98DBC}"/>
              </a:ext>
            </a:extLst>
          </p:cNvPr>
          <p:cNvSpPr txBox="1"/>
          <p:nvPr/>
        </p:nvSpPr>
        <p:spPr>
          <a:xfrm>
            <a:off x="9651793" y="4983557"/>
            <a:ext cx="22611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200"/>
              </a:spcBef>
              <a:buSzPct val="100000"/>
            </a:pPr>
            <a:r>
              <a:rPr lang="en-US" sz="1050" b="1"/>
              <a:t>Choosing a bar chart instead of a line graph to explain time-series data or trends over a period.</a:t>
            </a:r>
          </a:p>
        </p:txBody>
      </p:sp>
    </p:spTree>
    <p:extLst>
      <p:ext uri="{BB962C8B-B14F-4D97-AF65-F5344CB8AC3E}">
        <p14:creationId xmlns:p14="http://schemas.microsoft.com/office/powerpoint/2010/main" val="52168813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7958-6BCD-44B0-9B81-291C796DC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238601222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BCACCC-480E-4611-BF75-B73A07D8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Practices</a:t>
            </a:r>
          </a:p>
        </p:txBody>
      </p:sp>
      <p:sp>
        <p:nvSpPr>
          <p:cNvPr id="137" name="Freeform 110">
            <a:extLst>
              <a:ext uri="{FF2B5EF4-FFF2-40B4-BE49-F238E27FC236}">
                <a16:creationId xmlns:a16="http://schemas.microsoft.com/office/drawing/2014/main" id="{EFA62FD9-8BFD-4B79-A6D2-EE9B52096022}"/>
              </a:ext>
            </a:extLst>
          </p:cNvPr>
          <p:cNvSpPr/>
          <p:nvPr/>
        </p:nvSpPr>
        <p:spPr bwMode="gray">
          <a:xfrm rot="1800000" flipV="1">
            <a:off x="5568793" y="4636353"/>
            <a:ext cx="2136745" cy="2136747"/>
          </a:xfrm>
          <a:custGeom>
            <a:avLst/>
            <a:gdLst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65713 w 2292286"/>
              <a:gd name="connsiteY8" fmla="*/ 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557153 w 2292286"/>
              <a:gd name="connsiteY8" fmla="*/ 9144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24631 w 2292286"/>
              <a:gd name="connsiteY8" fmla="*/ 180892 h 22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2286" h="2292289">
                <a:moveTo>
                  <a:pt x="465713" y="0"/>
                </a:moveTo>
                <a:lnTo>
                  <a:pt x="483567" y="4591"/>
                </a:lnTo>
                <a:cubicBezTo>
                  <a:pt x="1342545" y="271760"/>
                  <a:pt x="2020525" y="949741"/>
                  <a:pt x="2287694" y="1808718"/>
                </a:cubicBezTo>
                <a:lnTo>
                  <a:pt x="2292286" y="1826576"/>
                </a:lnTo>
                <a:lnTo>
                  <a:pt x="554222" y="2292289"/>
                </a:lnTo>
                <a:lnTo>
                  <a:pt x="540820" y="2255672"/>
                </a:lnTo>
                <a:cubicBezTo>
                  <a:pt x="444933" y="2028969"/>
                  <a:pt x="263318" y="1847355"/>
                  <a:pt x="36615" y="1751467"/>
                </a:cubicBezTo>
                <a:lnTo>
                  <a:pt x="0" y="1738066"/>
                </a:lnTo>
                <a:cubicBezTo>
                  <a:pt x="155238" y="1158711"/>
                  <a:pt x="424631" y="180892"/>
                  <a:pt x="424631" y="180892"/>
                </a:cubicBezTo>
              </a:path>
            </a:pathLst>
          </a:custGeom>
          <a:noFill/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8" name="Freeform 107">
            <a:extLst>
              <a:ext uri="{FF2B5EF4-FFF2-40B4-BE49-F238E27FC236}">
                <a16:creationId xmlns:a16="http://schemas.microsoft.com/office/drawing/2014/main" id="{00030B36-CFD1-4043-A4EB-E445DF347313}"/>
              </a:ext>
            </a:extLst>
          </p:cNvPr>
          <p:cNvSpPr/>
          <p:nvPr/>
        </p:nvSpPr>
        <p:spPr bwMode="gray">
          <a:xfrm rot="19800000" flipV="1">
            <a:off x="6961220" y="3254937"/>
            <a:ext cx="2136745" cy="2136747"/>
          </a:xfrm>
          <a:custGeom>
            <a:avLst/>
            <a:gdLst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65713 w 2292286"/>
              <a:gd name="connsiteY8" fmla="*/ 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557153 w 2292286"/>
              <a:gd name="connsiteY8" fmla="*/ 9144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24631 w 2292286"/>
              <a:gd name="connsiteY8" fmla="*/ 180892 h 22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2286" h="2292289">
                <a:moveTo>
                  <a:pt x="465713" y="0"/>
                </a:moveTo>
                <a:lnTo>
                  <a:pt x="483567" y="4591"/>
                </a:lnTo>
                <a:cubicBezTo>
                  <a:pt x="1342545" y="271760"/>
                  <a:pt x="2020525" y="949741"/>
                  <a:pt x="2287694" y="1808718"/>
                </a:cubicBezTo>
                <a:lnTo>
                  <a:pt x="2292286" y="1826576"/>
                </a:lnTo>
                <a:lnTo>
                  <a:pt x="554222" y="2292289"/>
                </a:lnTo>
                <a:lnTo>
                  <a:pt x="540820" y="2255672"/>
                </a:lnTo>
                <a:cubicBezTo>
                  <a:pt x="444933" y="2028969"/>
                  <a:pt x="263318" y="1847355"/>
                  <a:pt x="36615" y="1751467"/>
                </a:cubicBezTo>
                <a:lnTo>
                  <a:pt x="0" y="1738066"/>
                </a:lnTo>
                <a:cubicBezTo>
                  <a:pt x="155238" y="1158711"/>
                  <a:pt x="424631" y="180892"/>
                  <a:pt x="424631" y="180892"/>
                </a:cubicBezTo>
              </a:path>
            </a:pathLst>
          </a:custGeom>
          <a:noFill/>
          <a:ln w="28575" algn="ctr">
            <a:solidFill>
              <a:srgbClr val="C4D600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9" name="Freeform 104">
            <a:extLst>
              <a:ext uri="{FF2B5EF4-FFF2-40B4-BE49-F238E27FC236}">
                <a16:creationId xmlns:a16="http://schemas.microsoft.com/office/drawing/2014/main" id="{79CD0EC3-8671-4B8F-8D5D-AAB064B8CC93}"/>
              </a:ext>
            </a:extLst>
          </p:cNvPr>
          <p:cNvSpPr/>
          <p:nvPr/>
        </p:nvSpPr>
        <p:spPr bwMode="gray">
          <a:xfrm rot="16200000" flipV="1">
            <a:off x="6456026" y="1363419"/>
            <a:ext cx="2136744" cy="2136748"/>
          </a:xfrm>
          <a:custGeom>
            <a:avLst/>
            <a:gdLst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65713 w 2292286"/>
              <a:gd name="connsiteY8" fmla="*/ 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557153 w 2292286"/>
              <a:gd name="connsiteY8" fmla="*/ 9144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24631 w 2292286"/>
              <a:gd name="connsiteY8" fmla="*/ 180892 h 22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2286" h="2292289">
                <a:moveTo>
                  <a:pt x="465713" y="0"/>
                </a:moveTo>
                <a:lnTo>
                  <a:pt x="483567" y="4591"/>
                </a:lnTo>
                <a:cubicBezTo>
                  <a:pt x="1342545" y="271760"/>
                  <a:pt x="2020525" y="949741"/>
                  <a:pt x="2287694" y="1808718"/>
                </a:cubicBezTo>
                <a:lnTo>
                  <a:pt x="2292286" y="1826576"/>
                </a:lnTo>
                <a:lnTo>
                  <a:pt x="554222" y="2292289"/>
                </a:lnTo>
                <a:lnTo>
                  <a:pt x="540820" y="2255672"/>
                </a:lnTo>
                <a:cubicBezTo>
                  <a:pt x="444933" y="2028969"/>
                  <a:pt x="263318" y="1847355"/>
                  <a:pt x="36615" y="1751467"/>
                </a:cubicBezTo>
                <a:lnTo>
                  <a:pt x="0" y="1738066"/>
                </a:lnTo>
                <a:cubicBezTo>
                  <a:pt x="155238" y="1158711"/>
                  <a:pt x="424631" y="180892"/>
                  <a:pt x="424631" y="180892"/>
                </a:cubicBezTo>
              </a:path>
            </a:pathLst>
          </a:cu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0" name="Freeform 101">
            <a:extLst>
              <a:ext uri="{FF2B5EF4-FFF2-40B4-BE49-F238E27FC236}">
                <a16:creationId xmlns:a16="http://schemas.microsoft.com/office/drawing/2014/main" id="{FDE7656E-73F2-4BD9-9963-E05405B52CD1}"/>
              </a:ext>
            </a:extLst>
          </p:cNvPr>
          <p:cNvSpPr/>
          <p:nvPr/>
        </p:nvSpPr>
        <p:spPr bwMode="gray">
          <a:xfrm rot="1800000" flipH="1">
            <a:off x="4579098" y="870363"/>
            <a:ext cx="2136745" cy="2136747"/>
          </a:xfrm>
          <a:custGeom>
            <a:avLst/>
            <a:gdLst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65713 w 2292286"/>
              <a:gd name="connsiteY8" fmla="*/ 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557153 w 2292286"/>
              <a:gd name="connsiteY8" fmla="*/ 9144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24631 w 2292286"/>
              <a:gd name="connsiteY8" fmla="*/ 180892 h 22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2286" h="2292289">
                <a:moveTo>
                  <a:pt x="465713" y="0"/>
                </a:moveTo>
                <a:lnTo>
                  <a:pt x="483567" y="4591"/>
                </a:lnTo>
                <a:cubicBezTo>
                  <a:pt x="1342545" y="271760"/>
                  <a:pt x="2020525" y="949741"/>
                  <a:pt x="2287694" y="1808718"/>
                </a:cubicBezTo>
                <a:lnTo>
                  <a:pt x="2292286" y="1826576"/>
                </a:lnTo>
                <a:lnTo>
                  <a:pt x="554222" y="2292289"/>
                </a:lnTo>
                <a:lnTo>
                  <a:pt x="540820" y="2255672"/>
                </a:lnTo>
                <a:cubicBezTo>
                  <a:pt x="444933" y="2028969"/>
                  <a:pt x="263318" y="1847355"/>
                  <a:pt x="36615" y="1751467"/>
                </a:cubicBezTo>
                <a:lnTo>
                  <a:pt x="0" y="1738066"/>
                </a:lnTo>
                <a:cubicBezTo>
                  <a:pt x="155238" y="1158711"/>
                  <a:pt x="424631" y="180892"/>
                  <a:pt x="424631" y="180892"/>
                </a:cubicBezTo>
              </a:path>
            </a:pathLst>
          </a:custGeom>
          <a:noFill/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1" name="Freeform 98">
            <a:extLst>
              <a:ext uri="{FF2B5EF4-FFF2-40B4-BE49-F238E27FC236}">
                <a16:creationId xmlns:a16="http://schemas.microsoft.com/office/drawing/2014/main" id="{0943A3D1-2C98-4EC2-ADC0-D838873EAD44}"/>
              </a:ext>
            </a:extLst>
          </p:cNvPr>
          <p:cNvSpPr/>
          <p:nvPr/>
        </p:nvSpPr>
        <p:spPr bwMode="gray">
          <a:xfrm rot="19800000" flipH="1">
            <a:off x="3186671" y="2251779"/>
            <a:ext cx="2136745" cy="2136747"/>
          </a:xfrm>
          <a:custGeom>
            <a:avLst/>
            <a:gdLst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65713 w 2292286"/>
              <a:gd name="connsiteY8" fmla="*/ 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557153 w 2292286"/>
              <a:gd name="connsiteY8" fmla="*/ 9144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24631 w 2292286"/>
              <a:gd name="connsiteY8" fmla="*/ 180892 h 22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2286" h="2292289">
                <a:moveTo>
                  <a:pt x="465713" y="0"/>
                </a:moveTo>
                <a:lnTo>
                  <a:pt x="483567" y="4591"/>
                </a:lnTo>
                <a:cubicBezTo>
                  <a:pt x="1342545" y="271760"/>
                  <a:pt x="2020525" y="949741"/>
                  <a:pt x="2287694" y="1808718"/>
                </a:cubicBezTo>
                <a:lnTo>
                  <a:pt x="2292286" y="1826576"/>
                </a:lnTo>
                <a:lnTo>
                  <a:pt x="554222" y="2292289"/>
                </a:lnTo>
                <a:lnTo>
                  <a:pt x="540820" y="2255672"/>
                </a:lnTo>
                <a:cubicBezTo>
                  <a:pt x="444933" y="2028969"/>
                  <a:pt x="263318" y="1847355"/>
                  <a:pt x="36615" y="1751467"/>
                </a:cubicBezTo>
                <a:lnTo>
                  <a:pt x="0" y="1738066"/>
                </a:lnTo>
                <a:cubicBezTo>
                  <a:pt x="155238" y="1158711"/>
                  <a:pt x="424631" y="180892"/>
                  <a:pt x="424631" y="180892"/>
                </a:cubicBezTo>
              </a:path>
            </a:pathLst>
          </a:custGeom>
          <a:noFill/>
          <a:ln w="28575" algn="ctr">
            <a:solidFill>
              <a:srgbClr val="C4D600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2" name="Freeform 95">
            <a:extLst>
              <a:ext uri="{FF2B5EF4-FFF2-40B4-BE49-F238E27FC236}">
                <a16:creationId xmlns:a16="http://schemas.microsoft.com/office/drawing/2014/main" id="{34ADC088-F866-472B-8F5D-6409A5227918}"/>
              </a:ext>
            </a:extLst>
          </p:cNvPr>
          <p:cNvSpPr/>
          <p:nvPr/>
        </p:nvSpPr>
        <p:spPr bwMode="gray">
          <a:xfrm rot="16200000" flipH="1">
            <a:off x="3691870" y="4143300"/>
            <a:ext cx="2136744" cy="2136748"/>
          </a:xfrm>
          <a:custGeom>
            <a:avLst/>
            <a:gdLst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65713 w 2292286"/>
              <a:gd name="connsiteY8" fmla="*/ 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557153 w 2292286"/>
              <a:gd name="connsiteY8" fmla="*/ 91440 h 2292289"/>
              <a:gd name="connsiteX0" fmla="*/ 465713 w 2292286"/>
              <a:gd name="connsiteY0" fmla="*/ 0 h 2292289"/>
              <a:gd name="connsiteX1" fmla="*/ 483567 w 2292286"/>
              <a:gd name="connsiteY1" fmla="*/ 4591 h 2292289"/>
              <a:gd name="connsiteX2" fmla="*/ 2287694 w 2292286"/>
              <a:gd name="connsiteY2" fmla="*/ 1808718 h 2292289"/>
              <a:gd name="connsiteX3" fmla="*/ 2292286 w 2292286"/>
              <a:gd name="connsiteY3" fmla="*/ 1826576 h 2292289"/>
              <a:gd name="connsiteX4" fmla="*/ 554222 w 2292286"/>
              <a:gd name="connsiteY4" fmla="*/ 2292289 h 2292289"/>
              <a:gd name="connsiteX5" fmla="*/ 540820 w 2292286"/>
              <a:gd name="connsiteY5" fmla="*/ 2255672 h 2292289"/>
              <a:gd name="connsiteX6" fmla="*/ 36615 w 2292286"/>
              <a:gd name="connsiteY6" fmla="*/ 1751467 h 2292289"/>
              <a:gd name="connsiteX7" fmla="*/ 0 w 2292286"/>
              <a:gd name="connsiteY7" fmla="*/ 1738066 h 2292289"/>
              <a:gd name="connsiteX8" fmla="*/ 424631 w 2292286"/>
              <a:gd name="connsiteY8" fmla="*/ 180892 h 22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2286" h="2292289">
                <a:moveTo>
                  <a:pt x="465713" y="0"/>
                </a:moveTo>
                <a:lnTo>
                  <a:pt x="483567" y="4591"/>
                </a:lnTo>
                <a:cubicBezTo>
                  <a:pt x="1342545" y="271760"/>
                  <a:pt x="2020525" y="949741"/>
                  <a:pt x="2287694" y="1808718"/>
                </a:cubicBezTo>
                <a:lnTo>
                  <a:pt x="2292286" y="1826576"/>
                </a:lnTo>
                <a:lnTo>
                  <a:pt x="554222" y="2292289"/>
                </a:lnTo>
                <a:lnTo>
                  <a:pt x="540820" y="2255672"/>
                </a:lnTo>
                <a:cubicBezTo>
                  <a:pt x="444933" y="2028969"/>
                  <a:pt x="263318" y="1847355"/>
                  <a:pt x="36615" y="1751467"/>
                </a:cubicBezTo>
                <a:lnTo>
                  <a:pt x="0" y="1738066"/>
                </a:lnTo>
                <a:cubicBezTo>
                  <a:pt x="155238" y="1158711"/>
                  <a:pt x="424631" y="180892"/>
                  <a:pt x="424631" y="180892"/>
                </a:cubicBezTo>
              </a:path>
            </a:pathLst>
          </a:custGeom>
          <a:noFill/>
          <a:ln w="28575" algn="ctr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30639EA-DF58-4F62-98A9-55E87AFB18EA}"/>
              </a:ext>
            </a:extLst>
          </p:cNvPr>
          <p:cNvSpPr/>
          <p:nvPr/>
        </p:nvSpPr>
        <p:spPr>
          <a:xfrm>
            <a:off x="5250392" y="3416226"/>
            <a:ext cx="16864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/>
              <a:t>In order to effectively communicate your results, you must: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44" name="Freeform 319">
            <a:extLst>
              <a:ext uri="{FF2B5EF4-FFF2-40B4-BE49-F238E27FC236}">
                <a16:creationId xmlns:a16="http://schemas.microsoft.com/office/drawing/2014/main" id="{684D6F80-1CCF-45CC-97A7-F1488F2753B5}"/>
              </a:ext>
            </a:extLst>
          </p:cNvPr>
          <p:cNvSpPr>
            <a:spLocks noEditPoints="1"/>
          </p:cNvSpPr>
          <p:nvPr/>
        </p:nvSpPr>
        <p:spPr bwMode="auto">
          <a:xfrm>
            <a:off x="4136609" y="2811175"/>
            <a:ext cx="511413" cy="511412"/>
          </a:xfrm>
          <a:custGeom>
            <a:avLst/>
            <a:gdLst>
              <a:gd name="T0" fmla="*/ 256 w 512"/>
              <a:gd name="T1" fmla="*/ 21 h 512"/>
              <a:gd name="T2" fmla="*/ 490 w 512"/>
              <a:gd name="T3" fmla="*/ 256 h 512"/>
              <a:gd name="T4" fmla="*/ 256 w 512"/>
              <a:gd name="T5" fmla="*/ 490 h 512"/>
              <a:gd name="T6" fmla="*/ 21 w 512"/>
              <a:gd name="T7" fmla="*/ 256 h 512"/>
              <a:gd name="T8" fmla="*/ 256 w 512"/>
              <a:gd name="T9" fmla="*/ 21 h 512"/>
              <a:gd name="T10" fmla="*/ 256 w 512"/>
              <a:gd name="T11" fmla="*/ 0 h 512"/>
              <a:gd name="T12" fmla="*/ 0 w 512"/>
              <a:gd name="T13" fmla="*/ 256 h 512"/>
              <a:gd name="T14" fmla="*/ 256 w 512"/>
              <a:gd name="T15" fmla="*/ 512 h 512"/>
              <a:gd name="T16" fmla="*/ 512 w 512"/>
              <a:gd name="T17" fmla="*/ 256 h 512"/>
              <a:gd name="T18" fmla="*/ 256 w 512"/>
              <a:gd name="T1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2" h="512">
                <a:moveTo>
                  <a:pt x="256" y="21"/>
                </a:moveTo>
                <a:cubicBezTo>
                  <a:pt x="385" y="21"/>
                  <a:pt x="490" y="126"/>
                  <a:pt x="490" y="256"/>
                </a:cubicBezTo>
                <a:cubicBezTo>
                  <a:pt x="490" y="385"/>
                  <a:pt x="385" y="490"/>
                  <a:pt x="256" y="490"/>
                </a:cubicBezTo>
                <a:cubicBezTo>
                  <a:pt x="126" y="490"/>
                  <a:pt x="21" y="385"/>
                  <a:pt x="21" y="256"/>
                </a:cubicBezTo>
                <a:cubicBezTo>
                  <a:pt x="21" y="126"/>
                  <a:pt x="126" y="21"/>
                  <a:pt x="256" y="21"/>
                </a:cubicBezTo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</a:path>
            </a:pathLst>
          </a:custGeom>
          <a:solidFill>
            <a:srgbClr val="C4D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5" name="Freeform 320">
            <a:extLst>
              <a:ext uri="{FF2B5EF4-FFF2-40B4-BE49-F238E27FC236}">
                <a16:creationId xmlns:a16="http://schemas.microsoft.com/office/drawing/2014/main" id="{5020740C-1A49-4AC8-BD63-751E905D4D19}"/>
              </a:ext>
            </a:extLst>
          </p:cNvPr>
          <p:cNvSpPr>
            <a:spLocks noEditPoints="1"/>
          </p:cNvSpPr>
          <p:nvPr/>
        </p:nvSpPr>
        <p:spPr bwMode="auto">
          <a:xfrm>
            <a:off x="4299058" y="2904432"/>
            <a:ext cx="206069" cy="311360"/>
          </a:xfrm>
          <a:custGeom>
            <a:avLst/>
            <a:gdLst>
              <a:gd name="T0" fmla="*/ 199 w 207"/>
              <a:gd name="T1" fmla="*/ 40 h 311"/>
              <a:gd name="T2" fmla="*/ 99 w 207"/>
              <a:gd name="T3" fmla="*/ 2 h 311"/>
              <a:gd name="T4" fmla="*/ 85 w 207"/>
              <a:gd name="T5" fmla="*/ 8 h 311"/>
              <a:gd name="T6" fmla="*/ 78 w 207"/>
              <a:gd name="T7" fmla="*/ 28 h 311"/>
              <a:gd name="T8" fmla="*/ 78 w 207"/>
              <a:gd name="T9" fmla="*/ 37 h 311"/>
              <a:gd name="T10" fmla="*/ 82 w 207"/>
              <a:gd name="T11" fmla="*/ 46 h 311"/>
              <a:gd name="T12" fmla="*/ 52 w 207"/>
              <a:gd name="T13" fmla="*/ 125 h 311"/>
              <a:gd name="T14" fmla="*/ 26 w 207"/>
              <a:gd name="T15" fmla="*/ 124 h 311"/>
              <a:gd name="T16" fmla="*/ 16 w 207"/>
              <a:gd name="T17" fmla="*/ 130 h 311"/>
              <a:gd name="T18" fmla="*/ 1 w 207"/>
              <a:gd name="T19" fmla="*/ 170 h 311"/>
              <a:gd name="T20" fmla="*/ 1 w 207"/>
              <a:gd name="T21" fmla="*/ 178 h 311"/>
              <a:gd name="T22" fmla="*/ 7 w 207"/>
              <a:gd name="T23" fmla="*/ 184 h 311"/>
              <a:gd name="T24" fmla="*/ 67 w 207"/>
              <a:gd name="T25" fmla="*/ 207 h 311"/>
              <a:gd name="T26" fmla="*/ 32 w 207"/>
              <a:gd name="T27" fmla="*/ 297 h 311"/>
              <a:gd name="T28" fmla="*/ 38 w 207"/>
              <a:gd name="T29" fmla="*/ 310 h 311"/>
              <a:gd name="T30" fmla="*/ 42 w 207"/>
              <a:gd name="T31" fmla="*/ 311 h 311"/>
              <a:gd name="T32" fmla="*/ 52 w 207"/>
              <a:gd name="T33" fmla="*/ 304 h 311"/>
              <a:gd name="T34" fmla="*/ 86 w 207"/>
              <a:gd name="T35" fmla="*/ 214 h 311"/>
              <a:gd name="T36" fmla="*/ 146 w 207"/>
              <a:gd name="T37" fmla="*/ 237 h 311"/>
              <a:gd name="T38" fmla="*/ 150 w 207"/>
              <a:gd name="T39" fmla="*/ 238 h 311"/>
              <a:gd name="T40" fmla="*/ 160 w 207"/>
              <a:gd name="T41" fmla="*/ 231 h 311"/>
              <a:gd name="T42" fmla="*/ 175 w 207"/>
              <a:gd name="T43" fmla="*/ 191 h 311"/>
              <a:gd name="T44" fmla="*/ 172 w 207"/>
              <a:gd name="T45" fmla="*/ 179 h 311"/>
              <a:gd name="T46" fmla="*/ 152 w 207"/>
              <a:gd name="T47" fmla="*/ 163 h 311"/>
              <a:gd name="T48" fmla="*/ 182 w 207"/>
              <a:gd name="T49" fmla="*/ 84 h 311"/>
              <a:gd name="T50" fmla="*/ 192 w 207"/>
              <a:gd name="T51" fmla="*/ 80 h 311"/>
              <a:gd name="T52" fmla="*/ 197 w 207"/>
              <a:gd name="T53" fmla="*/ 74 h 311"/>
              <a:gd name="T54" fmla="*/ 205 w 207"/>
              <a:gd name="T55" fmla="*/ 54 h 311"/>
              <a:gd name="T56" fmla="*/ 199 w 207"/>
              <a:gd name="T57" fmla="*/ 40 h 311"/>
              <a:gd name="T58" fmla="*/ 179 w 207"/>
              <a:gd name="T59" fmla="*/ 62 h 311"/>
              <a:gd name="T60" fmla="*/ 169 w 207"/>
              <a:gd name="T61" fmla="*/ 67 h 311"/>
              <a:gd name="T62" fmla="*/ 164 w 207"/>
              <a:gd name="T63" fmla="*/ 73 h 311"/>
              <a:gd name="T64" fmla="*/ 129 w 207"/>
              <a:gd name="T65" fmla="*/ 162 h 311"/>
              <a:gd name="T66" fmla="*/ 132 w 207"/>
              <a:gd name="T67" fmla="*/ 174 h 311"/>
              <a:gd name="T68" fmla="*/ 153 w 207"/>
              <a:gd name="T69" fmla="*/ 191 h 311"/>
              <a:gd name="T70" fmla="*/ 144 w 207"/>
              <a:gd name="T71" fmla="*/ 214 h 311"/>
              <a:gd name="T72" fmla="*/ 24 w 207"/>
              <a:gd name="T73" fmla="*/ 168 h 311"/>
              <a:gd name="T74" fmla="*/ 33 w 207"/>
              <a:gd name="T75" fmla="*/ 145 h 311"/>
              <a:gd name="T76" fmla="*/ 59 w 207"/>
              <a:gd name="T77" fmla="*/ 146 h 311"/>
              <a:gd name="T78" fmla="*/ 70 w 207"/>
              <a:gd name="T79" fmla="*/ 139 h 311"/>
              <a:gd name="T80" fmla="*/ 104 w 207"/>
              <a:gd name="T81" fmla="*/ 50 h 311"/>
              <a:gd name="T82" fmla="*/ 104 w 207"/>
              <a:gd name="T83" fmla="*/ 42 h 311"/>
              <a:gd name="T84" fmla="*/ 99 w 207"/>
              <a:gd name="T85" fmla="*/ 32 h 311"/>
              <a:gd name="T86" fmla="*/ 102 w 207"/>
              <a:gd name="T87" fmla="*/ 26 h 311"/>
              <a:gd name="T88" fmla="*/ 181 w 207"/>
              <a:gd name="T89" fmla="*/ 57 h 311"/>
              <a:gd name="T90" fmla="*/ 179 w 207"/>
              <a:gd name="T91" fmla="*/ 62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07" h="311">
                <a:moveTo>
                  <a:pt x="199" y="40"/>
                </a:moveTo>
                <a:cubicBezTo>
                  <a:pt x="99" y="2"/>
                  <a:pt x="99" y="2"/>
                  <a:pt x="99" y="2"/>
                </a:cubicBezTo>
                <a:cubicBezTo>
                  <a:pt x="94" y="0"/>
                  <a:pt x="88" y="3"/>
                  <a:pt x="85" y="8"/>
                </a:cubicBezTo>
                <a:cubicBezTo>
                  <a:pt x="78" y="28"/>
                  <a:pt x="78" y="28"/>
                  <a:pt x="78" y="28"/>
                </a:cubicBezTo>
                <a:cubicBezTo>
                  <a:pt x="77" y="31"/>
                  <a:pt x="77" y="34"/>
                  <a:pt x="78" y="37"/>
                </a:cubicBezTo>
                <a:cubicBezTo>
                  <a:pt x="82" y="46"/>
                  <a:pt x="82" y="46"/>
                  <a:pt x="82" y="46"/>
                </a:cubicBezTo>
                <a:cubicBezTo>
                  <a:pt x="52" y="125"/>
                  <a:pt x="52" y="125"/>
                  <a:pt x="52" y="125"/>
                </a:cubicBezTo>
                <a:cubicBezTo>
                  <a:pt x="26" y="124"/>
                  <a:pt x="26" y="124"/>
                  <a:pt x="26" y="124"/>
                </a:cubicBezTo>
                <a:cubicBezTo>
                  <a:pt x="22" y="123"/>
                  <a:pt x="18" y="126"/>
                  <a:pt x="16" y="130"/>
                </a:cubicBezTo>
                <a:cubicBezTo>
                  <a:pt x="1" y="170"/>
                  <a:pt x="1" y="170"/>
                  <a:pt x="1" y="170"/>
                </a:cubicBezTo>
                <a:cubicBezTo>
                  <a:pt x="0" y="173"/>
                  <a:pt x="0" y="176"/>
                  <a:pt x="1" y="178"/>
                </a:cubicBezTo>
                <a:cubicBezTo>
                  <a:pt x="2" y="181"/>
                  <a:pt x="4" y="183"/>
                  <a:pt x="7" y="184"/>
                </a:cubicBezTo>
                <a:cubicBezTo>
                  <a:pt x="67" y="207"/>
                  <a:pt x="67" y="207"/>
                  <a:pt x="67" y="207"/>
                </a:cubicBezTo>
                <a:cubicBezTo>
                  <a:pt x="32" y="297"/>
                  <a:pt x="32" y="297"/>
                  <a:pt x="32" y="297"/>
                </a:cubicBezTo>
                <a:cubicBezTo>
                  <a:pt x="30" y="302"/>
                  <a:pt x="33" y="308"/>
                  <a:pt x="38" y="310"/>
                </a:cubicBezTo>
                <a:cubicBezTo>
                  <a:pt x="40" y="311"/>
                  <a:pt x="41" y="311"/>
                  <a:pt x="42" y="311"/>
                </a:cubicBezTo>
                <a:cubicBezTo>
                  <a:pt x="46" y="311"/>
                  <a:pt x="50" y="308"/>
                  <a:pt x="52" y="304"/>
                </a:cubicBezTo>
                <a:cubicBezTo>
                  <a:pt x="86" y="214"/>
                  <a:pt x="86" y="214"/>
                  <a:pt x="86" y="214"/>
                </a:cubicBezTo>
                <a:cubicBezTo>
                  <a:pt x="146" y="237"/>
                  <a:pt x="146" y="237"/>
                  <a:pt x="146" y="237"/>
                </a:cubicBezTo>
                <a:cubicBezTo>
                  <a:pt x="147" y="238"/>
                  <a:pt x="149" y="238"/>
                  <a:pt x="150" y="238"/>
                </a:cubicBezTo>
                <a:cubicBezTo>
                  <a:pt x="154" y="238"/>
                  <a:pt x="158" y="235"/>
                  <a:pt x="160" y="231"/>
                </a:cubicBezTo>
                <a:cubicBezTo>
                  <a:pt x="175" y="191"/>
                  <a:pt x="175" y="191"/>
                  <a:pt x="175" y="191"/>
                </a:cubicBezTo>
                <a:cubicBezTo>
                  <a:pt x="177" y="187"/>
                  <a:pt x="176" y="182"/>
                  <a:pt x="172" y="179"/>
                </a:cubicBezTo>
                <a:cubicBezTo>
                  <a:pt x="152" y="163"/>
                  <a:pt x="152" y="163"/>
                  <a:pt x="152" y="163"/>
                </a:cubicBezTo>
                <a:cubicBezTo>
                  <a:pt x="182" y="84"/>
                  <a:pt x="182" y="84"/>
                  <a:pt x="182" y="84"/>
                </a:cubicBezTo>
                <a:cubicBezTo>
                  <a:pt x="192" y="80"/>
                  <a:pt x="192" y="80"/>
                  <a:pt x="192" y="80"/>
                </a:cubicBezTo>
                <a:cubicBezTo>
                  <a:pt x="194" y="79"/>
                  <a:pt x="196" y="77"/>
                  <a:pt x="197" y="74"/>
                </a:cubicBezTo>
                <a:cubicBezTo>
                  <a:pt x="205" y="54"/>
                  <a:pt x="205" y="54"/>
                  <a:pt x="205" y="54"/>
                </a:cubicBezTo>
                <a:cubicBezTo>
                  <a:pt x="207" y="49"/>
                  <a:pt x="204" y="43"/>
                  <a:pt x="199" y="40"/>
                </a:cubicBezTo>
                <a:close/>
                <a:moveTo>
                  <a:pt x="179" y="62"/>
                </a:moveTo>
                <a:cubicBezTo>
                  <a:pt x="169" y="67"/>
                  <a:pt x="169" y="67"/>
                  <a:pt x="169" y="67"/>
                </a:cubicBezTo>
                <a:cubicBezTo>
                  <a:pt x="167" y="68"/>
                  <a:pt x="165" y="70"/>
                  <a:pt x="164" y="73"/>
                </a:cubicBezTo>
                <a:cubicBezTo>
                  <a:pt x="129" y="162"/>
                  <a:pt x="129" y="162"/>
                  <a:pt x="129" y="162"/>
                </a:cubicBezTo>
                <a:cubicBezTo>
                  <a:pt x="128" y="167"/>
                  <a:pt x="129" y="172"/>
                  <a:pt x="132" y="174"/>
                </a:cubicBezTo>
                <a:cubicBezTo>
                  <a:pt x="153" y="191"/>
                  <a:pt x="153" y="191"/>
                  <a:pt x="153" y="191"/>
                </a:cubicBezTo>
                <a:cubicBezTo>
                  <a:pt x="144" y="214"/>
                  <a:pt x="144" y="214"/>
                  <a:pt x="144" y="214"/>
                </a:cubicBezTo>
                <a:cubicBezTo>
                  <a:pt x="24" y="168"/>
                  <a:pt x="24" y="168"/>
                  <a:pt x="24" y="168"/>
                </a:cubicBezTo>
                <a:cubicBezTo>
                  <a:pt x="33" y="145"/>
                  <a:pt x="33" y="145"/>
                  <a:pt x="33" y="145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64" y="147"/>
                  <a:pt x="68" y="144"/>
                  <a:pt x="70" y="139"/>
                </a:cubicBezTo>
                <a:cubicBezTo>
                  <a:pt x="104" y="50"/>
                  <a:pt x="104" y="50"/>
                  <a:pt x="104" y="50"/>
                </a:cubicBezTo>
                <a:cubicBezTo>
                  <a:pt x="105" y="47"/>
                  <a:pt x="105" y="44"/>
                  <a:pt x="104" y="42"/>
                </a:cubicBezTo>
                <a:cubicBezTo>
                  <a:pt x="99" y="32"/>
                  <a:pt x="99" y="32"/>
                  <a:pt x="99" y="32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81" y="57"/>
                  <a:pt x="181" y="57"/>
                  <a:pt x="181" y="57"/>
                </a:cubicBezTo>
                <a:lnTo>
                  <a:pt x="179" y="62"/>
                </a:lnTo>
                <a:close/>
              </a:path>
            </a:pathLst>
          </a:custGeom>
          <a:solidFill>
            <a:srgbClr val="C4D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AA48C28-7345-45A2-BCEB-E7419CF2763F}"/>
              </a:ext>
            </a:extLst>
          </p:cNvPr>
          <p:cNvSpPr/>
          <p:nvPr/>
        </p:nvSpPr>
        <p:spPr>
          <a:xfrm>
            <a:off x="3770670" y="3551001"/>
            <a:ext cx="1243291" cy="4154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Highlight Results</a:t>
            </a:r>
          </a:p>
        </p:txBody>
      </p:sp>
      <p:sp>
        <p:nvSpPr>
          <p:cNvPr id="147" name="Freeform 361">
            <a:extLst>
              <a:ext uri="{FF2B5EF4-FFF2-40B4-BE49-F238E27FC236}">
                <a16:creationId xmlns:a16="http://schemas.microsoft.com/office/drawing/2014/main" id="{935BA76F-D159-46AE-A246-FFD6E382F0EB}"/>
              </a:ext>
            </a:extLst>
          </p:cNvPr>
          <p:cNvSpPr>
            <a:spLocks noEditPoints="1"/>
          </p:cNvSpPr>
          <p:nvPr/>
        </p:nvSpPr>
        <p:spPr bwMode="auto">
          <a:xfrm>
            <a:off x="5519324" y="1742295"/>
            <a:ext cx="321889" cy="309856"/>
          </a:xfrm>
          <a:custGeom>
            <a:avLst/>
            <a:gdLst>
              <a:gd name="T0" fmla="*/ 257 w 321"/>
              <a:gd name="T1" fmla="*/ 309 h 310"/>
              <a:gd name="T2" fmla="*/ 251 w 321"/>
              <a:gd name="T3" fmla="*/ 308 h 310"/>
              <a:gd name="T4" fmla="*/ 161 w 321"/>
              <a:gd name="T5" fmla="*/ 257 h 310"/>
              <a:gd name="T6" fmla="*/ 70 w 321"/>
              <a:gd name="T7" fmla="*/ 308 h 310"/>
              <a:gd name="T8" fmla="*/ 58 w 321"/>
              <a:gd name="T9" fmla="*/ 307 h 310"/>
              <a:gd name="T10" fmla="*/ 54 w 321"/>
              <a:gd name="T11" fmla="*/ 296 h 310"/>
              <a:gd name="T12" fmla="*/ 74 w 321"/>
              <a:gd name="T13" fmla="*/ 195 h 310"/>
              <a:gd name="T14" fmla="*/ 4 w 321"/>
              <a:gd name="T15" fmla="*/ 125 h 310"/>
              <a:gd name="T16" fmla="*/ 1 w 321"/>
              <a:gd name="T17" fmla="*/ 113 h 310"/>
              <a:gd name="T18" fmla="*/ 10 w 321"/>
              <a:gd name="T19" fmla="*/ 106 h 310"/>
              <a:gd name="T20" fmla="*/ 111 w 321"/>
              <a:gd name="T21" fmla="*/ 96 h 310"/>
              <a:gd name="T22" fmla="*/ 151 w 321"/>
              <a:gd name="T23" fmla="*/ 6 h 310"/>
              <a:gd name="T24" fmla="*/ 161 w 321"/>
              <a:gd name="T25" fmla="*/ 0 h 310"/>
              <a:gd name="T26" fmla="*/ 170 w 321"/>
              <a:gd name="T27" fmla="*/ 6 h 310"/>
              <a:gd name="T28" fmla="*/ 211 w 321"/>
              <a:gd name="T29" fmla="*/ 96 h 310"/>
              <a:gd name="T30" fmla="*/ 311 w 321"/>
              <a:gd name="T31" fmla="*/ 106 h 310"/>
              <a:gd name="T32" fmla="*/ 320 w 321"/>
              <a:gd name="T33" fmla="*/ 113 h 310"/>
              <a:gd name="T34" fmla="*/ 318 w 321"/>
              <a:gd name="T35" fmla="*/ 125 h 310"/>
              <a:gd name="T36" fmla="*/ 247 w 321"/>
              <a:gd name="T37" fmla="*/ 195 h 310"/>
              <a:gd name="T38" fmla="*/ 267 w 321"/>
              <a:gd name="T39" fmla="*/ 296 h 310"/>
              <a:gd name="T40" fmla="*/ 263 w 321"/>
              <a:gd name="T41" fmla="*/ 307 h 310"/>
              <a:gd name="T42" fmla="*/ 257 w 321"/>
              <a:gd name="T43" fmla="*/ 309 h 310"/>
              <a:gd name="T44" fmla="*/ 161 w 321"/>
              <a:gd name="T45" fmla="*/ 234 h 310"/>
              <a:gd name="T46" fmla="*/ 166 w 321"/>
              <a:gd name="T47" fmla="*/ 236 h 310"/>
              <a:gd name="T48" fmla="*/ 242 w 321"/>
              <a:gd name="T49" fmla="*/ 278 h 310"/>
              <a:gd name="T50" fmla="*/ 225 w 321"/>
              <a:gd name="T51" fmla="*/ 194 h 310"/>
              <a:gd name="T52" fmla="*/ 228 w 321"/>
              <a:gd name="T53" fmla="*/ 184 h 310"/>
              <a:gd name="T54" fmla="*/ 287 w 321"/>
              <a:gd name="T55" fmla="*/ 125 h 310"/>
              <a:gd name="T56" fmla="*/ 202 w 321"/>
              <a:gd name="T57" fmla="*/ 117 h 310"/>
              <a:gd name="T58" fmla="*/ 194 w 321"/>
              <a:gd name="T59" fmla="*/ 111 h 310"/>
              <a:gd name="T60" fmla="*/ 161 w 321"/>
              <a:gd name="T61" fmla="*/ 37 h 310"/>
              <a:gd name="T62" fmla="*/ 128 w 321"/>
              <a:gd name="T63" fmla="*/ 111 h 310"/>
              <a:gd name="T64" fmla="*/ 119 w 321"/>
              <a:gd name="T65" fmla="*/ 117 h 310"/>
              <a:gd name="T66" fmla="*/ 35 w 321"/>
              <a:gd name="T67" fmla="*/ 125 h 310"/>
              <a:gd name="T68" fmla="*/ 94 w 321"/>
              <a:gd name="T69" fmla="*/ 184 h 310"/>
              <a:gd name="T70" fmla="*/ 96 w 321"/>
              <a:gd name="T71" fmla="*/ 194 h 310"/>
              <a:gd name="T72" fmla="*/ 80 w 321"/>
              <a:gd name="T73" fmla="*/ 278 h 310"/>
              <a:gd name="T74" fmla="*/ 155 w 321"/>
              <a:gd name="T75" fmla="*/ 236 h 310"/>
              <a:gd name="T76" fmla="*/ 161 w 321"/>
              <a:gd name="T77" fmla="*/ 234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21" h="310">
                <a:moveTo>
                  <a:pt x="257" y="309"/>
                </a:moveTo>
                <a:cubicBezTo>
                  <a:pt x="255" y="309"/>
                  <a:pt x="253" y="309"/>
                  <a:pt x="251" y="308"/>
                </a:cubicBezTo>
                <a:cubicBezTo>
                  <a:pt x="161" y="257"/>
                  <a:pt x="161" y="257"/>
                  <a:pt x="161" y="257"/>
                </a:cubicBezTo>
                <a:cubicBezTo>
                  <a:pt x="70" y="308"/>
                  <a:pt x="70" y="308"/>
                  <a:pt x="70" y="308"/>
                </a:cubicBezTo>
                <a:cubicBezTo>
                  <a:pt x="66" y="310"/>
                  <a:pt x="62" y="309"/>
                  <a:pt x="58" y="307"/>
                </a:cubicBezTo>
                <a:cubicBezTo>
                  <a:pt x="55" y="305"/>
                  <a:pt x="53" y="300"/>
                  <a:pt x="54" y="296"/>
                </a:cubicBezTo>
                <a:cubicBezTo>
                  <a:pt x="74" y="195"/>
                  <a:pt x="74" y="195"/>
                  <a:pt x="74" y="195"/>
                </a:cubicBezTo>
                <a:cubicBezTo>
                  <a:pt x="4" y="125"/>
                  <a:pt x="4" y="125"/>
                  <a:pt x="4" y="125"/>
                </a:cubicBezTo>
                <a:cubicBezTo>
                  <a:pt x="1" y="122"/>
                  <a:pt x="0" y="117"/>
                  <a:pt x="1" y="113"/>
                </a:cubicBezTo>
                <a:cubicBezTo>
                  <a:pt x="3" y="110"/>
                  <a:pt x="6" y="107"/>
                  <a:pt x="10" y="106"/>
                </a:cubicBezTo>
                <a:cubicBezTo>
                  <a:pt x="111" y="96"/>
                  <a:pt x="111" y="96"/>
                  <a:pt x="111" y="96"/>
                </a:cubicBezTo>
                <a:cubicBezTo>
                  <a:pt x="151" y="6"/>
                  <a:pt x="151" y="6"/>
                  <a:pt x="151" y="6"/>
                </a:cubicBezTo>
                <a:cubicBezTo>
                  <a:pt x="153" y="2"/>
                  <a:pt x="156" y="0"/>
                  <a:pt x="161" y="0"/>
                </a:cubicBezTo>
                <a:cubicBezTo>
                  <a:pt x="165" y="0"/>
                  <a:pt x="169" y="2"/>
                  <a:pt x="170" y="6"/>
                </a:cubicBezTo>
                <a:cubicBezTo>
                  <a:pt x="211" y="96"/>
                  <a:pt x="211" y="96"/>
                  <a:pt x="211" y="96"/>
                </a:cubicBezTo>
                <a:cubicBezTo>
                  <a:pt x="311" y="106"/>
                  <a:pt x="311" y="106"/>
                  <a:pt x="311" y="106"/>
                </a:cubicBezTo>
                <a:cubicBezTo>
                  <a:pt x="315" y="107"/>
                  <a:pt x="319" y="110"/>
                  <a:pt x="320" y="113"/>
                </a:cubicBezTo>
                <a:cubicBezTo>
                  <a:pt x="321" y="117"/>
                  <a:pt x="320" y="122"/>
                  <a:pt x="318" y="125"/>
                </a:cubicBezTo>
                <a:cubicBezTo>
                  <a:pt x="247" y="195"/>
                  <a:pt x="247" y="195"/>
                  <a:pt x="247" y="195"/>
                </a:cubicBezTo>
                <a:cubicBezTo>
                  <a:pt x="267" y="296"/>
                  <a:pt x="267" y="296"/>
                  <a:pt x="267" y="296"/>
                </a:cubicBezTo>
                <a:cubicBezTo>
                  <a:pt x="268" y="300"/>
                  <a:pt x="266" y="305"/>
                  <a:pt x="263" y="307"/>
                </a:cubicBezTo>
                <a:cubicBezTo>
                  <a:pt x="261" y="308"/>
                  <a:pt x="259" y="309"/>
                  <a:pt x="257" y="309"/>
                </a:cubicBezTo>
                <a:close/>
                <a:moveTo>
                  <a:pt x="161" y="234"/>
                </a:moveTo>
                <a:cubicBezTo>
                  <a:pt x="162" y="234"/>
                  <a:pt x="164" y="235"/>
                  <a:pt x="166" y="236"/>
                </a:cubicBezTo>
                <a:cubicBezTo>
                  <a:pt x="242" y="278"/>
                  <a:pt x="242" y="278"/>
                  <a:pt x="242" y="278"/>
                </a:cubicBezTo>
                <a:cubicBezTo>
                  <a:pt x="225" y="194"/>
                  <a:pt x="225" y="194"/>
                  <a:pt x="225" y="194"/>
                </a:cubicBezTo>
                <a:cubicBezTo>
                  <a:pt x="224" y="190"/>
                  <a:pt x="225" y="187"/>
                  <a:pt x="228" y="184"/>
                </a:cubicBezTo>
                <a:cubicBezTo>
                  <a:pt x="287" y="125"/>
                  <a:pt x="287" y="125"/>
                  <a:pt x="287" y="125"/>
                </a:cubicBezTo>
                <a:cubicBezTo>
                  <a:pt x="202" y="117"/>
                  <a:pt x="202" y="117"/>
                  <a:pt x="202" y="117"/>
                </a:cubicBezTo>
                <a:cubicBezTo>
                  <a:pt x="198" y="117"/>
                  <a:pt x="195" y="114"/>
                  <a:pt x="194" y="111"/>
                </a:cubicBezTo>
                <a:cubicBezTo>
                  <a:pt x="161" y="37"/>
                  <a:pt x="161" y="37"/>
                  <a:pt x="161" y="37"/>
                </a:cubicBezTo>
                <a:cubicBezTo>
                  <a:pt x="128" y="111"/>
                  <a:pt x="128" y="111"/>
                  <a:pt x="128" y="111"/>
                </a:cubicBezTo>
                <a:cubicBezTo>
                  <a:pt x="126" y="114"/>
                  <a:pt x="123" y="117"/>
                  <a:pt x="119" y="117"/>
                </a:cubicBezTo>
                <a:cubicBezTo>
                  <a:pt x="35" y="125"/>
                  <a:pt x="35" y="125"/>
                  <a:pt x="35" y="125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6" y="187"/>
                  <a:pt x="97" y="190"/>
                  <a:pt x="96" y="194"/>
                </a:cubicBezTo>
                <a:cubicBezTo>
                  <a:pt x="80" y="278"/>
                  <a:pt x="80" y="278"/>
                  <a:pt x="80" y="278"/>
                </a:cubicBezTo>
                <a:cubicBezTo>
                  <a:pt x="155" y="236"/>
                  <a:pt x="155" y="236"/>
                  <a:pt x="155" y="236"/>
                </a:cubicBezTo>
                <a:cubicBezTo>
                  <a:pt x="157" y="235"/>
                  <a:pt x="159" y="234"/>
                  <a:pt x="161" y="23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8" name="Freeform 362">
            <a:extLst>
              <a:ext uri="{FF2B5EF4-FFF2-40B4-BE49-F238E27FC236}">
                <a16:creationId xmlns:a16="http://schemas.microsoft.com/office/drawing/2014/main" id="{4B565453-FB66-4C5A-BB27-7C2E17B103A5}"/>
              </a:ext>
            </a:extLst>
          </p:cNvPr>
          <p:cNvSpPr>
            <a:spLocks noEditPoints="1"/>
          </p:cNvSpPr>
          <p:nvPr/>
        </p:nvSpPr>
        <p:spPr bwMode="auto">
          <a:xfrm>
            <a:off x="5424562" y="1646029"/>
            <a:ext cx="512917" cy="511412"/>
          </a:xfrm>
          <a:custGeom>
            <a:avLst/>
            <a:gdLst>
              <a:gd name="T0" fmla="*/ 256 w 512"/>
              <a:gd name="T1" fmla="*/ 21 h 512"/>
              <a:gd name="T2" fmla="*/ 490 w 512"/>
              <a:gd name="T3" fmla="*/ 256 h 512"/>
              <a:gd name="T4" fmla="*/ 256 w 512"/>
              <a:gd name="T5" fmla="*/ 490 h 512"/>
              <a:gd name="T6" fmla="*/ 21 w 512"/>
              <a:gd name="T7" fmla="*/ 256 h 512"/>
              <a:gd name="T8" fmla="*/ 256 w 512"/>
              <a:gd name="T9" fmla="*/ 21 h 512"/>
              <a:gd name="T10" fmla="*/ 256 w 512"/>
              <a:gd name="T11" fmla="*/ 0 h 512"/>
              <a:gd name="T12" fmla="*/ 0 w 512"/>
              <a:gd name="T13" fmla="*/ 256 h 512"/>
              <a:gd name="T14" fmla="*/ 256 w 512"/>
              <a:gd name="T15" fmla="*/ 512 h 512"/>
              <a:gd name="T16" fmla="*/ 512 w 512"/>
              <a:gd name="T17" fmla="*/ 256 h 512"/>
              <a:gd name="T18" fmla="*/ 256 w 512"/>
              <a:gd name="T1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2" h="512">
                <a:moveTo>
                  <a:pt x="256" y="21"/>
                </a:moveTo>
                <a:cubicBezTo>
                  <a:pt x="385" y="21"/>
                  <a:pt x="490" y="126"/>
                  <a:pt x="490" y="256"/>
                </a:cubicBezTo>
                <a:cubicBezTo>
                  <a:pt x="490" y="385"/>
                  <a:pt x="385" y="490"/>
                  <a:pt x="256" y="490"/>
                </a:cubicBezTo>
                <a:cubicBezTo>
                  <a:pt x="126" y="490"/>
                  <a:pt x="21" y="385"/>
                  <a:pt x="21" y="256"/>
                </a:cubicBezTo>
                <a:cubicBezTo>
                  <a:pt x="21" y="126"/>
                  <a:pt x="126" y="21"/>
                  <a:pt x="256" y="21"/>
                </a:cubicBezTo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9" name="Freeform 337">
            <a:extLst>
              <a:ext uri="{FF2B5EF4-FFF2-40B4-BE49-F238E27FC236}">
                <a16:creationId xmlns:a16="http://schemas.microsoft.com/office/drawing/2014/main" id="{0EBA7DDF-70E2-4934-9D24-9F56B15D239F}"/>
              </a:ext>
            </a:extLst>
          </p:cNvPr>
          <p:cNvSpPr>
            <a:spLocks noEditPoints="1"/>
          </p:cNvSpPr>
          <p:nvPr/>
        </p:nvSpPr>
        <p:spPr bwMode="auto">
          <a:xfrm rot="60000">
            <a:off x="7606665" y="3739679"/>
            <a:ext cx="511413" cy="511412"/>
          </a:xfrm>
          <a:custGeom>
            <a:avLst/>
            <a:gdLst>
              <a:gd name="T0" fmla="*/ 256 w 512"/>
              <a:gd name="T1" fmla="*/ 21 h 512"/>
              <a:gd name="T2" fmla="*/ 490 w 512"/>
              <a:gd name="T3" fmla="*/ 256 h 512"/>
              <a:gd name="T4" fmla="*/ 256 w 512"/>
              <a:gd name="T5" fmla="*/ 490 h 512"/>
              <a:gd name="T6" fmla="*/ 21 w 512"/>
              <a:gd name="T7" fmla="*/ 256 h 512"/>
              <a:gd name="T8" fmla="*/ 256 w 512"/>
              <a:gd name="T9" fmla="*/ 21 h 512"/>
              <a:gd name="T10" fmla="*/ 256 w 512"/>
              <a:gd name="T11" fmla="*/ 0 h 512"/>
              <a:gd name="T12" fmla="*/ 0 w 512"/>
              <a:gd name="T13" fmla="*/ 256 h 512"/>
              <a:gd name="T14" fmla="*/ 256 w 512"/>
              <a:gd name="T15" fmla="*/ 512 h 512"/>
              <a:gd name="T16" fmla="*/ 512 w 512"/>
              <a:gd name="T17" fmla="*/ 256 h 512"/>
              <a:gd name="T18" fmla="*/ 256 w 512"/>
              <a:gd name="T1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2" h="512">
                <a:moveTo>
                  <a:pt x="256" y="21"/>
                </a:moveTo>
                <a:cubicBezTo>
                  <a:pt x="385" y="21"/>
                  <a:pt x="490" y="126"/>
                  <a:pt x="490" y="256"/>
                </a:cubicBezTo>
                <a:cubicBezTo>
                  <a:pt x="490" y="385"/>
                  <a:pt x="385" y="490"/>
                  <a:pt x="256" y="490"/>
                </a:cubicBezTo>
                <a:cubicBezTo>
                  <a:pt x="126" y="490"/>
                  <a:pt x="21" y="385"/>
                  <a:pt x="21" y="256"/>
                </a:cubicBezTo>
                <a:cubicBezTo>
                  <a:pt x="21" y="126"/>
                  <a:pt x="126" y="21"/>
                  <a:pt x="256" y="21"/>
                </a:cubicBezTo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</a:path>
            </a:pathLst>
          </a:custGeom>
          <a:solidFill>
            <a:srgbClr val="C4D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C511699-02F5-4E00-9654-84DD1355F532}"/>
              </a:ext>
            </a:extLst>
          </p:cNvPr>
          <p:cNvSpPr/>
          <p:nvPr/>
        </p:nvSpPr>
        <p:spPr>
          <a:xfrm>
            <a:off x="5068235" y="2310280"/>
            <a:ext cx="1417803" cy="5770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 defTabSz="914400">
              <a:defRPr/>
            </a:pPr>
            <a:r>
              <a:rPr lang="en-US" sz="1050" b="1" dirty="0"/>
              <a:t>Briefly Explain Business Problem </a:t>
            </a:r>
            <a:endParaRPr lang="en-US" sz="1050" b="1" dirty="0">
              <a:ea typeface="Verdana"/>
              <a:cs typeface="Verdana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F77C537-B2F9-41A3-8937-12011133803D}"/>
              </a:ext>
            </a:extLst>
          </p:cNvPr>
          <p:cNvSpPr/>
          <p:nvPr/>
        </p:nvSpPr>
        <p:spPr>
          <a:xfrm>
            <a:off x="6704699" y="2757289"/>
            <a:ext cx="1417803" cy="5770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Create a Story</a:t>
            </a:r>
            <a:endParaRPr 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Verdana"/>
              <a:cs typeface="Verdana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60977C7-40A4-4581-9B60-90529829946B}"/>
              </a:ext>
            </a:extLst>
          </p:cNvPr>
          <p:cNvSpPr/>
          <p:nvPr/>
        </p:nvSpPr>
        <p:spPr>
          <a:xfrm>
            <a:off x="5937479" y="5025983"/>
            <a:ext cx="1243291" cy="4154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 defTabSz="914400">
              <a:defRPr/>
            </a:pPr>
            <a:r>
              <a:rPr lang="en-US" sz="1050" b="1"/>
              <a:t>Keep It Simple</a:t>
            </a:r>
            <a:endParaRPr lang="en-US" sz="2800">
              <a:ea typeface="Verdana"/>
              <a:cs typeface="Verdana"/>
            </a:endParaRPr>
          </a:p>
        </p:txBody>
      </p:sp>
      <p:sp>
        <p:nvSpPr>
          <p:cNvPr id="156" name="Freeform 921">
            <a:extLst>
              <a:ext uri="{FF2B5EF4-FFF2-40B4-BE49-F238E27FC236}">
                <a16:creationId xmlns:a16="http://schemas.microsoft.com/office/drawing/2014/main" id="{138BFEC5-64A3-47C5-ADEF-EA438EFDFFD3}"/>
              </a:ext>
            </a:extLst>
          </p:cNvPr>
          <p:cNvSpPr>
            <a:spLocks noEditPoints="1"/>
          </p:cNvSpPr>
          <p:nvPr/>
        </p:nvSpPr>
        <p:spPr bwMode="auto">
          <a:xfrm>
            <a:off x="4616686" y="5152855"/>
            <a:ext cx="148911" cy="318880"/>
          </a:xfrm>
          <a:custGeom>
            <a:avLst/>
            <a:gdLst>
              <a:gd name="T0" fmla="*/ 139 w 149"/>
              <a:gd name="T1" fmla="*/ 256 h 320"/>
              <a:gd name="T2" fmla="*/ 136 w 149"/>
              <a:gd name="T3" fmla="*/ 256 h 320"/>
              <a:gd name="T4" fmla="*/ 108 w 149"/>
              <a:gd name="T5" fmla="*/ 142 h 320"/>
              <a:gd name="T6" fmla="*/ 128 w 149"/>
              <a:gd name="T7" fmla="*/ 96 h 320"/>
              <a:gd name="T8" fmla="*/ 98 w 149"/>
              <a:gd name="T9" fmla="*/ 53 h 320"/>
              <a:gd name="T10" fmla="*/ 107 w 149"/>
              <a:gd name="T11" fmla="*/ 32 h 320"/>
              <a:gd name="T12" fmla="*/ 75 w 149"/>
              <a:gd name="T13" fmla="*/ 0 h 320"/>
              <a:gd name="T14" fmla="*/ 43 w 149"/>
              <a:gd name="T15" fmla="*/ 32 h 320"/>
              <a:gd name="T16" fmla="*/ 51 w 149"/>
              <a:gd name="T17" fmla="*/ 53 h 320"/>
              <a:gd name="T18" fmla="*/ 21 w 149"/>
              <a:gd name="T19" fmla="*/ 96 h 320"/>
              <a:gd name="T20" fmla="*/ 41 w 149"/>
              <a:gd name="T21" fmla="*/ 142 h 320"/>
              <a:gd name="T22" fmla="*/ 13 w 149"/>
              <a:gd name="T23" fmla="*/ 256 h 320"/>
              <a:gd name="T24" fmla="*/ 11 w 149"/>
              <a:gd name="T25" fmla="*/ 256 h 320"/>
              <a:gd name="T26" fmla="*/ 0 w 149"/>
              <a:gd name="T27" fmla="*/ 266 h 320"/>
              <a:gd name="T28" fmla="*/ 0 w 149"/>
              <a:gd name="T29" fmla="*/ 309 h 320"/>
              <a:gd name="T30" fmla="*/ 11 w 149"/>
              <a:gd name="T31" fmla="*/ 320 h 320"/>
              <a:gd name="T32" fmla="*/ 139 w 149"/>
              <a:gd name="T33" fmla="*/ 320 h 320"/>
              <a:gd name="T34" fmla="*/ 149 w 149"/>
              <a:gd name="T35" fmla="*/ 309 h 320"/>
              <a:gd name="T36" fmla="*/ 149 w 149"/>
              <a:gd name="T37" fmla="*/ 266 h 320"/>
              <a:gd name="T38" fmla="*/ 139 w 149"/>
              <a:gd name="T39" fmla="*/ 256 h 320"/>
              <a:gd name="T40" fmla="*/ 75 w 149"/>
              <a:gd name="T41" fmla="*/ 21 h 320"/>
              <a:gd name="T42" fmla="*/ 85 w 149"/>
              <a:gd name="T43" fmla="*/ 32 h 320"/>
              <a:gd name="T44" fmla="*/ 75 w 149"/>
              <a:gd name="T45" fmla="*/ 42 h 320"/>
              <a:gd name="T46" fmla="*/ 64 w 149"/>
              <a:gd name="T47" fmla="*/ 32 h 320"/>
              <a:gd name="T48" fmla="*/ 75 w 149"/>
              <a:gd name="T49" fmla="*/ 21 h 320"/>
              <a:gd name="T50" fmla="*/ 75 w 149"/>
              <a:gd name="T51" fmla="*/ 64 h 320"/>
              <a:gd name="T52" fmla="*/ 92 w 149"/>
              <a:gd name="T53" fmla="*/ 74 h 320"/>
              <a:gd name="T54" fmla="*/ 78 w 149"/>
              <a:gd name="T55" fmla="*/ 88 h 320"/>
              <a:gd name="T56" fmla="*/ 78 w 149"/>
              <a:gd name="T57" fmla="*/ 103 h 320"/>
              <a:gd name="T58" fmla="*/ 85 w 149"/>
              <a:gd name="T59" fmla="*/ 106 h 320"/>
              <a:gd name="T60" fmla="*/ 93 w 149"/>
              <a:gd name="T61" fmla="*/ 103 h 320"/>
              <a:gd name="T62" fmla="*/ 106 w 149"/>
              <a:gd name="T63" fmla="*/ 90 h 320"/>
              <a:gd name="T64" fmla="*/ 107 w 149"/>
              <a:gd name="T65" fmla="*/ 96 h 320"/>
              <a:gd name="T66" fmla="*/ 92 w 149"/>
              <a:gd name="T67" fmla="*/ 128 h 320"/>
              <a:gd name="T68" fmla="*/ 57 w 149"/>
              <a:gd name="T69" fmla="*/ 128 h 320"/>
              <a:gd name="T70" fmla="*/ 43 w 149"/>
              <a:gd name="T71" fmla="*/ 96 h 320"/>
              <a:gd name="T72" fmla="*/ 75 w 149"/>
              <a:gd name="T73" fmla="*/ 64 h 320"/>
              <a:gd name="T74" fmla="*/ 62 w 149"/>
              <a:gd name="T75" fmla="*/ 149 h 320"/>
              <a:gd name="T76" fmla="*/ 88 w 149"/>
              <a:gd name="T77" fmla="*/ 149 h 320"/>
              <a:gd name="T78" fmla="*/ 114 w 149"/>
              <a:gd name="T79" fmla="*/ 256 h 320"/>
              <a:gd name="T80" fmla="*/ 35 w 149"/>
              <a:gd name="T81" fmla="*/ 256 h 320"/>
              <a:gd name="T82" fmla="*/ 62 w 149"/>
              <a:gd name="T83" fmla="*/ 149 h 320"/>
              <a:gd name="T84" fmla="*/ 128 w 149"/>
              <a:gd name="T85" fmla="*/ 298 h 320"/>
              <a:gd name="T86" fmla="*/ 21 w 149"/>
              <a:gd name="T87" fmla="*/ 298 h 320"/>
              <a:gd name="T88" fmla="*/ 21 w 149"/>
              <a:gd name="T89" fmla="*/ 277 h 320"/>
              <a:gd name="T90" fmla="*/ 128 w 149"/>
              <a:gd name="T91" fmla="*/ 277 h 320"/>
              <a:gd name="T92" fmla="*/ 128 w 149"/>
              <a:gd name="T93" fmla="*/ 29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9" h="320">
                <a:moveTo>
                  <a:pt x="139" y="256"/>
                </a:moveTo>
                <a:cubicBezTo>
                  <a:pt x="136" y="256"/>
                  <a:pt x="136" y="256"/>
                  <a:pt x="136" y="256"/>
                </a:cubicBezTo>
                <a:cubicBezTo>
                  <a:pt x="108" y="142"/>
                  <a:pt x="108" y="142"/>
                  <a:pt x="108" y="142"/>
                </a:cubicBezTo>
                <a:cubicBezTo>
                  <a:pt x="116" y="135"/>
                  <a:pt x="128" y="119"/>
                  <a:pt x="128" y="96"/>
                </a:cubicBezTo>
                <a:cubicBezTo>
                  <a:pt x="128" y="76"/>
                  <a:pt x="112" y="62"/>
                  <a:pt x="98" y="53"/>
                </a:cubicBezTo>
                <a:cubicBezTo>
                  <a:pt x="103" y="47"/>
                  <a:pt x="107" y="40"/>
                  <a:pt x="107" y="32"/>
                </a:cubicBezTo>
                <a:cubicBezTo>
                  <a:pt x="107" y="14"/>
                  <a:pt x="92" y="0"/>
                  <a:pt x="75" y="0"/>
                </a:cubicBezTo>
                <a:cubicBezTo>
                  <a:pt x="57" y="0"/>
                  <a:pt x="43" y="14"/>
                  <a:pt x="43" y="32"/>
                </a:cubicBezTo>
                <a:cubicBezTo>
                  <a:pt x="43" y="40"/>
                  <a:pt x="46" y="47"/>
                  <a:pt x="51" y="53"/>
                </a:cubicBezTo>
                <a:cubicBezTo>
                  <a:pt x="37" y="62"/>
                  <a:pt x="21" y="76"/>
                  <a:pt x="21" y="96"/>
                </a:cubicBezTo>
                <a:cubicBezTo>
                  <a:pt x="21" y="119"/>
                  <a:pt x="34" y="135"/>
                  <a:pt x="41" y="142"/>
                </a:cubicBezTo>
                <a:cubicBezTo>
                  <a:pt x="13" y="256"/>
                  <a:pt x="13" y="256"/>
                  <a:pt x="13" y="256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5" y="256"/>
                  <a:pt x="0" y="260"/>
                  <a:pt x="0" y="266"/>
                </a:cubicBezTo>
                <a:cubicBezTo>
                  <a:pt x="0" y="309"/>
                  <a:pt x="0" y="309"/>
                  <a:pt x="0" y="309"/>
                </a:cubicBezTo>
                <a:cubicBezTo>
                  <a:pt x="0" y="315"/>
                  <a:pt x="5" y="320"/>
                  <a:pt x="11" y="320"/>
                </a:cubicBezTo>
                <a:cubicBezTo>
                  <a:pt x="139" y="320"/>
                  <a:pt x="139" y="320"/>
                  <a:pt x="139" y="320"/>
                </a:cubicBezTo>
                <a:cubicBezTo>
                  <a:pt x="145" y="320"/>
                  <a:pt x="149" y="315"/>
                  <a:pt x="149" y="309"/>
                </a:cubicBezTo>
                <a:cubicBezTo>
                  <a:pt x="149" y="266"/>
                  <a:pt x="149" y="266"/>
                  <a:pt x="149" y="266"/>
                </a:cubicBezTo>
                <a:cubicBezTo>
                  <a:pt x="149" y="260"/>
                  <a:pt x="145" y="256"/>
                  <a:pt x="139" y="256"/>
                </a:cubicBezTo>
                <a:close/>
                <a:moveTo>
                  <a:pt x="75" y="21"/>
                </a:moveTo>
                <a:cubicBezTo>
                  <a:pt x="81" y="21"/>
                  <a:pt x="85" y="26"/>
                  <a:pt x="85" y="32"/>
                </a:cubicBezTo>
                <a:cubicBezTo>
                  <a:pt x="85" y="38"/>
                  <a:pt x="81" y="42"/>
                  <a:pt x="75" y="42"/>
                </a:cubicBezTo>
                <a:cubicBezTo>
                  <a:pt x="69" y="42"/>
                  <a:pt x="64" y="38"/>
                  <a:pt x="64" y="32"/>
                </a:cubicBezTo>
                <a:cubicBezTo>
                  <a:pt x="64" y="26"/>
                  <a:pt x="69" y="21"/>
                  <a:pt x="75" y="21"/>
                </a:cubicBezTo>
                <a:close/>
                <a:moveTo>
                  <a:pt x="75" y="64"/>
                </a:moveTo>
                <a:cubicBezTo>
                  <a:pt x="79" y="67"/>
                  <a:pt x="86" y="70"/>
                  <a:pt x="92" y="74"/>
                </a:cubicBezTo>
                <a:cubicBezTo>
                  <a:pt x="78" y="88"/>
                  <a:pt x="78" y="88"/>
                  <a:pt x="78" y="88"/>
                </a:cubicBezTo>
                <a:cubicBezTo>
                  <a:pt x="74" y="92"/>
                  <a:pt x="74" y="99"/>
                  <a:pt x="78" y="103"/>
                </a:cubicBezTo>
                <a:cubicBezTo>
                  <a:pt x="80" y="105"/>
                  <a:pt x="83" y="106"/>
                  <a:pt x="85" y="106"/>
                </a:cubicBezTo>
                <a:cubicBezTo>
                  <a:pt x="88" y="106"/>
                  <a:pt x="91" y="105"/>
                  <a:pt x="93" y="103"/>
                </a:cubicBezTo>
                <a:cubicBezTo>
                  <a:pt x="106" y="90"/>
                  <a:pt x="106" y="90"/>
                  <a:pt x="106" y="90"/>
                </a:cubicBezTo>
                <a:cubicBezTo>
                  <a:pt x="106" y="92"/>
                  <a:pt x="107" y="94"/>
                  <a:pt x="107" y="96"/>
                </a:cubicBezTo>
                <a:cubicBezTo>
                  <a:pt x="107" y="113"/>
                  <a:pt x="97" y="123"/>
                  <a:pt x="92" y="128"/>
                </a:cubicBezTo>
                <a:cubicBezTo>
                  <a:pt x="57" y="128"/>
                  <a:pt x="57" y="128"/>
                  <a:pt x="57" y="128"/>
                </a:cubicBezTo>
                <a:cubicBezTo>
                  <a:pt x="53" y="123"/>
                  <a:pt x="43" y="112"/>
                  <a:pt x="43" y="96"/>
                </a:cubicBezTo>
                <a:cubicBezTo>
                  <a:pt x="43" y="81"/>
                  <a:pt x="64" y="69"/>
                  <a:pt x="75" y="64"/>
                </a:cubicBezTo>
                <a:close/>
                <a:moveTo>
                  <a:pt x="62" y="149"/>
                </a:moveTo>
                <a:cubicBezTo>
                  <a:pt x="88" y="149"/>
                  <a:pt x="88" y="149"/>
                  <a:pt x="88" y="149"/>
                </a:cubicBezTo>
                <a:cubicBezTo>
                  <a:pt x="114" y="256"/>
                  <a:pt x="114" y="256"/>
                  <a:pt x="114" y="256"/>
                </a:cubicBezTo>
                <a:cubicBezTo>
                  <a:pt x="35" y="256"/>
                  <a:pt x="35" y="256"/>
                  <a:pt x="35" y="256"/>
                </a:cubicBezTo>
                <a:lnTo>
                  <a:pt x="62" y="149"/>
                </a:lnTo>
                <a:close/>
                <a:moveTo>
                  <a:pt x="128" y="298"/>
                </a:moveTo>
                <a:cubicBezTo>
                  <a:pt x="21" y="298"/>
                  <a:pt x="21" y="298"/>
                  <a:pt x="21" y="298"/>
                </a:cubicBezTo>
                <a:cubicBezTo>
                  <a:pt x="21" y="277"/>
                  <a:pt x="21" y="277"/>
                  <a:pt x="21" y="277"/>
                </a:cubicBezTo>
                <a:cubicBezTo>
                  <a:pt x="128" y="277"/>
                  <a:pt x="128" y="277"/>
                  <a:pt x="128" y="277"/>
                </a:cubicBezTo>
                <a:lnTo>
                  <a:pt x="128" y="2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7" name="Freeform 922">
            <a:extLst>
              <a:ext uri="{FF2B5EF4-FFF2-40B4-BE49-F238E27FC236}">
                <a16:creationId xmlns:a16="http://schemas.microsoft.com/office/drawing/2014/main" id="{5EB085D8-8440-4B57-94C1-C2158D47405A}"/>
              </a:ext>
            </a:extLst>
          </p:cNvPr>
          <p:cNvSpPr>
            <a:spLocks noEditPoints="1"/>
          </p:cNvSpPr>
          <p:nvPr/>
        </p:nvSpPr>
        <p:spPr bwMode="auto">
          <a:xfrm>
            <a:off x="4436187" y="5056589"/>
            <a:ext cx="511413" cy="511412"/>
          </a:xfrm>
          <a:custGeom>
            <a:avLst/>
            <a:gdLst>
              <a:gd name="T0" fmla="*/ 256 w 512"/>
              <a:gd name="T1" fmla="*/ 21 h 512"/>
              <a:gd name="T2" fmla="*/ 490 w 512"/>
              <a:gd name="T3" fmla="*/ 256 h 512"/>
              <a:gd name="T4" fmla="*/ 256 w 512"/>
              <a:gd name="T5" fmla="*/ 490 h 512"/>
              <a:gd name="T6" fmla="*/ 21 w 512"/>
              <a:gd name="T7" fmla="*/ 256 h 512"/>
              <a:gd name="T8" fmla="*/ 256 w 512"/>
              <a:gd name="T9" fmla="*/ 21 h 512"/>
              <a:gd name="T10" fmla="*/ 256 w 512"/>
              <a:gd name="T11" fmla="*/ 0 h 512"/>
              <a:gd name="T12" fmla="*/ 0 w 512"/>
              <a:gd name="T13" fmla="*/ 256 h 512"/>
              <a:gd name="T14" fmla="*/ 256 w 512"/>
              <a:gd name="T15" fmla="*/ 512 h 512"/>
              <a:gd name="T16" fmla="*/ 512 w 512"/>
              <a:gd name="T17" fmla="*/ 256 h 512"/>
              <a:gd name="T18" fmla="*/ 256 w 512"/>
              <a:gd name="T1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2" h="512">
                <a:moveTo>
                  <a:pt x="256" y="21"/>
                </a:moveTo>
                <a:cubicBezTo>
                  <a:pt x="385" y="21"/>
                  <a:pt x="490" y="126"/>
                  <a:pt x="490" y="256"/>
                </a:cubicBezTo>
                <a:cubicBezTo>
                  <a:pt x="490" y="385"/>
                  <a:pt x="385" y="490"/>
                  <a:pt x="256" y="490"/>
                </a:cubicBezTo>
                <a:cubicBezTo>
                  <a:pt x="126" y="490"/>
                  <a:pt x="21" y="385"/>
                  <a:pt x="21" y="256"/>
                </a:cubicBezTo>
                <a:cubicBezTo>
                  <a:pt x="21" y="126"/>
                  <a:pt x="126" y="21"/>
                  <a:pt x="256" y="21"/>
                </a:cubicBezTo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8" name="Freeform 542">
            <a:extLst>
              <a:ext uri="{FF2B5EF4-FFF2-40B4-BE49-F238E27FC236}">
                <a16:creationId xmlns:a16="http://schemas.microsoft.com/office/drawing/2014/main" id="{E0483C9B-FBE1-4CA3-9D11-F5A1B844183B}"/>
              </a:ext>
            </a:extLst>
          </p:cNvPr>
          <p:cNvSpPr>
            <a:spLocks noEditPoints="1"/>
          </p:cNvSpPr>
          <p:nvPr/>
        </p:nvSpPr>
        <p:spPr bwMode="auto">
          <a:xfrm>
            <a:off x="6581819" y="5711747"/>
            <a:ext cx="198548" cy="318880"/>
          </a:xfrm>
          <a:custGeom>
            <a:avLst/>
            <a:gdLst>
              <a:gd name="T0" fmla="*/ 99 w 199"/>
              <a:gd name="T1" fmla="*/ 0 h 320"/>
              <a:gd name="T2" fmla="*/ 99 w 199"/>
              <a:gd name="T3" fmla="*/ 0 h 320"/>
              <a:gd name="T4" fmla="*/ 99 w 199"/>
              <a:gd name="T5" fmla="*/ 0 h 320"/>
              <a:gd name="T6" fmla="*/ 99 w 199"/>
              <a:gd name="T7" fmla="*/ 0 h 320"/>
              <a:gd name="T8" fmla="*/ 98 w 199"/>
              <a:gd name="T9" fmla="*/ 0 h 320"/>
              <a:gd name="T10" fmla="*/ 0 w 199"/>
              <a:gd name="T11" fmla="*/ 95 h 320"/>
              <a:gd name="T12" fmla="*/ 19 w 199"/>
              <a:gd name="T13" fmla="*/ 158 h 320"/>
              <a:gd name="T14" fmla="*/ 45 w 199"/>
              <a:gd name="T15" fmla="*/ 213 h 320"/>
              <a:gd name="T16" fmla="*/ 45 w 199"/>
              <a:gd name="T17" fmla="*/ 245 h 320"/>
              <a:gd name="T18" fmla="*/ 46 w 199"/>
              <a:gd name="T19" fmla="*/ 246 h 320"/>
              <a:gd name="T20" fmla="*/ 45 w 199"/>
              <a:gd name="T21" fmla="*/ 247 h 320"/>
              <a:gd name="T22" fmla="*/ 56 w 199"/>
              <a:gd name="T23" fmla="*/ 311 h 320"/>
              <a:gd name="T24" fmla="*/ 67 w 199"/>
              <a:gd name="T25" fmla="*/ 320 h 320"/>
              <a:gd name="T26" fmla="*/ 131 w 199"/>
              <a:gd name="T27" fmla="*/ 320 h 320"/>
              <a:gd name="T28" fmla="*/ 141 w 199"/>
              <a:gd name="T29" fmla="*/ 311 h 320"/>
              <a:gd name="T30" fmla="*/ 152 w 199"/>
              <a:gd name="T31" fmla="*/ 247 h 320"/>
              <a:gd name="T32" fmla="*/ 152 w 199"/>
              <a:gd name="T33" fmla="*/ 246 h 320"/>
              <a:gd name="T34" fmla="*/ 152 w 199"/>
              <a:gd name="T35" fmla="*/ 245 h 320"/>
              <a:gd name="T36" fmla="*/ 152 w 199"/>
              <a:gd name="T37" fmla="*/ 213 h 320"/>
              <a:gd name="T38" fmla="*/ 179 w 199"/>
              <a:gd name="T39" fmla="*/ 158 h 320"/>
              <a:gd name="T40" fmla="*/ 199 w 199"/>
              <a:gd name="T41" fmla="*/ 95 h 320"/>
              <a:gd name="T42" fmla="*/ 99 w 199"/>
              <a:gd name="T43" fmla="*/ 0 h 320"/>
              <a:gd name="T44" fmla="*/ 122 w 199"/>
              <a:gd name="T45" fmla="*/ 298 h 320"/>
              <a:gd name="T46" fmla="*/ 76 w 199"/>
              <a:gd name="T47" fmla="*/ 298 h 320"/>
              <a:gd name="T48" fmla="*/ 69 w 199"/>
              <a:gd name="T49" fmla="*/ 256 h 320"/>
              <a:gd name="T50" fmla="*/ 129 w 199"/>
              <a:gd name="T51" fmla="*/ 256 h 320"/>
              <a:gd name="T52" fmla="*/ 122 w 199"/>
              <a:gd name="T53" fmla="*/ 298 h 320"/>
              <a:gd name="T54" fmla="*/ 161 w 199"/>
              <a:gd name="T55" fmla="*/ 147 h 320"/>
              <a:gd name="T56" fmla="*/ 131 w 199"/>
              <a:gd name="T57" fmla="*/ 213 h 320"/>
              <a:gd name="T58" fmla="*/ 131 w 199"/>
              <a:gd name="T59" fmla="*/ 234 h 320"/>
              <a:gd name="T60" fmla="*/ 109 w 199"/>
              <a:gd name="T61" fmla="*/ 234 h 320"/>
              <a:gd name="T62" fmla="*/ 109 w 199"/>
              <a:gd name="T63" fmla="*/ 153 h 320"/>
              <a:gd name="T64" fmla="*/ 128 w 199"/>
              <a:gd name="T65" fmla="*/ 135 h 320"/>
              <a:gd name="T66" fmla="*/ 128 w 199"/>
              <a:gd name="T67" fmla="*/ 120 h 320"/>
              <a:gd name="T68" fmla="*/ 112 w 199"/>
              <a:gd name="T69" fmla="*/ 120 h 320"/>
              <a:gd name="T70" fmla="*/ 99 w 199"/>
              <a:gd name="T71" fmla="*/ 134 h 320"/>
              <a:gd name="T72" fmla="*/ 85 w 199"/>
              <a:gd name="T73" fmla="*/ 120 h 320"/>
              <a:gd name="T74" fmla="*/ 70 w 199"/>
              <a:gd name="T75" fmla="*/ 120 h 320"/>
              <a:gd name="T76" fmla="*/ 70 w 199"/>
              <a:gd name="T77" fmla="*/ 135 h 320"/>
              <a:gd name="T78" fmla="*/ 88 w 199"/>
              <a:gd name="T79" fmla="*/ 153 h 320"/>
              <a:gd name="T80" fmla="*/ 88 w 199"/>
              <a:gd name="T81" fmla="*/ 234 h 320"/>
              <a:gd name="T82" fmla="*/ 67 w 199"/>
              <a:gd name="T83" fmla="*/ 234 h 320"/>
              <a:gd name="T84" fmla="*/ 67 w 199"/>
              <a:gd name="T85" fmla="*/ 213 h 320"/>
              <a:gd name="T86" fmla="*/ 37 w 199"/>
              <a:gd name="T87" fmla="*/ 146 h 320"/>
              <a:gd name="T88" fmla="*/ 21 w 199"/>
              <a:gd name="T89" fmla="*/ 95 h 320"/>
              <a:gd name="T90" fmla="*/ 99 w 199"/>
              <a:gd name="T91" fmla="*/ 21 h 320"/>
              <a:gd name="T92" fmla="*/ 177 w 199"/>
              <a:gd name="T93" fmla="*/ 95 h 320"/>
              <a:gd name="T94" fmla="*/ 161 w 199"/>
              <a:gd name="T95" fmla="*/ 147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99" h="320">
                <a:moveTo>
                  <a:pt x="99" y="0"/>
                </a:move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8" y="0"/>
                </a:cubicBezTo>
                <a:cubicBezTo>
                  <a:pt x="45" y="0"/>
                  <a:pt x="0" y="44"/>
                  <a:pt x="0" y="95"/>
                </a:cubicBezTo>
                <a:cubicBezTo>
                  <a:pt x="0" y="129"/>
                  <a:pt x="18" y="157"/>
                  <a:pt x="19" y="158"/>
                </a:cubicBezTo>
                <a:cubicBezTo>
                  <a:pt x="32" y="179"/>
                  <a:pt x="45" y="206"/>
                  <a:pt x="45" y="213"/>
                </a:cubicBezTo>
                <a:cubicBezTo>
                  <a:pt x="45" y="245"/>
                  <a:pt x="45" y="245"/>
                  <a:pt x="45" y="245"/>
                </a:cubicBezTo>
                <a:cubicBezTo>
                  <a:pt x="45" y="245"/>
                  <a:pt x="45" y="246"/>
                  <a:pt x="46" y="246"/>
                </a:cubicBezTo>
                <a:cubicBezTo>
                  <a:pt x="46" y="246"/>
                  <a:pt x="45" y="246"/>
                  <a:pt x="45" y="247"/>
                </a:cubicBezTo>
                <a:cubicBezTo>
                  <a:pt x="56" y="311"/>
                  <a:pt x="56" y="311"/>
                  <a:pt x="56" y="311"/>
                </a:cubicBezTo>
                <a:cubicBezTo>
                  <a:pt x="57" y="316"/>
                  <a:pt x="61" y="320"/>
                  <a:pt x="67" y="320"/>
                </a:cubicBezTo>
                <a:cubicBezTo>
                  <a:pt x="131" y="320"/>
                  <a:pt x="131" y="320"/>
                  <a:pt x="131" y="320"/>
                </a:cubicBezTo>
                <a:cubicBezTo>
                  <a:pt x="136" y="320"/>
                  <a:pt x="140" y="316"/>
                  <a:pt x="141" y="311"/>
                </a:cubicBezTo>
                <a:cubicBezTo>
                  <a:pt x="152" y="247"/>
                  <a:pt x="152" y="247"/>
                  <a:pt x="152" y="247"/>
                </a:cubicBezTo>
                <a:cubicBezTo>
                  <a:pt x="152" y="246"/>
                  <a:pt x="152" y="246"/>
                  <a:pt x="152" y="246"/>
                </a:cubicBezTo>
                <a:cubicBezTo>
                  <a:pt x="152" y="246"/>
                  <a:pt x="152" y="245"/>
                  <a:pt x="152" y="245"/>
                </a:cubicBezTo>
                <a:cubicBezTo>
                  <a:pt x="152" y="213"/>
                  <a:pt x="152" y="213"/>
                  <a:pt x="152" y="213"/>
                </a:cubicBezTo>
                <a:cubicBezTo>
                  <a:pt x="152" y="206"/>
                  <a:pt x="166" y="179"/>
                  <a:pt x="179" y="158"/>
                </a:cubicBezTo>
                <a:cubicBezTo>
                  <a:pt x="180" y="157"/>
                  <a:pt x="199" y="129"/>
                  <a:pt x="199" y="95"/>
                </a:cubicBezTo>
                <a:cubicBezTo>
                  <a:pt x="199" y="44"/>
                  <a:pt x="153" y="0"/>
                  <a:pt x="99" y="0"/>
                </a:cubicBezTo>
                <a:close/>
                <a:moveTo>
                  <a:pt x="122" y="298"/>
                </a:moveTo>
                <a:cubicBezTo>
                  <a:pt x="76" y="298"/>
                  <a:pt x="76" y="298"/>
                  <a:pt x="76" y="298"/>
                </a:cubicBezTo>
                <a:cubicBezTo>
                  <a:pt x="69" y="256"/>
                  <a:pt x="69" y="256"/>
                  <a:pt x="69" y="256"/>
                </a:cubicBezTo>
                <a:cubicBezTo>
                  <a:pt x="129" y="256"/>
                  <a:pt x="129" y="256"/>
                  <a:pt x="129" y="256"/>
                </a:cubicBezTo>
                <a:lnTo>
                  <a:pt x="122" y="298"/>
                </a:lnTo>
                <a:close/>
                <a:moveTo>
                  <a:pt x="161" y="147"/>
                </a:moveTo>
                <a:cubicBezTo>
                  <a:pt x="154" y="158"/>
                  <a:pt x="131" y="196"/>
                  <a:pt x="131" y="213"/>
                </a:cubicBezTo>
                <a:cubicBezTo>
                  <a:pt x="131" y="234"/>
                  <a:pt x="131" y="234"/>
                  <a:pt x="131" y="234"/>
                </a:cubicBezTo>
                <a:cubicBezTo>
                  <a:pt x="109" y="234"/>
                  <a:pt x="109" y="234"/>
                  <a:pt x="109" y="234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28" y="135"/>
                  <a:pt x="128" y="135"/>
                  <a:pt x="128" y="135"/>
                </a:cubicBezTo>
                <a:cubicBezTo>
                  <a:pt x="132" y="131"/>
                  <a:pt x="132" y="124"/>
                  <a:pt x="128" y="120"/>
                </a:cubicBezTo>
                <a:cubicBezTo>
                  <a:pt x="123" y="116"/>
                  <a:pt x="117" y="116"/>
                  <a:pt x="112" y="120"/>
                </a:cubicBezTo>
                <a:cubicBezTo>
                  <a:pt x="99" y="134"/>
                  <a:pt x="99" y="134"/>
                  <a:pt x="99" y="134"/>
                </a:cubicBezTo>
                <a:cubicBezTo>
                  <a:pt x="85" y="120"/>
                  <a:pt x="85" y="120"/>
                  <a:pt x="85" y="120"/>
                </a:cubicBezTo>
                <a:cubicBezTo>
                  <a:pt x="81" y="116"/>
                  <a:pt x="74" y="116"/>
                  <a:pt x="70" y="120"/>
                </a:cubicBezTo>
                <a:cubicBezTo>
                  <a:pt x="66" y="124"/>
                  <a:pt x="66" y="131"/>
                  <a:pt x="70" y="135"/>
                </a:cubicBezTo>
                <a:cubicBezTo>
                  <a:pt x="88" y="153"/>
                  <a:pt x="88" y="153"/>
                  <a:pt x="88" y="153"/>
                </a:cubicBezTo>
                <a:cubicBezTo>
                  <a:pt x="88" y="234"/>
                  <a:pt x="88" y="234"/>
                  <a:pt x="88" y="234"/>
                </a:cubicBezTo>
                <a:cubicBezTo>
                  <a:pt x="67" y="234"/>
                  <a:pt x="67" y="234"/>
                  <a:pt x="67" y="234"/>
                </a:cubicBezTo>
                <a:cubicBezTo>
                  <a:pt x="67" y="213"/>
                  <a:pt x="67" y="213"/>
                  <a:pt x="67" y="213"/>
                </a:cubicBezTo>
                <a:cubicBezTo>
                  <a:pt x="67" y="196"/>
                  <a:pt x="44" y="158"/>
                  <a:pt x="37" y="146"/>
                </a:cubicBezTo>
                <a:cubicBezTo>
                  <a:pt x="37" y="146"/>
                  <a:pt x="21" y="123"/>
                  <a:pt x="21" y="95"/>
                </a:cubicBezTo>
                <a:cubicBezTo>
                  <a:pt x="21" y="55"/>
                  <a:pt x="57" y="21"/>
                  <a:pt x="99" y="21"/>
                </a:cubicBezTo>
                <a:cubicBezTo>
                  <a:pt x="141" y="21"/>
                  <a:pt x="177" y="55"/>
                  <a:pt x="177" y="95"/>
                </a:cubicBezTo>
                <a:cubicBezTo>
                  <a:pt x="177" y="122"/>
                  <a:pt x="161" y="146"/>
                  <a:pt x="161" y="14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9" name="Freeform 543">
            <a:extLst>
              <a:ext uri="{FF2B5EF4-FFF2-40B4-BE49-F238E27FC236}">
                <a16:creationId xmlns:a16="http://schemas.microsoft.com/office/drawing/2014/main" id="{014A4933-1286-4238-93D1-EE536F2E38AF}"/>
              </a:ext>
            </a:extLst>
          </p:cNvPr>
          <p:cNvSpPr>
            <a:spLocks noEditPoints="1"/>
          </p:cNvSpPr>
          <p:nvPr/>
        </p:nvSpPr>
        <p:spPr bwMode="auto">
          <a:xfrm>
            <a:off x="6425387" y="5615481"/>
            <a:ext cx="511412" cy="511412"/>
          </a:xfrm>
          <a:custGeom>
            <a:avLst/>
            <a:gdLst>
              <a:gd name="T0" fmla="*/ 256 w 512"/>
              <a:gd name="T1" fmla="*/ 21 h 512"/>
              <a:gd name="T2" fmla="*/ 490 w 512"/>
              <a:gd name="T3" fmla="*/ 256 h 512"/>
              <a:gd name="T4" fmla="*/ 256 w 512"/>
              <a:gd name="T5" fmla="*/ 490 h 512"/>
              <a:gd name="T6" fmla="*/ 21 w 512"/>
              <a:gd name="T7" fmla="*/ 256 h 512"/>
              <a:gd name="T8" fmla="*/ 256 w 512"/>
              <a:gd name="T9" fmla="*/ 21 h 512"/>
              <a:gd name="T10" fmla="*/ 256 w 512"/>
              <a:gd name="T11" fmla="*/ 0 h 512"/>
              <a:gd name="T12" fmla="*/ 0 w 512"/>
              <a:gd name="T13" fmla="*/ 256 h 512"/>
              <a:gd name="T14" fmla="*/ 256 w 512"/>
              <a:gd name="T15" fmla="*/ 512 h 512"/>
              <a:gd name="T16" fmla="*/ 512 w 512"/>
              <a:gd name="T17" fmla="*/ 256 h 512"/>
              <a:gd name="T18" fmla="*/ 256 w 512"/>
              <a:gd name="T1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2" h="512">
                <a:moveTo>
                  <a:pt x="256" y="21"/>
                </a:moveTo>
                <a:cubicBezTo>
                  <a:pt x="385" y="21"/>
                  <a:pt x="490" y="126"/>
                  <a:pt x="490" y="256"/>
                </a:cubicBezTo>
                <a:cubicBezTo>
                  <a:pt x="490" y="385"/>
                  <a:pt x="385" y="490"/>
                  <a:pt x="256" y="490"/>
                </a:cubicBezTo>
                <a:cubicBezTo>
                  <a:pt x="126" y="490"/>
                  <a:pt x="21" y="385"/>
                  <a:pt x="21" y="256"/>
                </a:cubicBezTo>
                <a:cubicBezTo>
                  <a:pt x="21" y="126"/>
                  <a:pt x="126" y="21"/>
                  <a:pt x="256" y="21"/>
                </a:cubicBezTo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0A4F123-6143-4F87-9E03-50581434151D}"/>
              </a:ext>
            </a:extLst>
          </p:cNvPr>
          <p:cNvSpPr/>
          <p:nvPr/>
        </p:nvSpPr>
        <p:spPr>
          <a:xfrm>
            <a:off x="7250511" y="4479579"/>
            <a:ext cx="1243291" cy="5770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 defTabSz="914400">
              <a:defRPr/>
            </a:pPr>
            <a:r>
              <a:rPr lang="en-US" sz="1050" b="1">
                <a:ea typeface="Verdana"/>
                <a:cs typeface="Verdana"/>
              </a:rPr>
              <a:t>Leverage Effective Models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A13C2FE-8BEA-4BDA-92E9-CFA38319CE7C}"/>
              </a:ext>
            </a:extLst>
          </p:cNvPr>
          <p:cNvSpPr/>
          <p:nvPr/>
        </p:nvSpPr>
        <p:spPr>
          <a:xfrm>
            <a:off x="4368944" y="4468281"/>
            <a:ext cx="1243291" cy="5770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Avoid Technical Jargon</a:t>
            </a:r>
          </a:p>
        </p:txBody>
      </p:sp>
      <p:grpSp>
        <p:nvGrpSpPr>
          <p:cNvPr id="165" name="Education_Border_13">
            <a:extLst>
              <a:ext uri="{FF2B5EF4-FFF2-40B4-BE49-F238E27FC236}">
                <a16:creationId xmlns:a16="http://schemas.microsoft.com/office/drawing/2014/main" id="{8F514499-D9E0-4A1A-B374-9BAFF21C595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346534" y="2053655"/>
            <a:ext cx="512917" cy="512917"/>
            <a:chOff x="3390" y="3000"/>
            <a:chExt cx="340" cy="340"/>
          </a:xfrm>
          <a:solidFill>
            <a:schemeClr val="accent1"/>
          </a:solidFill>
        </p:grpSpPr>
        <p:sp>
          <p:nvSpPr>
            <p:cNvPr id="166" name="Freeform 584">
              <a:extLst>
                <a:ext uri="{FF2B5EF4-FFF2-40B4-BE49-F238E27FC236}">
                  <a16:creationId xmlns:a16="http://schemas.microsoft.com/office/drawing/2014/main" id="{109EEE6B-B72C-48DE-AB71-28B8E4DD1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0" y="3000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67" name="Freeform 585">
              <a:extLst>
                <a:ext uri="{FF2B5EF4-FFF2-40B4-BE49-F238E27FC236}">
                  <a16:creationId xmlns:a16="http://schemas.microsoft.com/office/drawing/2014/main" id="{7B61D80E-AF57-4E74-AAB4-3BEF6F2812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2" y="3064"/>
              <a:ext cx="156" cy="212"/>
            </a:xfrm>
            <a:custGeom>
              <a:avLst/>
              <a:gdLst>
                <a:gd name="T0" fmla="*/ 224 w 235"/>
                <a:gd name="T1" fmla="*/ 53 h 320"/>
                <a:gd name="T2" fmla="*/ 208 w 235"/>
                <a:gd name="T3" fmla="*/ 53 h 320"/>
                <a:gd name="T4" fmla="*/ 203 w 235"/>
                <a:gd name="T5" fmla="*/ 37 h 320"/>
                <a:gd name="T6" fmla="*/ 208 w 235"/>
                <a:gd name="T7" fmla="*/ 21 h 320"/>
                <a:gd name="T8" fmla="*/ 226 w 235"/>
                <a:gd name="T9" fmla="*/ 21 h 320"/>
                <a:gd name="T10" fmla="*/ 235 w 235"/>
                <a:gd name="T11" fmla="*/ 10 h 320"/>
                <a:gd name="T12" fmla="*/ 226 w 235"/>
                <a:gd name="T13" fmla="*/ 0 h 320"/>
                <a:gd name="T14" fmla="*/ 38 w 235"/>
                <a:gd name="T15" fmla="*/ 0 h 320"/>
                <a:gd name="T16" fmla="*/ 0 w 235"/>
                <a:gd name="T17" fmla="*/ 37 h 320"/>
                <a:gd name="T18" fmla="*/ 0 w 235"/>
                <a:gd name="T19" fmla="*/ 282 h 320"/>
                <a:gd name="T20" fmla="*/ 38 w 235"/>
                <a:gd name="T21" fmla="*/ 320 h 320"/>
                <a:gd name="T22" fmla="*/ 224 w 235"/>
                <a:gd name="T23" fmla="*/ 320 h 320"/>
                <a:gd name="T24" fmla="*/ 235 w 235"/>
                <a:gd name="T25" fmla="*/ 309 h 320"/>
                <a:gd name="T26" fmla="*/ 235 w 235"/>
                <a:gd name="T27" fmla="*/ 64 h 320"/>
                <a:gd name="T28" fmla="*/ 224 w 235"/>
                <a:gd name="T29" fmla="*/ 53 h 320"/>
                <a:gd name="T30" fmla="*/ 38 w 235"/>
                <a:gd name="T31" fmla="*/ 21 h 320"/>
                <a:gd name="T32" fmla="*/ 185 w 235"/>
                <a:gd name="T33" fmla="*/ 21 h 320"/>
                <a:gd name="T34" fmla="*/ 182 w 235"/>
                <a:gd name="T35" fmla="*/ 37 h 320"/>
                <a:gd name="T36" fmla="*/ 185 w 235"/>
                <a:gd name="T37" fmla="*/ 53 h 320"/>
                <a:gd name="T38" fmla="*/ 38 w 235"/>
                <a:gd name="T39" fmla="*/ 53 h 320"/>
                <a:gd name="T40" fmla="*/ 22 w 235"/>
                <a:gd name="T41" fmla="*/ 37 h 320"/>
                <a:gd name="T42" fmla="*/ 38 w 235"/>
                <a:gd name="T43" fmla="*/ 21 h 320"/>
                <a:gd name="T44" fmla="*/ 214 w 235"/>
                <a:gd name="T45" fmla="*/ 298 h 320"/>
                <a:gd name="T46" fmla="*/ 38 w 235"/>
                <a:gd name="T47" fmla="*/ 298 h 320"/>
                <a:gd name="T48" fmla="*/ 22 w 235"/>
                <a:gd name="T49" fmla="*/ 282 h 320"/>
                <a:gd name="T50" fmla="*/ 22 w 235"/>
                <a:gd name="T51" fmla="*/ 71 h 320"/>
                <a:gd name="T52" fmla="*/ 38 w 235"/>
                <a:gd name="T53" fmla="*/ 74 h 320"/>
                <a:gd name="T54" fmla="*/ 214 w 235"/>
                <a:gd name="T55" fmla="*/ 74 h 320"/>
                <a:gd name="T56" fmla="*/ 214 w 235"/>
                <a:gd name="T57" fmla="*/ 298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5" h="320">
                  <a:moveTo>
                    <a:pt x="224" y="53"/>
                  </a:moveTo>
                  <a:cubicBezTo>
                    <a:pt x="224" y="53"/>
                    <a:pt x="218" y="53"/>
                    <a:pt x="208" y="53"/>
                  </a:cubicBezTo>
                  <a:cubicBezTo>
                    <a:pt x="205" y="48"/>
                    <a:pt x="203" y="43"/>
                    <a:pt x="203" y="37"/>
                  </a:cubicBezTo>
                  <a:cubicBezTo>
                    <a:pt x="203" y="31"/>
                    <a:pt x="205" y="26"/>
                    <a:pt x="208" y="21"/>
                  </a:cubicBezTo>
                  <a:cubicBezTo>
                    <a:pt x="226" y="21"/>
                    <a:pt x="226" y="21"/>
                    <a:pt x="226" y="21"/>
                  </a:cubicBezTo>
                  <a:cubicBezTo>
                    <a:pt x="231" y="21"/>
                    <a:pt x="235" y="16"/>
                    <a:pt x="235" y="10"/>
                  </a:cubicBezTo>
                  <a:cubicBezTo>
                    <a:pt x="235" y="4"/>
                    <a:pt x="231" y="0"/>
                    <a:pt x="22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6"/>
                    <a:pt x="0" y="37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303"/>
                    <a:pt x="17" y="320"/>
                    <a:pt x="38" y="320"/>
                  </a:cubicBezTo>
                  <a:cubicBezTo>
                    <a:pt x="224" y="320"/>
                    <a:pt x="224" y="320"/>
                    <a:pt x="224" y="320"/>
                  </a:cubicBezTo>
                  <a:cubicBezTo>
                    <a:pt x="230" y="320"/>
                    <a:pt x="235" y="315"/>
                    <a:pt x="235" y="309"/>
                  </a:cubicBezTo>
                  <a:cubicBezTo>
                    <a:pt x="235" y="64"/>
                    <a:pt x="235" y="64"/>
                    <a:pt x="235" y="64"/>
                  </a:cubicBezTo>
                  <a:cubicBezTo>
                    <a:pt x="235" y="58"/>
                    <a:pt x="230" y="53"/>
                    <a:pt x="224" y="53"/>
                  </a:cubicBezTo>
                  <a:close/>
                  <a:moveTo>
                    <a:pt x="38" y="21"/>
                  </a:moveTo>
                  <a:cubicBezTo>
                    <a:pt x="185" y="21"/>
                    <a:pt x="185" y="21"/>
                    <a:pt x="185" y="21"/>
                  </a:cubicBezTo>
                  <a:cubicBezTo>
                    <a:pt x="183" y="26"/>
                    <a:pt x="182" y="31"/>
                    <a:pt x="182" y="37"/>
                  </a:cubicBezTo>
                  <a:cubicBezTo>
                    <a:pt x="182" y="43"/>
                    <a:pt x="183" y="48"/>
                    <a:pt x="185" y="53"/>
                  </a:cubicBezTo>
                  <a:cubicBezTo>
                    <a:pt x="130" y="53"/>
                    <a:pt x="39" y="53"/>
                    <a:pt x="38" y="53"/>
                  </a:cubicBezTo>
                  <a:cubicBezTo>
                    <a:pt x="29" y="53"/>
                    <a:pt x="22" y="46"/>
                    <a:pt x="22" y="37"/>
                  </a:cubicBezTo>
                  <a:cubicBezTo>
                    <a:pt x="22" y="28"/>
                    <a:pt x="29" y="21"/>
                    <a:pt x="38" y="21"/>
                  </a:cubicBezTo>
                  <a:close/>
                  <a:moveTo>
                    <a:pt x="214" y="298"/>
                  </a:moveTo>
                  <a:cubicBezTo>
                    <a:pt x="38" y="298"/>
                    <a:pt x="38" y="298"/>
                    <a:pt x="38" y="298"/>
                  </a:cubicBezTo>
                  <a:cubicBezTo>
                    <a:pt x="29" y="298"/>
                    <a:pt x="22" y="291"/>
                    <a:pt x="22" y="282"/>
                  </a:cubicBezTo>
                  <a:cubicBezTo>
                    <a:pt x="22" y="71"/>
                    <a:pt x="22" y="71"/>
                    <a:pt x="22" y="71"/>
                  </a:cubicBezTo>
                  <a:cubicBezTo>
                    <a:pt x="27" y="73"/>
                    <a:pt x="32" y="74"/>
                    <a:pt x="38" y="74"/>
                  </a:cubicBezTo>
                  <a:cubicBezTo>
                    <a:pt x="40" y="74"/>
                    <a:pt x="214" y="74"/>
                    <a:pt x="214" y="74"/>
                  </a:cubicBezTo>
                  <a:lnTo>
                    <a:pt x="214" y="2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</p:grpSp>
      <p:sp>
        <p:nvSpPr>
          <p:cNvPr id="172" name="Freeform 262">
            <a:extLst>
              <a:ext uri="{FF2B5EF4-FFF2-40B4-BE49-F238E27FC236}">
                <a16:creationId xmlns:a16="http://schemas.microsoft.com/office/drawing/2014/main" id="{2DCF8ACE-2F62-4E74-9FA1-794308A4518A}"/>
              </a:ext>
            </a:extLst>
          </p:cNvPr>
          <p:cNvSpPr>
            <a:spLocks noEditPoints="1"/>
          </p:cNvSpPr>
          <p:nvPr/>
        </p:nvSpPr>
        <p:spPr bwMode="auto">
          <a:xfrm>
            <a:off x="7699922" y="3856659"/>
            <a:ext cx="300831" cy="254957"/>
          </a:xfrm>
          <a:custGeom>
            <a:avLst/>
            <a:gdLst>
              <a:gd name="T0" fmla="*/ 23 w 300"/>
              <a:gd name="T1" fmla="*/ 245 h 256"/>
              <a:gd name="T2" fmla="*/ 2 w 300"/>
              <a:gd name="T3" fmla="*/ 245 h 256"/>
              <a:gd name="T4" fmla="*/ 12 w 300"/>
              <a:gd name="T5" fmla="*/ 213 h 256"/>
              <a:gd name="T6" fmla="*/ 55 w 300"/>
              <a:gd name="T7" fmla="*/ 192 h 256"/>
              <a:gd name="T8" fmla="*/ 44 w 300"/>
              <a:gd name="T9" fmla="*/ 245 h 256"/>
              <a:gd name="T10" fmla="*/ 66 w 300"/>
              <a:gd name="T11" fmla="*/ 245 h 256"/>
              <a:gd name="T12" fmla="*/ 55 w 300"/>
              <a:gd name="T13" fmla="*/ 192 h 256"/>
              <a:gd name="T14" fmla="*/ 87 w 300"/>
              <a:gd name="T15" fmla="*/ 171 h 256"/>
              <a:gd name="T16" fmla="*/ 98 w 300"/>
              <a:gd name="T17" fmla="*/ 256 h 256"/>
              <a:gd name="T18" fmla="*/ 108 w 300"/>
              <a:gd name="T19" fmla="*/ 171 h 256"/>
              <a:gd name="T20" fmla="*/ 140 w 300"/>
              <a:gd name="T21" fmla="*/ 149 h 256"/>
              <a:gd name="T22" fmla="*/ 130 w 300"/>
              <a:gd name="T23" fmla="*/ 245 h 256"/>
              <a:gd name="T24" fmla="*/ 151 w 300"/>
              <a:gd name="T25" fmla="*/ 245 h 256"/>
              <a:gd name="T26" fmla="*/ 140 w 300"/>
              <a:gd name="T27" fmla="*/ 149 h 256"/>
              <a:gd name="T28" fmla="*/ 172 w 300"/>
              <a:gd name="T29" fmla="*/ 160 h 256"/>
              <a:gd name="T30" fmla="*/ 183 w 300"/>
              <a:gd name="T31" fmla="*/ 256 h 256"/>
              <a:gd name="T32" fmla="*/ 194 w 300"/>
              <a:gd name="T33" fmla="*/ 160 h 256"/>
              <a:gd name="T34" fmla="*/ 226 w 300"/>
              <a:gd name="T35" fmla="*/ 117 h 256"/>
              <a:gd name="T36" fmla="*/ 215 w 300"/>
              <a:gd name="T37" fmla="*/ 245 h 256"/>
              <a:gd name="T38" fmla="*/ 236 w 300"/>
              <a:gd name="T39" fmla="*/ 245 h 256"/>
              <a:gd name="T40" fmla="*/ 226 w 300"/>
              <a:gd name="T41" fmla="*/ 117 h 256"/>
              <a:gd name="T42" fmla="*/ 258 w 300"/>
              <a:gd name="T43" fmla="*/ 96 h 256"/>
              <a:gd name="T44" fmla="*/ 268 w 300"/>
              <a:gd name="T45" fmla="*/ 256 h 256"/>
              <a:gd name="T46" fmla="*/ 279 w 300"/>
              <a:gd name="T47" fmla="*/ 96 h 256"/>
              <a:gd name="T48" fmla="*/ 300 w 300"/>
              <a:gd name="T49" fmla="*/ 7 h 256"/>
              <a:gd name="T50" fmla="*/ 290 w 300"/>
              <a:gd name="T51" fmla="*/ 0 h 256"/>
              <a:gd name="T52" fmla="*/ 236 w 300"/>
              <a:gd name="T53" fmla="*/ 11 h 256"/>
              <a:gd name="T54" fmla="*/ 264 w 300"/>
              <a:gd name="T55" fmla="*/ 21 h 256"/>
              <a:gd name="T56" fmla="*/ 98 w 300"/>
              <a:gd name="T57" fmla="*/ 107 h 256"/>
              <a:gd name="T58" fmla="*/ 6 w 300"/>
              <a:gd name="T59" fmla="*/ 173 h 256"/>
              <a:gd name="T60" fmla="*/ 12 w 300"/>
              <a:gd name="T61" fmla="*/ 192 h 256"/>
              <a:gd name="T62" fmla="*/ 101 w 300"/>
              <a:gd name="T63" fmla="*/ 128 h 256"/>
              <a:gd name="T64" fmla="*/ 191 w 300"/>
              <a:gd name="T65" fmla="*/ 125 h 256"/>
              <a:gd name="T66" fmla="*/ 279 w 300"/>
              <a:gd name="T67" fmla="*/ 53 h 256"/>
              <a:gd name="T68" fmla="*/ 300 w 300"/>
              <a:gd name="T69" fmla="*/ 53 h 256"/>
              <a:gd name="T70" fmla="*/ 300 w 300"/>
              <a:gd name="T71" fmla="*/ 7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00" h="256">
                <a:moveTo>
                  <a:pt x="23" y="224"/>
                </a:moveTo>
                <a:cubicBezTo>
                  <a:pt x="23" y="245"/>
                  <a:pt x="23" y="245"/>
                  <a:pt x="23" y="245"/>
                </a:cubicBezTo>
                <a:cubicBezTo>
                  <a:pt x="23" y="251"/>
                  <a:pt x="18" y="256"/>
                  <a:pt x="12" y="256"/>
                </a:cubicBezTo>
                <a:cubicBezTo>
                  <a:pt x="6" y="256"/>
                  <a:pt x="2" y="251"/>
                  <a:pt x="2" y="245"/>
                </a:cubicBezTo>
                <a:cubicBezTo>
                  <a:pt x="2" y="224"/>
                  <a:pt x="2" y="224"/>
                  <a:pt x="2" y="224"/>
                </a:cubicBezTo>
                <a:cubicBezTo>
                  <a:pt x="2" y="218"/>
                  <a:pt x="6" y="213"/>
                  <a:pt x="12" y="213"/>
                </a:cubicBezTo>
                <a:cubicBezTo>
                  <a:pt x="18" y="213"/>
                  <a:pt x="23" y="218"/>
                  <a:pt x="23" y="224"/>
                </a:cubicBezTo>
                <a:close/>
                <a:moveTo>
                  <a:pt x="55" y="192"/>
                </a:moveTo>
                <a:cubicBezTo>
                  <a:pt x="49" y="192"/>
                  <a:pt x="44" y="197"/>
                  <a:pt x="44" y="203"/>
                </a:cubicBezTo>
                <a:cubicBezTo>
                  <a:pt x="44" y="245"/>
                  <a:pt x="44" y="245"/>
                  <a:pt x="44" y="245"/>
                </a:cubicBezTo>
                <a:cubicBezTo>
                  <a:pt x="44" y="251"/>
                  <a:pt x="49" y="256"/>
                  <a:pt x="55" y="256"/>
                </a:cubicBezTo>
                <a:cubicBezTo>
                  <a:pt x="61" y="256"/>
                  <a:pt x="66" y="251"/>
                  <a:pt x="66" y="245"/>
                </a:cubicBezTo>
                <a:cubicBezTo>
                  <a:pt x="66" y="203"/>
                  <a:pt x="66" y="203"/>
                  <a:pt x="66" y="203"/>
                </a:cubicBezTo>
                <a:cubicBezTo>
                  <a:pt x="66" y="197"/>
                  <a:pt x="61" y="192"/>
                  <a:pt x="55" y="192"/>
                </a:cubicBezTo>
                <a:close/>
                <a:moveTo>
                  <a:pt x="98" y="160"/>
                </a:moveTo>
                <a:cubicBezTo>
                  <a:pt x="92" y="160"/>
                  <a:pt x="87" y="165"/>
                  <a:pt x="87" y="171"/>
                </a:cubicBezTo>
                <a:cubicBezTo>
                  <a:pt x="87" y="245"/>
                  <a:pt x="87" y="245"/>
                  <a:pt x="87" y="245"/>
                </a:cubicBezTo>
                <a:cubicBezTo>
                  <a:pt x="87" y="251"/>
                  <a:pt x="92" y="256"/>
                  <a:pt x="98" y="256"/>
                </a:cubicBezTo>
                <a:cubicBezTo>
                  <a:pt x="104" y="256"/>
                  <a:pt x="108" y="251"/>
                  <a:pt x="108" y="245"/>
                </a:cubicBezTo>
                <a:cubicBezTo>
                  <a:pt x="108" y="171"/>
                  <a:pt x="108" y="171"/>
                  <a:pt x="108" y="171"/>
                </a:cubicBezTo>
                <a:cubicBezTo>
                  <a:pt x="108" y="165"/>
                  <a:pt x="104" y="160"/>
                  <a:pt x="98" y="160"/>
                </a:cubicBezTo>
                <a:close/>
                <a:moveTo>
                  <a:pt x="140" y="149"/>
                </a:moveTo>
                <a:cubicBezTo>
                  <a:pt x="134" y="149"/>
                  <a:pt x="130" y="154"/>
                  <a:pt x="130" y="160"/>
                </a:cubicBezTo>
                <a:cubicBezTo>
                  <a:pt x="130" y="245"/>
                  <a:pt x="130" y="245"/>
                  <a:pt x="130" y="245"/>
                </a:cubicBezTo>
                <a:cubicBezTo>
                  <a:pt x="130" y="251"/>
                  <a:pt x="134" y="256"/>
                  <a:pt x="140" y="256"/>
                </a:cubicBezTo>
                <a:cubicBezTo>
                  <a:pt x="146" y="256"/>
                  <a:pt x="151" y="251"/>
                  <a:pt x="151" y="245"/>
                </a:cubicBezTo>
                <a:cubicBezTo>
                  <a:pt x="151" y="160"/>
                  <a:pt x="151" y="160"/>
                  <a:pt x="151" y="160"/>
                </a:cubicBezTo>
                <a:cubicBezTo>
                  <a:pt x="151" y="154"/>
                  <a:pt x="146" y="149"/>
                  <a:pt x="140" y="149"/>
                </a:cubicBezTo>
                <a:close/>
                <a:moveTo>
                  <a:pt x="183" y="149"/>
                </a:moveTo>
                <a:cubicBezTo>
                  <a:pt x="177" y="149"/>
                  <a:pt x="172" y="154"/>
                  <a:pt x="172" y="160"/>
                </a:cubicBezTo>
                <a:cubicBezTo>
                  <a:pt x="172" y="245"/>
                  <a:pt x="172" y="245"/>
                  <a:pt x="172" y="245"/>
                </a:cubicBezTo>
                <a:cubicBezTo>
                  <a:pt x="172" y="251"/>
                  <a:pt x="177" y="256"/>
                  <a:pt x="183" y="256"/>
                </a:cubicBezTo>
                <a:cubicBezTo>
                  <a:pt x="189" y="256"/>
                  <a:pt x="194" y="251"/>
                  <a:pt x="194" y="245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194" y="154"/>
                  <a:pt x="189" y="149"/>
                  <a:pt x="183" y="149"/>
                </a:cubicBezTo>
                <a:close/>
                <a:moveTo>
                  <a:pt x="226" y="117"/>
                </a:moveTo>
                <a:cubicBezTo>
                  <a:pt x="220" y="117"/>
                  <a:pt x="215" y="122"/>
                  <a:pt x="215" y="128"/>
                </a:cubicBezTo>
                <a:cubicBezTo>
                  <a:pt x="215" y="245"/>
                  <a:pt x="215" y="245"/>
                  <a:pt x="215" y="245"/>
                </a:cubicBezTo>
                <a:cubicBezTo>
                  <a:pt x="215" y="251"/>
                  <a:pt x="220" y="256"/>
                  <a:pt x="226" y="256"/>
                </a:cubicBezTo>
                <a:cubicBezTo>
                  <a:pt x="232" y="256"/>
                  <a:pt x="236" y="251"/>
                  <a:pt x="236" y="245"/>
                </a:cubicBezTo>
                <a:cubicBezTo>
                  <a:pt x="236" y="128"/>
                  <a:pt x="236" y="128"/>
                  <a:pt x="236" y="128"/>
                </a:cubicBezTo>
                <a:cubicBezTo>
                  <a:pt x="236" y="122"/>
                  <a:pt x="232" y="117"/>
                  <a:pt x="226" y="117"/>
                </a:cubicBezTo>
                <a:close/>
                <a:moveTo>
                  <a:pt x="268" y="85"/>
                </a:moveTo>
                <a:cubicBezTo>
                  <a:pt x="262" y="85"/>
                  <a:pt x="258" y="90"/>
                  <a:pt x="258" y="96"/>
                </a:cubicBezTo>
                <a:cubicBezTo>
                  <a:pt x="258" y="245"/>
                  <a:pt x="258" y="245"/>
                  <a:pt x="258" y="245"/>
                </a:cubicBezTo>
                <a:cubicBezTo>
                  <a:pt x="258" y="251"/>
                  <a:pt x="262" y="256"/>
                  <a:pt x="268" y="256"/>
                </a:cubicBezTo>
                <a:cubicBezTo>
                  <a:pt x="274" y="256"/>
                  <a:pt x="279" y="251"/>
                  <a:pt x="279" y="245"/>
                </a:cubicBezTo>
                <a:cubicBezTo>
                  <a:pt x="279" y="96"/>
                  <a:pt x="279" y="96"/>
                  <a:pt x="279" y="96"/>
                </a:cubicBezTo>
                <a:cubicBezTo>
                  <a:pt x="279" y="90"/>
                  <a:pt x="274" y="85"/>
                  <a:pt x="268" y="85"/>
                </a:cubicBezTo>
                <a:close/>
                <a:moveTo>
                  <a:pt x="300" y="7"/>
                </a:moveTo>
                <a:cubicBezTo>
                  <a:pt x="298" y="4"/>
                  <a:pt x="296" y="2"/>
                  <a:pt x="294" y="1"/>
                </a:cubicBezTo>
                <a:cubicBezTo>
                  <a:pt x="292" y="0"/>
                  <a:pt x="291" y="0"/>
                  <a:pt x="290" y="0"/>
                </a:cubicBezTo>
                <a:cubicBezTo>
                  <a:pt x="247" y="0"/>
                  <a:pt x="247" y="0"/>
                  <a:pt x="247" y="0"/>
                </a:cubicBezTo>
                <a:cubicBezTo>
                  <a:pt x="241" y="0"/>
                  <a:pt x="236" y="5"/>
                  <a:pt x="236" y="11"/>
                </a:cubicBezTo>
                <a:cubicBezTo>
                  <a:pt x="236" y="17"/>
                  <a:pt x="241" y="21"/>
                  <a:pt x="247" y="21"/>
                </a:cubicBezTo>
                <a:cubicBezTo>
                  <a:pt x="264" y="21"/>
                  <a:pt x="264" y="21"/>
                  <a:pt x="264" y="21"/>
                </a:cubicBezTo>
                <a:cubicBezTo>
                  <a:pt x="179" y="107"/>
                  <a:pt x="179" y="107"/>
                  <a:pt x="179" y="107"/>
                </a:cubicBezTo>
                <a:cubicBezTo>
                  <a:pt x="98" y="107"/>
                  <a:pt x="98" y="107"/>
                  <a:pt x="98" y="107"/>
                </a:cubicBezTo>
                <a:cubicBezTo>
                  <a:pt x="95" y="107"/>
                  <a:pt x="93" y="107"/>
                  <a:pt x="91" y="109"/>
                </a:cubicBezTo>
                <a:cubicBezTo>
                  <a:pt x="6" y="173"/>
                  <a:pt x="6" y="173"/>
                  <a:pt x="6" y="173"/>
                </a:cubicBezTo>
                <a:cubicBezTo>
                  <a:pt x="1" y="176"/>
                  <a:pt x="0" y="183"/>
                  <a:pt x="4" y="188"/>
                </a:cubicBezTo>
                <a:cubicBezTo>
                  <a:pt x="6" y="191"/>
                  <a:pt x="9" y="192"/>
                  <a:pt x="12" y="192"/>
                </a:cubicBezTo>
                <a:cubicBezTo>
                  <a:pt x="15" y="192"/>
                  <a:pt x="17" y="191"/>
                  <a:pt x="19" y="190"/>
                </a:cubicBezTo>
                <a:cubicBezTo>
                  <a:pt x="101" y="128"/>
                  <a:pt x="101" y="128"/>
                  <a:pt x="101" y="128"/>
                </a:cubicBezTo>
                <a:cubicBezTo>
                  <a:pt x="183" y="128"/>
                  <a:pt x="183" y="128"/>
                  <a:pt x="183" y="128"/>
                </a:cubicBezTo>
                <a:cubicBezTo>
                  <a:pt x="186" y="128"/>
                  <a:pt x="189" y="127"/>
                  <a:pt x="191" y="125"/>
                </a:cubicBezTo>
                <a:cubicBezTo>
                  <a:pt x="279" y="36"/>
                  <a:pt x="279" y="36"/>
                  <a:pt x="279" y="36"/>
                </a:cubicBezTo>
                <a:cubicBezTo>
                  <a:pt x="279" y="53"/>
                  <a:pt x="279" y="53"/>
                  <a:pt x="279" y="53"/>
                </a:cubicBezTo>
                <a:cubicBezTo>
                  <a:pt x="279" y="59"/>
                  <a:pt x="284" y="64"/>
                  <a:pt x="290" y="64"/>
                </a:cubicBezTo>
                <a:cubicBezTo>
                  <a:pt x="296" y="64"/>
                  <a:pt x="300" y="59"/>
                  <a:pt x="300" y="53"/>
                </a:cubicBezTo>
                <a:cubicBezTo>
                  <a:pt x="300" y="11"/>
                  <a:pt x="300" y="11"/>
                  <a:pt x="300" y="11"/>
                </a:cubicBezTo>
                <a:cubicBezTo>
                  <a:pt x="300" y="9"/>
                  <a:pt x="300" y="8"/>
                  <a:pt x="300" y="7"/>
                </a:cubicBezTo>
                <a:close/>
              </a:path>
            </a:pathLst>
          </a:custGeom>
          <a:solidFill>
            <a:srgbClr val="C4D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3562B19-131D-4A6C-8771-538D72FF5291}"/>
              </a:ext>
            </a:extLst>
          </p:cNvPr>
          <p:cNvSpPr/>
          <p:nvPr/>
        </p:nvSpPr>
        <p:spPr>
          <a:xfrm>
            <a:off x="1698163" y="984007"/>
            <a:ext cx="1937924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000" b="1" dirty="0">
                <a:solidFill>
                  <a:sysClr val="windowText" lastClr="000000"/>
                </a:solidFill>
              </a:rPr>
              <a:t>Make the audience aware of the business problem to illustrate the effectiveness of the suggested solution. </a:t>
            </a:r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79" name="Freeform 41">
            <a:extLst>
              <a:ext uri="{FF2B5EF4-FFF2-40B4-BE49-F238E27FC236}">
                <a16:creationId xmlns:a16="http://schemas.microsoft.com/office/drawing/2014/main" id="{7A58E031-6310-4F66-AF55-DB42736F90B2}"/>
              </a:ext>
            </a:extLst>
          </p:cNvPr>
          <p:cNvSpPr/>
          <p:nvPr/>
        </p:nvSpPr>
        <p:spPr bwMode="gray">
          <a:xfrm flipH="1">
            <a:off x="8035540" y="1725765"/>
            <a:ext cx="1298788" cy="339007"/>
          </a:xfrm>
          <a:custGeom>
            <a:avLst/>
            <a:gdLst>
              <a:gd name="connsiteX0" fmla="*/ 1575303 w 1575303"/>
              <a:gd name="connsiteY0" fmla="*/ 1403288 h 1403288"/>
              <a:gd name="connsiteX1" fmla="*/ 1575303 w 1575303"/>
              <a:gd name="connsiteY1" fmla="*/ 0 h 1403288"/>
              <a:gd name="connsiteX2" fmla="*/ 0 w 1575303"/>
              <a:gd name="connsiteY2" fmla="*/ 0 h 140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5303" h="1403288">
                <a:moveTo>
                  <a:pt x="1575303" y="1403288"/>
                </a:moveTo>
                <a:lnTo>
                  <a:pt x="1575303" y="0"/>
                </a:lnTo>
                <a:lnTo>
                  <a:pt x="0" y="0"/>
                </a:lnTo>
              </a:path>
            </a:pathLst>
          </a:custGeom>
          <a:noFill/>
          <a:ln w="57150" algn="ctr">
            <a:solidFill>
              <a:srgbClr val="BBBCBC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1350">
              <a:solidFill>
                <a:schemeClr val="accent6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C9DCD3F-DCF3-4D99-8EDD-90DD0579410F}"/>
              </a:ext>
            </a:extLst>
          </p:cNvPr>
          <p:cNvSpPr/>
          <p:nvPr/>
        </p:nvSpPr>
        <p:spPr>
          <a:xfrm>
            <a:off x="9552517" y="5351866"/>
            <a:ext cx="1736371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000" b="1" dirty="0"/>
              <a:t>Determine the best models to provide actionable insights to the audience. </a:t>
            </a:r>
            <a:endParaRPr lang="en-US" sz="800" dirty="0"/>
          </a:p>
        </p:txBody>
      </p:sp>
      <p:sp>
        <p:nvSpPr>
          <p:cNvPr id="183" name="Freeform 43">
            <a:extLst>
              <a:ext uri="{FF2B5EF4-FFF2-40B4-BE49-F238E27FC236}">
                <a16:creationId xmlns:a16="http://schemas.microsoft.com/office/drawing/2014/main" id="{3361F3F7-3D97-4B3C-B7EC-FD45DC948C74}"/>
              </a:ext>
            </a:extLst>
          </p:cNvPr>
          <p:cNvSpPr/>
          <p:nvPr/>
        </p:nvSpPr>
        <p:spPr bwMode="gray">
          <a:xfrm rot="10800000">
            <a:off x="8523756" y="4761521"/>
            <a:ext cx="935831" cy="650366"/>
          </a:xfrm>
          <a:custGeom>
            <a:avLst/>
            <a:gdLst>
              <a:gd name="connsiteX0" fmla="*/ 1575303 w 1575303"/>
              <a:gd name="connsiteY0" fmla="*/ 1403288 h 1403288"/>
              <a:gd name="connsiteX1" fmla="*/ 1575303 w 1575303"/>
              <a:gd name="connsiteY1" fmla="*/ 0 h 1403288"/>
              <a:gd name="connsiteX2" fmla="*/ 0 w 1575303"/>
              <a:gd name="connsiteY2" fmla="*/ 0 h 140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5303" h="1403288">
                <a:moveTo>
                  <a:pt x="1575303" y="1403288"/>
                </a:moveTo>
                <a:lnTo>
                  <a:pt x="1575303" y="0"/>
                </a:lnTo>
                <a:lnTo>
                  <a:pt x="0" y="0"/>
                </a:lnTo>
              </a:path>
            </a:pathLst>
          </a:custGeom>
          <a:noFill/>
          <a:ln w="57150" algn="ctr">
            <a:solidFill>
              <a:srgbClr val="BBBCBC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1350">
              <a:solidFill>
                <a:schemeClr val="accent6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38E150CC-A88B-4E89-B454-0D9C8E4B0BAB}"/>
              </a:ext>
            </a:extLst>
          </p:cNvPr>
          <p:cNvSpPr/>
          <p:nvPr/>
        </p:nvSpPr>
        <p:spPr>
          <a:xfrm flipH="1">
            <a:off x="1095022" y="5396949"/>
            <a:ext cx="1872793" cy="769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000" b="1"/>
              <a:t>For non-technical audiences simplify verbiage to explain machine learning process used. </a:t>
            </a:r>
          </a:p>
        </p:txBody>
      </p:sp>
      <p:sp>
        <p:nvSpPr>
          <p:cNvPr id="185" name="Freeform 43">
            <a:extLst>
              <a:ext uri="{FF2B5EF4-FFF2-40B4-BE49-F238E27FC236}">
                <a16:creationId xmlns:a16="http://schemas.microsoft.com/office/drawing/2014/main" id="{FD60CF41-7C52-4C74-BAA4-417B5A58BE71}"/>
              </a:ext>
            </a:extLst>
          </p:cNvPr>
          <p:cNvSpPr/>
          <p:nvPr/>
        </p:nvSpPr>
        <p:spPr bwMode="gray">
          <a:xfrm rot="10800000" flipH="1">
            <a:off x="3052231" y="5247846"/>
            <a:ext cx="935831" cy="650366"/>
          </a:xfrm>
          <a:custGeom>
            <a:avLst/>
            <a:gdLst>
              <a:gd name="connsiteX0" fmla="*/ 1575303 w 1575303"/>
              <a:gd name="connsiteY0" fmla="*/ 1403288 h 1403288"/>
              <a:gd name="connsiteX1" fmla="*/ 1575303 w 1575303"/>
              <a:gd name="connsiteY1" fmla="*/ 0 h 1403288"/>
              <a:gd name="connsiteX2" fmla="*/ 0 w 1575303"/>
              <a:gd name="connsiteY2" fmla="*/ 0 h 140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5303" h="1403288">
                <a:moveTo>
                  <a:pt x="1575303" y="1403288"/>
                </a:moveTo>
                <a:lnTo>
                  <a:pt x="1575303" y="0"/>
                </a:lnTo>
                <a:lnTo>
                  <a:pt x="0" y="0"/>
                </a:lnTo>
              </a:path>
            </a:pathLst>
          </a:custGeom>
          <a:noFill/>
          <a:ln w="57150" algn="ctr">
            <a:solidFill>
              <a:srgbClr val="BBBCBC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1350">
              <a:solidFill>
                <a:schemeClr val="accent6"/>
              </a:solidFill>
            </a:endParaRPr>
          </a:p>
        </p:txBody>
      </p:sp>
      <p:sp>
        <p:nvSpPr>
          <p:cNvPr id="186" name="Freeform 41">
            <a:extLst>
              <a:ext uri="{FF2B5EF4-FFF2-40B4-BE49-F238E27FC236}">
                <a16:creationId xmlns:a16="http://schemas.microsoft.com/office/drawing/2014/main" id="{2DA4E15F-1632-4448-AE00-617DB46D99DB}"/>
              </a:ext>
            </a:extLst>
          </p:cNvPr>
          <p:cNvSpPr/>
          <p:nvPr/>
        </p:nvSpPr>
        <p:spPr bwMode="gray">
          <a:xfrm>
            <a:off x="3636087" y="1064746"/>
            <a:ext cx="1600200" cy="348670"/>
          </a:xfrm>
          <a:custGeom>
            <a:avLst/>
            <a:gdLst>
              <a:gd name="connsiteX0" fmla="*/ 1575303 w 1575303"/>
              <a:gd name="connsiteY0" fmla="*/ 1403288 h 1403288"/>
              <a:gd name="connsiteX1" fmla="*/ 1575303 w 1575303"/>
              <a:gd name="connsiteY1" fmla="*/ 0 h 1403288"/>
              <a:gd name="connsiteX2" fmla="*/ 0 w 1575303"/>
              <a:gd name="connsiteY2" fmla="*/ 0 h 140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5303" h="1403288">
                <a:moveTo>
                  <a:pt x="1575303" y="1403288"/>
                </a:moveTo>
                <a:lnTo>
                  <a:pt x="1575303" y="0"/>
                </a:lnTo>
                <a:lnTo>
                  <a:pt x="0" y="0"/>
                </a:lnTo>
              </a:path>
            </a:pathLst>
          </a:custGeom>
          <a:noFill/>
          <a:ln w="57150" algn="ctr">
            <a:solidFill>
              <a:srgbClr val="BBBCBC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1350">
              <a:solidFill>
                <a:schemeClr val="accent6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486DA8C-9B10-4083-A0FE-D74BB3F3503A}"/>
              </a:ext>
            </a:extLst>
          </p:cNvPr>
          <p:cNvSpPr/>
          <p:nvPr/>
        </p:nvSpPr>
        <p:spPr>
          <a:xfrm>
            <a:off x="9374873" y="1354828"/>
            <a:ext cx="2640407" cy="17474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000" b="1" dirty="0">
                <a:solidFill>
                  <a:sysClr val="windowText" lastClr="000000"/>
                </a:solidFill>
              </a:rPr>
              <a:t>Create a compelling story that helps your audience understand complex insights and apply them to the business problem.</a:t>
            </a:r>
          </a:p>
          <a:p>
            <a:endParaRPr lang="en-US" sz="1000" b="1" dirty="0">
              <a:solidFill>
                <a:sysClr val="windowText" lastClr="000000"/>
              </a:solidFill>
            </a:endParaRPr>
          </a:p>
          <a:p>
            <a:r>
              <a:rPr lang="en-US" sz="1000" b="1" dirty="0">
                <a:solidFill>
                  <a:sysClr val="windowText" lastClr="000000"/>
                </a:solidFill>
              </a:rPr>
              <a:t>How to create a story?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000" b="1" dirty="0">
                <a:ea typeface="Calibri" panose="020F0502020204030204" pitchFamily="34" charset="0"/>
                <a:cs typeface="Times New Roman" panose="02020603050405020304" pitchFamily="18" charset="0"/>
              </a:rPr>
              <a:t>Situation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000" b="1" dirty="0">
                <a:solidFill>
                  <a:sysClr val="windowText" lastClr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Problem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000" b="1" dirty="0">
                <a:solidFill>
                  <a:sysClr val="windowText" lastClr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Solution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000" b="1" dirty="0">
                <a:solidFill>
                  <a:sysClr val="windowText" lastClr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Next steps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1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314D35-B5B0-44B0-A98C-E4BDA1F44B8C}"/>
              </a:ext>
            </a:extLst>
          </p:cNvPr>
          <p:cNvSpPr/>
          <p:nvPr/>
        </p:nvSpPr>
        <p:spPr>
          <a:xfrm>
            <a:off x="71121" y="2964339"/>
            <a:ext cx="2514055" cy="4385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50" b="1" dirty="0"/>
              <a:t>What are the key insights? </a:t>
            </a:r>
          </a:p>
          <a:p>
            <a:r>
              <a:rPr lang="en-US" sz="950" b="1" dirty="0"/>
              <a:t>What does the audience care about? </a:t>
            </a:r>
          </a:p>
          <a:p>
            <a:r>
              <a:rPr lang="en-US" sz="950" b="1" dirty="0"/>
              <a:t>What impact does the model make? </a:t>
            </a:r>
            <a:endParaRPr lang="en-US" sz="95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23C766-D948-435B-A7E5-DC5ECCFF7907}"/>
              </a:ext>
            </a:extLst>
          </p:cNvPr>
          <p:cNvCxnSpPr>
            <a:cxnSpLocks/>
          </p:cNvCxnSpPr>
          <p:nvPr/>
        </p:nvCxnSpPr>
        <p:spPr>
          <a:xfrm>
            <a:off x="2585176" y="3177039"/>
            <a:ext cx="1104014" cy="0"/>
          </a:xfrm>
          <a:prstGeom prst="line">
            <a:avLst/>
          </a:prstGeom>
          <a:ln w="57150">
            <a:solidFill>
              <a:srgbClr val="BBBC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99208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7958-6BCD-44B0-9B81-291C796DC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/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311218458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9900" y="736690"/>
            <a:ext cx="11252200" cy="33410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1400"/>
              <a:t>Walkthrough of a common segmentation problem and how the results will be relayed to different types of audiences.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382" y="1493942"/>
            <a:ext cx="5601382" cy="12403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GB" sz="1600" b="1">
                <a:solidFill>
                  <a:schemeClr val="tx2">
                    <a:lumMod val="75000"/>
                  </a:schemeClr>
                </a:solidFill>
              </a:rPr>
              <a:t>Introducing the Problem:</a:t>
            </a:r>
          </a:p>
          <a:p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Your team is supporting a client to prepare for upcoming housing listings. Your client is heavily involved with real estate investing and converts their properties into </a:t>
            </a:r>
            <a:r>
              <a:rPr lang="en-GB" sz="1200" err="1">
                <a:solidFill>
                  <a:schemeClr val="tx2">
                    <a:lumMod val="75000"/>
                  </a:schemeClr>
                </a:solidFill>
              </a:rPr>
              <a:t>Airbnbs</a:t>
            </a: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 after acquiring and renovating them. The client is interested in classifying potential new listings with similar listings they already have.</a:t>
            </a:r>
            <a:endParaRPr lang="en-GB" sz="1600" b="1">
              <a:solidFill>
                <a:schemeClr val="tx2">
                  <a:lumMod val="75000"/>
                </a:schemeClr>
              </a:solidFill>
            </a:endParaRPr>
          </a:p>
          <a:p>
            <a:endParaRPr lang="en-GB" sz="16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835AE4-626E-43D5-8604-8CE12EEFA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Segmentation Analysis Case Study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8A69F0-9A33-4E4D-B26D-7121D7725E36}"/>
              </a:ext>
            </a:extLst>
          </p:cNvPr>
          <p:cNvSpPr txBox="1"/>
          <p:nvPr/>
        </p:nvSpPr>
        <p:spPr>
          <a:xfrm>
            <a:off x="608382" y="2808810"/>
            <a:ext cx="5601382" cy="14638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600" b="1">
                <a:solidFill>
                  <a:schemeClr val="tx2">
                    <a:lumMod val="75000"/>
                  </a:schemeClr>
                </a:solidFill>
              </a:rPr>
              <a:t>Defining the Approach: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“similar listings” = grouping client’s existing listings based on different attributes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dataset of Airbnb listings and their attributes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Unsupervised ML model (K-Means Clustering)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D1C2D6-BE2D-4DC2-A8A9-4EB4FA77D582}"/>
              </a:ext>
            </a:extLst>
          </p:cNvPr>
          <p:cNvSpPr txBox="1"/>
          <p:nvPr/>
        </p:nvSpPr>
        <p:spPr>
          <a:xfrm>
            <a:off x="608382" y="4306521"/>
            <a:ext cx="5713396" cy="16201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600" b="1">
                <a:solidFill>
                  <a:schemeClr val="tx2">
                    <a:lumMod val="75000"/>
                  </a:schemeClr>
                </a:solidFill>
              </a:rPr>
              <a:t>Results: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Optimal number of clusters k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2 larger clusters, 2 smaller clusters, 1 mid sized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Attributes used for segmentation: 'accommodates', 'bathrooms’, 'bedrooms’, 'beds’, '</a:t>
            </a:r>
            <a:r>
              <a:rPr lang="en-GB" sz="1200" err="1">
                <a:solidFill>
                  <a:schemeClr val="tx2">
                    <a:lumMod val="75000"/>
                  </a:schemeClr>
                </a:solidFill>
              </a:rPr>
              <a:t>cleaning_fee</a:t>
            </a: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’, '</a:t>
            </a:r>
            <a:r>
              <a:rPr lang="en-GB" sz="1200" err="1">
                <a:solidFill>
                  <a:schemeClr val="tx2">
                    <a:lumMod val="75000"/>
                  </a:schemeClr>
                </a:solidFill>
              </a:rPr>
              <a:t>host_has_profile_pic</a:t>
            </a: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’, '</a:t>
            </a:r>
            <a:r>
              <a:rPr lang="en-GB" sz="1200" err="1">
                <a:solidFill>
                  <a:schemeClr val="tx2">
                    <a:lumMod val="75000"/>
                  </a:schemeClr>
                </a:solidFill>
              </a:rPr>
              <a:t>host_identity_verified</a:t>
            </a: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’, '</a:t>
            </a:r>
            <a:r>
              <a:rPr lang="en-GB" sz="1200" err="1">
                <a:solidFill>
                  <a:schemeClr val="tx2">
                    <a:lumMod val="75000"/>
                  </a:schemeClr>
                </a:solidFill>
              </a:rPr>
              <a:t>host_response_rate</a:t>
            </a: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’, '</a:t>
            </a:r>
            <a:r>
              <a:rPr lang="en-GB" sz="1200" err="1">
                <a:solidFill>
                  <a:schemeClr val="tx2">
                    <a:lumMod val="75000"/>
                  </a:schemeClr>
                </a:solidFill>
              </a:rPr>
              <a:t>instant_bookable</a:t>
            </a: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’, 'latitude’, 'longitude’, '</a:t>
            </a:r>
            <a:r>
              <a:rPr lang="en-GB" sz="1200" err="1">
                <a:solidFill>
                  <a:schemeClr val="tx2">
                    <a:lumMod val="75000"/>
                  </a:schemeClr>
                </a:solidFill>
              </a:rPr>
              <a:t>number_of_reviews</a:t>
            </a: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’, '</a:t>
            </a:r>
            <a:r>
              <a:rPr lang="en-GB" sz="1200" err="1">
                <a:solidFill>
                  <a:schemeClr val="tx2">
                    <a:lumMod val="75000"/>
                  </a:schemeClr>
                </a:solidFill>
              </a:rPr>
              <a:t>review_scores_rating</a:t>
            </a:r>
            <a:r>
              <a:rPr lang="en-GB" sz="1200">
                <a:solidFill>
                  <a:schemeClr val="tx2">
                    <a:lumMod val="75000"/>
                  </a:schemeClr>
                </a:solidFill>
              </a:rPr>
              <a:t>'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1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9BE59F-3FDF-401F-B041-E1448F91B341}"/>
              </a:ext>
            </a:extLst>
          </p:cNvPr>
          <p:cNvSpPr/>
          <p:nvPr/>
        </p:nvSpPr>
        <p:spPr bwMode="gray">
          <a:xfrm rot="5400000">
            <a:off x="-1736379" y="3576550"/>
            <a:ext cx="4249912" cy="84697"/>
          </a:xfrm>
          <a:prstGeom prst="rect">
            <a:avLst/>
          </a:prstGeom>
          <a:solidFill>
            <a:schemeClr val="accent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266AAD99-210E-4351-AE97-D203FD40D80A}"/>
              </a:ext>
            </a:extLst>
          </p:cNvPr>
          <p:cNvSpPr/>
          <p:nvPr/>
        </p:nvSpPr>
        <p:spPr bwMode="gray">
          <a:xfrm rot="5400000">
            <a:off x="9552709" y="3574463"/>
            <a:ext cx="4249913" cy="888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F32B49-E1A6-4C77-B45C-83C83A7FE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779" y="4081897"/>
            <a:ext cx="5232634" cy="16201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7F1066-E2C1-4718-8032-45D66361E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97" y="1338697"/>
            <a:ext cx="3924300" cy="2743200"/>
          </a:xfrm>
          <a:prstGeom prst="rect">
            <a:avLst/>
          </a:prstGeom>
        </p:spPr>
      </p:pic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C27ED4FD-6820-460A-8AB9-EC280ED96624}"/>
              </a:ext>
            </a:extLst>
          </p:cNvPr>
          <p:cNvSpPr txBox="1">
            <a:spLocks/>
          </p:cNvSpPr>
          <p:nvPr/>
        </p:nvSpPr>
        <p:spPr>
          <a:xfrm>
            <a:off x="6209764" y="1286251"/>
            <a:ext cx="1217789" cy="25619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Tx/>
              <a:buNone/>
              <a:defRPr sz="2000" b="0" kern="1200">
                <a:solidFill>
                  <a:srgbClr val="575757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94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1064657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/>
              <a:t>Elbow Plot:</a:t>
            </a:r>
          </a:p>
        </p:txBody>
      </p:sp>
    </p:spTree>
    <p:extLst>
      <p:ext uri="{BB962C8B-B14F-4D97-AF65-F5344CB8AC3E}">
        <p14:creationId xmlns:p14="http://schemas.microsoft.com/office/powerpoint/2010/main" val="61647110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9900" y="736688"/>
            <a:ext cx="11252200" cy="55024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1600"/>
              <a:t>There are many elements that you should consider when conducting an Audience Analysis. Here we will focus on one example where we communicate the results through 2 different lenses.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Communicating to Different types of Audiences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5D273FFD-995F-4DA4-BA17-F66A30821081}"/>
              </a:ext>
            </a:extLst>
          </p:cNvPr>
          <p:cNvSpPr txBox="1">
            <a:spLocks/>
          </p:cNvSpPr>
          <p:nvPr/>
        </p:nvSpPr>
        <p:spPr>
          <a:xfrm>
            <a:off x="479780" y="1399823"/>
            <a:ext cx="11242319" cy="3386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Tx/>
              <a:buNone/>
              <a:defRPr sz="2000" b="0" kern="1200">
                <a:solidFill>
                  <a:srgbClr val="575757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94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1064657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u="sng"/>
              <a:t>Example Audience Analysis</a:t>
            </a:r>
            <a:r>
              <a:rPr lang="en-GB" sz="1600"/>
              <a:t>: Differences between Technical and Non-Technical Stakeholders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7DBD228B-8410-4DF4-907B-85695421DF70}"/>
              </a:ext>
            </a:extLst>
          </p:cNvPr>
          <p:cNvSpPr/>
          <p:nvPr/>
        </p:nvSpPr>
        <p:spPr bwMode="gray">
          <a:xfrm rot="16200000">
            <a:off x="4004734" y="3928444"/>
            <a:ext cx="4284135" cy="1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E700BF1E-8EAE-479C-B8DA-C0FC2C7BCA4E}"/>
              </a:ext>
            </a:extLst>
          </p:cNvPr>
          <p:cNvSpPr txBox="1">
            <a:spLocks/>
          </p:cNvSpPr>
          <p:nvPr/>
        </p:nvSpPr>
        <p:spPr>
          <a:xfrm>
            <a:off x="479781" y="1837176"/>
            <a:ext cx="5247922" cy="5502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Tx/>
              <a:buNone/>
              <a:defRPr sz="2000" b="0" kern="1200">
                <a:solidFill>
                  <a:srgbClr val="575757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94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1064657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/>
              <a:t>Technical Stakeholders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38CCCEAF-373E-46DA-90A4-6C5C447E54AE}"/>
              </a:ext>
            </a:extLst>
          </p:cNvPr>
          <p:cNvSpPr txBox="1">
            <a:spLocks/>
          </p:cNvSpPr>
          <p:nvPr/>
        </p:nvSpPr>
        <p:spPr>
          <a:xfrm>
            <a:off x="6565900" y="1859576"/>
            <a:ext cx="4858456" cy="5502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Tx/>
              <a:buNone/>
              <a:defRPr sz="2000" b="0" kern="1200">
                <a:solidFill>
                  <a:srgbClr val="575757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94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1064657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/>
              <a:t>Non-Technical Stakeholders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72C049E3-07B4-4309-B264-19153F85A2C0}"/>
              </a:ext>
            </a:extLst>
          </p:cNvPr>
          <p:cNvSpPr txBox="1">
            <a:spLocks/>
          </p:cNvSpPr>
          <p:nvPr/>
        </p:nvSpPr>
        <p:spPr>
          <a:xfrm>
            <a:off x="479781" y="2328510"/>
            <a:ext cx="5247922" cy="37928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Tx/>
              <a:buNone/>
              <a:defRPr sz="2000" b="0" kern="1200">
                <a:solidFill>
                  <a:srgbClr val="575757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94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1064657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/>
              <a:t>Focus areas: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/>
              <a:t>Technical Process – Unsupervised Learning in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/>
              <a:t>Relevant metrics – Sum of Squared Differences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/>
              <a:t>Optimal Number of Clusters – K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/>
              <a:t>How the trained model can be </a:t>
            </a:r>
            <a:r>
              <a:rPr lang="en-GB" sz="1200" err="1"/>
              <a:t>productionalized</a:t>
            </a:r>
            <a:endParaRPr lang="en-GB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/>
          </a:p>
          <a:p>
            <a:r>
              <a:rPr lang="en-GB" sz="1200"/>
              <a:t>Relevant Visualizations: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/>
              <a:t>Elbow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/>
              <a:t>Distribution of clusters across Airbnb listings</a:t>
            </a:r>
          </a:p>
          <a:p>
            <a:endParaRPr lang="en-GB" sz="1200"/>
          </a:p>
          <a:p>
            <a:endParaRPr lang="en-GB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798BB78B-D978-4F55-8F95-4CA085B6BA95}"/>
              </a:ext>
            </a:extLst>
          </p:cNvPr>
          <p:cNvSpPr txBox="1">
            <a:spLocks/>
          </p:cNvSpPr>
          <p:nvPr/>
        </p:nvSpPr>
        <p:spPr>
          <a:xfrm>
            <a:off x="6464297" y="2331061"/>
            <a:ext cx="5247922" cy="37928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Tx/>
              <a:buNone/>
              <a:defRPr sz="2000" b="0" kern="1200">
                <a:solidFill>
                  <a:srgbClr val="575757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94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1064657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/>
              <a:t>Focus areas: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/>
              <a:t>Targeted approach to acquiring new properties – </a:t>
            </a:r>
          </a:p>
          <a:p>
            <a:pPr marL="412750" lvl="1" indent="-285750">
              <a:buFont typeface="+mj-lt"/>
              <a:buAutoNum type="arabicPeriod"/>
            </a:pPr>
            <a:r>
              <a:rPr lang="en-GB">
                <a:solidFill>
                  <a:srgbClr val="575757"/>
                </a:solidFill>
              </a:rPr>
              <a:t>Relay how the model can identify properties that fall into our smaller clusters so that we can have a more even real estate investment portfolio</a:t>
            </a:r>
          </a:p>
          <a:p>
            <a:pPr marL="412750" lvl="1" indent="-285750">
              <a:buFont typeface="+mj-lt"/>
              <a:buAutoNum type="arabicPeriod"/>
            </a:pPr>
            <a:r>
              <a:rPr lang="en-GB">
                <a:solidFill>
                  <a:srgbClr val="575757"/>
                </a:solidFill>
              </a:rPr>
              <a:t>Identify differences in profits across segments and acquire listings that will fall into segments that generate higher profits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/>
              <a:t>Shifting approach to focus on certain states or locations based on segments that the client does not have enough </a:t>
            </a:r>
            <a:r>
              <a:rPr lang="en-GB" sz="1200" err="1"/>
              <a:t>Airbnbs</a:t>
            </a:r>
            <a:r>
              <a:rPr lang="en-GB" sz="1200"/>
              <a:t> </a:t>
            </a:r>
          </a:p>
          <a:p>
            <a:r>
              <a:rPr lang="en-GB" sz="1200"/>
              <a:t>Relevant Visualizations/Demos: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/>
              <a:t>Given a new listing, show which segment it would fall under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/>
              <a:t>Differences in profit across listing segments</a:t>
            </a:r>
          </a:p>
          <a:p>
            <a:endParaRPr lang="en-GB" sz="1200"/>
          </a:p>
          <a:p>
            <a:endParaRPr lang="en-GB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370681530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A2C2-7477-412E-8E78-6101CD8E3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000"/>
              <a:t>Effective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70135158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C3BACF-9574-484F-BB2A-AFC9D6C022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>
                <a:ea typeface="Verdana"/>
                <a:cs typeface="Verdana"/>
              </a:rPr>
              <a:t>Table of visualization for different types of analyses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69D64A-777C-492D-B598-07C08618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Verdana"/>
                <a:cs typeface="Verdana"/>
              </a:rPr>
              <a:t>Common Visualization Types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B24193-3740-4B14-959E-8AB2A44AB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380802"/>
              </p:ext>
            </p:extLst>
          </p:nvPr>
        </p:nvGraphicFramePr>
        <p:xfrm>
          <a:off x="462063" y="1151107"/>
          <a:ext cx="11145710" cy="5276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895">
                  <a:extLst>
                    <a:ext uri="{9D8B030D-6E8A-4147-A177-3AD203B41FA5}">
                      <a16:colId xmlns:a16="http://schemas.microsoft.com/office/drawing/2014/main" val="3496878916"/>
                    </a:ext>
                  </a:extLst>
                </a:gridCol>
                <a:gridCol w="2987228">
                  <a:extLst>
                    <a:ext uri="{9D8B030D-6E8A-4147-A177-3AD203B41FA5}">
                      <a16:colId xmlns:a16="http://schemas.microsoft.com/office/drawing/2014/main" val="1175000386"/>
                    </a:ext>
                  </a:extLst>
                </a:gridCol>
                <a:gridCol w="3803269">
                  <a:extLst>
                    <a:ext uri="{9D8B030D-6E8A-4147-A177-3AD203B41FA5}">
                      <a16:colId xmlns:a16="http://schemas.microsoft.com/office/drawing/2014/main" val="2264321355"/>
                    </a:ext>
                  </a:extLst>
                </a:gridCol>
                <a:gridCol w="2414318">
                  <a:extLst>
                    <a:ext uri="{9D8B030D-6E8A-4147-A177-3AD203B41FA5}">
                      <a16:colId xmlns:a16="http://schemas.microsoft.com/office/drawing/2014/main" val="2769905918"/>
                    </a:ext>
                  </a:extLst>
                </a:gridCol>
              </a:tblGrid>
              <a:tr h="8371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Visualization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Best Uses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/>
                        <a:t>Visuals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973400"/>
                  </a:ext>
                </a:extLst>
              </a:tr>
              <a:tr h="846095">
                <a:tc>
                  <a:txBody>
                    <a:bodyPr/>
                    <a:lstStyle/>
                    <a:p>
                      <a:r>
                        <a:rPr lang="en-US" sz="1400" dirty="0"/>
                        <a:t>Bar Graphs/Histograms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Show numbers in different groupings or categories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200"/>
                        <a:t>Numerical data for different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number of COVID cases by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227881"/>
                  </a:ext>
                </a:extLst>
              </a:tr>
              <a:tr h="659064">
                <a:tc>
                  <a:txBody>
                    <a:bodyPr/>
                    <a:lstStyle/>
                    <a:p>
                      <a:r>
                        <a:rPr lang="en-US" sz="1400" dirty="0"/>
                        <a:t>Line 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Show how data changes over time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200"/>
                        <a:t>Numerical data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200"/>
                        <a:t>Time-series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number of COVID cases for Arlington, VA for the past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882301"/>
                  </a:ext>
                </a:extLst>
              </a:tr>
              <a:tr h="895079">
                <a:tc>
                  <a:txBody>
                    <a:bodyPr/>
                    <a:lstStyle/>
                    <a:p>
                      <a:r>
                        <a:rPr lang="en-US" sz="1400"/>
                        <a:t>Scatter Plots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/>
                        <a:t>Show associations between two variables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200"/>
                        <a:t>Numerical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/>
                        <a:t>X and Y relationships between two variables: average income for adults compared with their years of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230365"/>
                  </a:ext>
                </a:extLst>
              </a:tr>
              <a:tr h="103313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Heat Maps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Shows the relationships between variables</a:t>
                      </a:r>
                      <a:endParaRPr lang="en-US"/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/>
                        <a:t>Numerical data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A correlation matrix showing the correlation between all variables in a dataset: how much ice cream a person eats correlated with how many times they visit the dentist in a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01031"/>
                  </a:ext>
                </a:extLst>
              </a:tr>
              <a:tr h="846095">
                <a:tc>
                  <a:txBody>
                    <a:bodyPr/>
                    <a:lstStyle/>
                    <a:p>
                      <a:r>
                        <a:rPr lang="en-US" sz="1400" dirty="0"/>
                        <a:t>Pie 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Show how a whole is divided up into different parts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1200"/>
                        <a:t>Non-negative numerical data adding up to a "whole" (ex. Percentages of a whole)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Assume you're a company that sells 5 products. You could visualize your percentage of total sales by each specific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428296"/>
                  </a:ext>
                </a:extLst>
              </a:tr>
            </a:tbl>
          </a:graphicData>
        </a:graphic>
      </p:graphicFrame>
      <p:graphicFrame>
        <p:nvGraphicFramePr>
          <p:cNvPr id="7" name="Chart Placeholder 19">
            <a:extLst>
              <a:ext uri="{FF2B5EF4-FFF2-40B4-BE49-F238E27FC236}">
                <a16:creationId xmlns:a16="http://schemas.microsoft.com/office/drawing/2014/main" id="{5F34B591-1CEB-474D-B3A7-81FBC6C6A8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1026424"/>
              </p:ext>
            </p:extLst>
          </p:nvPr>
        </p:nvGraphicFramePr>
        <p:xfrm>
          <a:off x="9617732" y="5409845"/>
          <a:ext cx="1336858" cy="999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Placeholder 13">
            <a:extLst>
              <a:ext uri="{FF2B5EF4-FFF2-40B4-BE49-F238E27FC236}">
                <a16:creationId xmlns:a16="http://schemas.microsoft.com/office/drawing/2014/main" id="{BEBD33C5-4703-4AB1-B0FB-9F4C257D7C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8734780"/>
              </p:ext>
            </p:extLst>
          </p:nvPr>
        </p:nvGraphicFramePr>
        <p:xfrm>
          <a:off x="9151645" y="1999361"/>
          <a:ext cx="2456131" cy="999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D7522D3-3AD0-45C6-91D0-02CB6BBDAE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0318419"/>
              </p:ext>
            </p:extLst>
          </p:nvPr>
        </p:nvGraphicFramePr>
        <p:xfrm>
          <a:off x="9128383" y="2640758"/>
          <a:ext cx="2456131" cy="1072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Placeholder 13">
            <a:extLst>
              <a:ext uri="{FF2B5EF4-FFF2-40B4-BE49-F238E27FC236}">
                <a16:creationId xmlns:a16="http://schemas.microsoft.com/office/drawing/2014/main" id="{791534B1-0B52-4782-9F75-69878372A6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9636147"/>
              </p:ext>
            </p:extLst>
          </p:nvPr>
        </p:nvGraphicFramePr>
        <p:xfrm>
          <a:off x="9500217" y="3540688"/>
          <a:ext cx="1654656" cy="870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A88DFBCB-5DB9-4AE4-9386-11F992DF69D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848" t="16839" r="16616" b="13805"/>
          <a:stretch/>
        </p:blipFill>
        <p:spPr>
          <a:xfrm>
            <a:off x="9888279" y="4427264"/>
            <a:ext cx="966730" cy="96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7711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A172-A855-45DB-BE99-F7FA9B1923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/>
              <a:t>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258728653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73E2B7-CB33-46B3-9165-31777869A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2378" y="1007015"/>
            <a:ext cx="9029604" cy="4708525"/>
          </a:xfrm>
        </p:spPr>
        <p:txBody>
          <a:bodyPr vert="horz" lIns="0" tIns="0" rIns="0" bIns="0" rtlCol="0" anchor="t">
            <a:no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1800">
                <a:ea typeface="+mn-lt"/>
                <a:cs typeface="+mn-lt"/>
                <a:hlinkClick r:id="rId2"/>
              </a:rPr>
              <a:t>Deliver a great presentation (linkedin.com)</a:t>
            </a:r>
            <a:endParaRPr lang="en-US">
              <a:ea typeface="Verdana"/>
            </a:endParaRP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1800">
                <a:ea typeface="+mn-lt"/>
                <a:cs typeface="+mn-lt"/>
                <a:hlinkClick r:id="rId3"/>
              </a:rPr>
              <a:t>A Data Scientist's Guide to Communicating Results - insideBIGDATA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1800">
                <a:ea typeface="+mn-lt"/>
                <a:cs typeface="+mn-lt"/>
                <a:hlinkClick r:id="rId4"/>
              </a:rPr>
              <a:t>How to Communicate Clearly About Machine Learning. | by Daniel Rothmann | Towards Data Science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1800">
                <a:ea typeface="+mn-lt"/>
                <a:cs typeface="+mn-lt"/>
                <a:hlinkClick r:id="rId5"/>
              </a:rPr>
              <a:t>Storytelling With Data: A Data Visualization Guide for Business Professionals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1800">
                <a:ea typeface="+mn-lt"/>
                <a:cs typeface="+mn-lt"/>
                <a:hlinkClick r:id="rId5"/>
              </a:rPr>
              <a:t>Book - Cole </a:t>
            </a:r>
            <a:r>
              <a:rPr lang="en-US" sz="1800" err="1">
                <a:ea typeface="+mn-lt"/>
                <a:cs typeface="+mn-lt"/>
                <a:hlinkClick r:id="rId5"/>
              </a:rPr>
              <a:t>Nussbaumer</a:t>
            </a:r>
            <a:r>
              <a:rPr lang="en-US" sz="1800">
                <a:ea typeface="+mn-lt"/>
                <a:cs typeface="+mn-lt"/>
                <a:hlinkClick r:id="rId5"/>
              </a:rPr>
              <a:t> </a:t>
            </a:r>
            <a:r>
              <a:rPr lang="en-US" sz="1800" err="1">
                <a:ea typeface="+mn-lt"/>
                <a:cs typeface="+mn-lt"/>
                <a:hlinkClick r:id="rId5"/>
              </a:rPr>
              <a:t>Knaflic</a:t>
            </a:r>
            <a:endParaRPr lang="en-US" sz="1800">
              <a:ea typeface="+mn-lt"/>
              <a:cs typeface="+mn-lt"/>
            </a:endParaRP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1800">
                <a:ea typeface="+mn-lt"/>
                <a:cs typeface="+mn-lt"/>
                <a:hlinkClick r:id="rId6"/>
              </a:rPr>
              <a:t>How to Present Machine Learning Results to Non-Technical People</a:t>
            </a:r>
            <a:endParaRPr lang="en-US" sz="1800">
              <a:ea typeface="+mn-lt"/>
              <a:cs typeface="+mn-lt"/>
              <a:hlinkClick r:id="rId7"/>
            </a:endParaRP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1800">
                <a:ea typeface="+mn-lt"/>
                <a:cs typeface="+mn-lt"/>
                <a:hlinkClick r:id="rId7"/>
              </a:rPr>
              <a:t>Visualizations That Really Work</a:t>
            </a:r>
            <a:endParaRPr lang="en-US" sz="1800">
              <a:ea typeface="+mn-lt"/>
              <a:cs typeface="+mn-lt"/>
              <a:hlinkClick r:id="rId4"/>
            </a:endParaRPr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sz="1800">
              <a:ea typeface="Verdana"/>
            </a:endParaRPr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sz="1800">
              <a:ea typeface="Verdana"/>
            </a:endParaRPr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sz="180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2871588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A172-A855-45DB-BE99-F7FA9B1923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76019872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US_Onscreen">
  <a:themeElements>
    <a:clrScheme name="Deloitte colors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spcBef>
            <a:spcPts val="200"/>
          </a:spcBef>
          <a:buSzPct val="100000"/>
          <a:defRPr sz="1200" dirty="0" smtClean="0"/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 [Read-Only]" id="{747678D8-1E3A-4E91-B049-69D7C2820B25}" vid="{DC5301C9-FEEC-481D-B604-AC964BC0CB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BF4162EC0FAE40B85C08B0D6B43EA0" ma:contentTypeVersion="9" ma:contentTypeDescription="Create a new document." ma:contentTypeScope="" ma:versionID="cc3bbfd18d6e363daf298659379ec1fa">
  <xsd:schema xmlns:xsd="http://www.w3.org/2001/XMLSchema" xmlns:xs="http://www.w3.org/2001/XMLSchema" xmlns:p="http://schemas.microsoft.com/office/2006/metadata/properties" xmlns:ns2="00523178-ab77-4e05-81af-4169c722f23c" targetNamespace="http://schemas.microsoft.com/office/2006/metadata/properties" ma:root="true" ma:fieldsID="444f6c3d1244644f9c3a0f6377711873" ns2:_="">
    <xsd:import namespace="00523178-ab77-4e05-81af-4169c722f2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23178-ab77-4e05-81af-4169c722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E0E168-51FD-47BE-8564-7305AA4857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AE7194-8158-4149-B3B8-793E2A6C2E7D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2006/metadata/properties"/>
    <ds:schemaRef ds:uri="ed18517b-d780-4686-9689-2934e9b1c2cc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E79B51A-8DA6-4606-BD9A-65C90EB1B6BD}"/>
</file>

<file path=docProps/app.xml><?xml version="1.0" encoding="utf-8"?>
<Properties xmlns="http://schemas.openxmlformats.org/officeDocument/2006/extended-properties" xmlns:vt="http://schemas.openxmlformats.org/officeDocument/2006/docPropsVTypes">
  <Template>Deloitte_16_9_Onscreen_US</Template>
  <TotalTime>138</TotalTime>
  <Words>1391</Words>
  <Application>Microsoft Office PowerPoint</Application>
  <PresentationFormat>Widescreen</PresentationFormat>
  <Paragraphs>186</Paragraphs>
  <Slides>16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Verdana</vt:lpstr>
      <vt:lpstr>Wingdings 2</vt:lpstr>
      <vt:lpstr>Deloitte_US_Onscreen</vt:lpstr>
      <vt:lpstr>think-cell Slide</vt:lpstr>
      <vt:lpstr>PowerPoint Presentation</vt:lpstr>
      <vt:lpstr>PowerPoint Presentation</vt:lpstr>
      <vt:lpstr>Identify &amp; Analyze Audience</vt:lpstr>
      <vt:lpstr>Questions to Ask About Audience  </vt:lpstr>
      <vt:lpstr>Common Mistakes</vt:lpstr>
      <vt:lpstr>Common Mistakes</vt:lpstr>
      <vt:lpstr>Best Practices</vt:lpstr>
      <vt:lpstr>Best Practices</vt:lpstr>
      <vt:lpstr>Case Study</vt:lpstr>
      <vt:lpstr>Segmentation Analysis Case Study</vt:lpstr>
      <vt:lpstr>Communicating to Different types of Audiences</vt:lpstr>
      <vt:lpstr>Effective Data Visualization</vt:lpstr>
      <vt:lpstr>Common Visualization Types</vt:lpstr>
      <vt:lpstr>Additional Resources</vt:lpstr>
      <vt:lpstr>PowerPoint Presentation</vt:lpstr>
      <vt:lpstr>Questions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Esporrin, Matthew</dc:creator>
  <cp:lastModifiedBy>Stanley, Tyler</cp:lastModifiedBy>
  <cp:revision>1</cp:revision>
  <cp:lastPrinted>2014-06-25T02:16:22Z</cp:lastPrinted>
  <dcterms:created xsi:type="dcterms:W3CDTF">2020-05-20T21:15:26Z</dcterms:created>
  <dcterms:modified xsi:type="dcterms:W3CDTF">2021-02-26T17:50:50Z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0x01010027BF4162EC0FAE40B85C08B0D6B43EA0</vt:lpwstr>
  </property>
</Properties>
</file>