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40" r:id="rId5"/>
    <p:sldId id="370" r:id="rId6"/>
    <p:sldId id="363" r:id="rId7"/>
    <p:sldId id="698" r:id="rId8"/>
    <p:sldId id="365" r:id="rId9"/>
    <p:sldId id="767" r:id="rId10"/>
    <p:sldId id="364" r:id="rId11"/>
    <p:sldId id="765" r:id="rId12"/>
    <p:sldId id="366" r:id="rId13"/>
    <p:sldId id="270" r:id="rId14"/>
    <p:sldId id="369" r:id="rId15"/>
    <p:sldId id="367" r:id="rId16"/>
    <p:sldId id="706" r:id="rId17"/>
    <p:sldId id="368" r:id="rId18"/>
  </p:sldIdLst>
  <p:sldSz cx="12192000" cy="6858000"/>
  <p:notesSz cx="7315200" cy="9601200"/>
  <p:custDataLst>
    <p:tags r:id="rId21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userDrawn="1">
          <p15:clr>
            <a:srgbClr val="A4A3A4"/>
          </p15:clr>
        </p15:guide>
        <p15:guide id="11" orient="horz" pos="2047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70" userDrawn="1">
          <p15:clr>
            <a:srgbClr val="A4A3A4"/>
          </p15:clr>
        </p15:guide>
        <p15:guide id="15" orient="horz" pos="3589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  <p:cmAuthor id="2" name="Esporrin, Matthew" initials="ME" lastIdx="1" clrIdx="1">
    <p:extLst>
      <p:ext uri="{19B8F6BF-5375-455C-9EA6-DF929625EA0E}">
        <p15:presenceInfo xmlns:p15="http://schemas.microsoft.com/office/powerpoint/2012/main" userId="Esporrin, Matthe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87B"/>
    <a:srgbClr val="D3D3D1"/>
    <a:srgbClr val="C00000"/>
    <a:srgbClr val="000000"/>
    <a:srgbClr val="FFCD00"/>
    <a:srgbClr val="ED8B00"/>
    <a:srgbClr val="DB291C"/>
    <a:srgbClr val="FF9900"/>
    <a:srgbClr val="3C8A2E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69966-8B55-4090-8E50-46F720B8405F}" v="1319" dt="2021-01-19T23:07:49.734"/>
    <p1510:client id="{0E1AB57A-C518-4EBC-8528-8F265601211D}" v="1" dt="2021-01-19T13:38:40.105"/>
    <p1510:client id="{1186C9BC-BD04-42AD-8603-361970490D2A}" v="87" dt="2021-01-20T14:10:08.935"/>
    <p1510:client id="{881BA13B-D79F-47DC-9B3C-00A666EC39E7}" v="4" dt="2021-02-22T22:40:51.682"/>
    <p1510:client id="{8E0408A4-2FD6-431F-A1D6-1D9AF26B9BAF}" v="20" dt="2021-02-23T15:43:54.150"/>
    <p1510:client id="{95A78C4A-1368-41AC-8ED5-6932C6749BCF}" v="1" dt="2021-02-23T15:53:40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799" autoAdjust="0"/>
  </p:normalViewPr>
  <p:slideViewPr>
    <p:cSldViewPr snapToGrid="0" showGuides="1">
      <p:cViewPr varScale="1">
        <p:scale>
          <a:sx n="114" d="100"/>
          <a:sy n="114" d="100"/>
        </p:scale>
        <p:origin x="438" y="102"/>
      </p:cViewPr>
      <p:guideLst>
        <p:guide/>
        <p:guide orient="horz" pos="2047"/>
        <p:guide orient="horz" pos="1440"/>
        <p:guide orient="horz" pos="2568"/>
        <p:guide orient="horz" pos="3370"/>
        <p:guide orient="horz" pos="3589"/>
        <p:guide pos="4224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816" y="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, Tyler" userId="S::tystanley@deloitte.com::d6371dd0-4d6e-4dab-9c42-35eda5bffbde" providerId="AD" clId="Web-{1186C9BC-BD04-42AD-8603-361970490D2A}"/>
    <pc:docChg chg="delSld modSld">
      <pc:chgData name="Stanley, Tyler" userId="S::tystanley@deloitte.com::d6371dd0-4d6e-4dab-9c42-35eda5bffbde" providerId="AD" clId="Web-{1186C9BC-BD04-42AD-8603-361970490D2A}" dt="2021-01-20T14:10:08.935" v="85" actId="20577"/>
      <pc:docMkLst>
        <pc:docMk/>
      </pc:docMkLst>
      <pc:sldChg chg="modSp">
        <pc:chgData name="Stanley, Tyler" userId="S::tystanley@deloitte.com::d6371dd0-4d6e-4dab-9c42-35eda5bffbde" providerId="AD" clId="Web-{1186C9BC-BD04-42AD-8603-361970490D2A}" dt="2021-01-20T14:10:08.935" v="85" actId="20577"/>
        <pc:sldMkLst>
          <pc:docMk/>
          <pc:sldMk cId="521688136" sldId="765"/>
        </pc:sldMkLst>
        <pc:spChg chg="mod">
          <ac:chgData name="Stanley, Tyler" userId="S::tystanley@deloitte.com::d6371dd0-4d6e-4dab-9c42-35eda5bffbde" providerId="AD" clId="Web-{1186C9BC-BD04-42AD-8603-361970490D2A}" dt="2021-01-20T14:10:08.935" v="85" actId="20577"/>
          <ac:spMkLst>
            <pc:docMk/>
            <pc:sldMk cId="521688136" sldId="765"/>
            <ac:spMk id="2" creationId="{D66BAC33-0E17-A443-A36A-FE8E97916217}"/>
          </ac:spMkLst>
        </pc:spChg>
      </pc:sldChg>
      <pc:sldChg chg="del">
        <pc:chgData name="Stanley, Tyler" userId="S::tystanley@deloitte.com::d6371dd0-4d6e-4dab-9c42-35eda5bffbde" providerId="AD" clId="Web-{1186C9BC-BD04-42AD-8603-361970490D2A}" dt="2021-01-20T14:08:41.558" v="0"/>
        <pc:sldMkLst>
          <pc:docMk/>
          <pc:sldMk cId="794367776" sldId="766"/>
        </pc:sldMkLst>
      </pc:sldChg>
    </pc:docChg>
  </pc:docChgLst>
  <pc:docChgLst>
    <pc:chgData name="Stanley, Tyler" userId="S::tystanley@deloitte.com::d6371dd0-4d6e-4dab-9c42-35eda5bffbde" providerId="AD" clId="Web-{0E1AB57A-C518-4EBC-8528-8F265601211D}"/>
    <pc:docChg chg="addSld">
      <pc:chgData name="Stanley, Tyler" userId="S::tystanley@deloitte.com::d6371dd0-4d6e-4dab-9c42-35eda5bffbde" providerId="AD" clId="Web-{0E1AB57A-C518-4EBC-8528-8F265601211D}" dt="2021-01-19T13:38:40.105" v="0"/>
      <pc:docMkLst>
        <pc:docMk/>
      </pc:docMkLst>
      <pc:sldChg chg="new">
        <pc:chgData name="Stanley, Tyler" userId="S::tystanley@deloitte.com::d6371dd0-4d6e-4dab-9c42-35eda5bffbde" providerId="AD" clId="Web-{0E1AB57A-C518-4EBC-8528-8F265601211D}" dt="2021-01-19T13:38:40.105" v="0"/>
        <pc:sldMkLst>
          <pc:docMk/>
          <pc:sldMk cId="3265075847" sldId="707"/>
        </pc:sldMkLst>
      </pc:sldChg>
    </pc:docChg>
  </pc:docChgLst>
  <pc:docChgLst>
    <pc:chgData name="Stanley, Tyler" userId="S::tystanley@deloitte.com::d6371dd0-4d6e-4dab-9c42-35eda5bffbde" providerId="AD" clId="Web-{5C98342B-EC7B-4E86-AEFF-3EE99403EFAB}"/>
    <pc:docChg chg="addSld delSld modSld">
      <pc:chgData name="Stanley, Tyler" userId="S::tystanley@deloitte.com::d6371dd0-4d6e-4dab-9c42-35eda5bffbde" providerId="AD" clId="Web-{5C98342B-EC7B-4E86-AEFF-3EE99403EFAB}" dt="2021-01-07T22:35:56.177" v="6" actId="20577"/>
      <pc:docMkLst>
        <pc:docMk/>
      </pc:docMkLst>
      <pc:sldChg chg="new mod modShow">
        <pc:chgData name="Stanley, Tyler" userId="S::tystanley@deloitte.com::d6371dd0-4d6e-4dab-9c42-35eda5bffbde" providerId="AD" clId="Web-{5C98342B-EC7B-4E86-AEFF-3EE99403EFAB}" dt="2021-01-07T22:34:25.531" v="2"/>
        <pc:sldMkLst>
          <pc:docMk/>
          <pc:sldMk cId="1002353915" sldId="705"/>
        </pc:sldMkLst>
      </pc:sldChg>
      <pc:sldChg chg="modSp new">
        <pc:chgData name="Stanley, Tyler" userId="S::tystanley@deloitte.com::d6371dd0-4d6e-4dab-9c42-35eda5bffbde" providerId="AD" clId="Web-{5C98342B-EC7B-4E86-AEFF-3EE99403EFAB}" dt="2021-01-07T22:35:56.177" v="6" actId="20577"/>
        <pc:sldMkLst>
          <pc:docMk/>
          <pc:sldMk cId="1328715888" sldId="706"/>
        </pc:sldMkLst>
        <pc:spChg chg="mod">
          <ac:chgData name="Stanley, Tyler" userId="S::tystanley@deloitte.com::d6371dd0-4d6e-4dab-9c42-35eda5bffbde" providerId="AD" clId="Web-{5C98342B-EC7B-4E86-AEFF-3EE99403EFAB}" dt="2021-01-07T22:35:56.177" v="6" actId="20577"/>
          <ac:spMkLst>
            <pc:docMk/>
            <pc:sldMk cId="1328715888" sldId="706"/>
            <ac:spMk id="2" creationId="{D073E2B7-CB33-46B3-9165-31777869A76E}"/>
          </ac:spMkLst>
        </pc:spChg>
      </pc:sldChg>
      <pc:sldChg chg="new del">
        <pc:chgData name="Stanley, Tyler" userId="S::tystanley@deloitte.com::d6371dd0-4d6e-4dab-9c42-35eda5bffbde" providerId="AD" clId="Web-{5C98342B-EC7B-4E86-AEFF-3EE99403EFAB}" dt="2021-01-07T22:34:42.391" v="4"/>
        <pc:sldMkLst>
          <pc:docMk/>
          <pc:sldMk cId="4225530418" sldId="706"/>
        </pc:sldMkLst>
      </pc:sldChg>
    </pc:docChg>
  </pc:docChgLst>
  <pc:docChgLst>
    <pc:chgData name="Ammar, Muhammad" userId="S::muammar@deloitte.com::07dcbb4f-bb6b-49f6-a6ee-effc3502ef67" providerId="AD" clId="Web-{95A78C4A-1368-41AC-8ED5-6932C6749BCF}"/>
    <pc:docChg chg="modSld">
      <pc:chgData name="Ammar, Muhammad" userId="S::muammar@deloitte.com::07dcbb4f-bb6b-49f6-a6ee-effc3502ef67" providerId="AD" clId="Web-{95A78C4A-1368-41AC-8ED5-6932C6749BCF}" dt="2021-02-23T15:53:40.436" v="0" actId="1076"/>
      <pc:docMkLst>
        <pc:docMk/>
      </pc:docMkLst>
      <pc:sldChg chg="modSp">
        <pc:chgData name="Ammar, Muhammad" userId="S::muammar@deloitte.com::07dcbb4f-bb6b-49f6-a6ee-effc3502ef67" providerId="AD" clId="Web-{95A78C4A-1368-41AC-8ED5-6932C6749BCF}" dt="2021-02-23T15:53:40.436" v="0" actId="1076"/>
        <pc:sldMkLst>
          <pc:docMk/>
          <pc:sldMk cId="3767364715" sldId="698"/>
        </pc:sldMkLst>
        <pc:spChg chg="mod">
          <ac:chgData name="Ammar, Muhammad" userId="S::muammar@deloitte.com::07dcbb4f-bb6b-49f6-a6ee-effc3502ef67" providerId="AD" clId="Web-{95A78C4A-1368-41AC-8ED5-6932C6749BCF}" dt="2021-02-23T15:53:40.436" v="0" actId="1076"/>
          <ac:spMkLst>
            <pc:docMk/>
            <pc:sldMk cId="3767364715" sldId="698"/>
            <ac:spMk id="2" creationId="{00000000-0000-0000-0000-000000000000}"/>
          </ac:spMkLst>
        </pc:spChg>
      </pc:sldChg>
    </pc:docChg>
  </pc:docChgLst>
  <pc:docChgLst>
    <pc:chgData name="Ammar, Muhammad" userId="S::muammar@deloitte.com::07dcbb4f-bb6b-49f6-a6ee-effc3502ef67" providerId="AD" clId="Web-{8E0408A4-2FD6-431F-A1D6-1D9AF26B9BAF}"/>
    <pc:docChg chg="modSld">
      <pc:chgData name="Ammar, Muhammad" userId="S::muammar@deloitte.com::07dcbb4f-bb6b-49f6-a6ee-effc3502ef67" providerId="AD" clId="Web-{8E0408A4-2FD6-431F-A1D6-1D9AF26B9BAF}" dt="2021-02-23T15:43:53.384" v="18" actId="20577"/>
      <pc:docMkLst>
        <pc:docMk/>
      </pc:docMkLst>
      <pc:sldChg chg="modSp">
        <pc:chgData name="Ammar, Muhammad" userId="S::muammar@deloitte.com::07dcbb4f-bb6b-49f6-a6ee-effc3502ef67" providerId="AD" clId="Web-{8E0408A4-2FD6-431F-A1D6-1D9AF26B9BAF}" dt="2021-02-23T15:40:31.599" v="5"/>
        <pc:sldMkLst>
          <pc:docMk/>
          <pc:sldMk cId="1126120545" sldId="370"/>
        </pc:sldMkLst>
        <pc:spChg chg="mod">
          <ac:chgData name="Ammar, Muhammad" userId="S::muammar@deloitte.com::07dcbb4f-bb6b-49f6-a6ee-effc3502ef67" providerId="AD" clId="Web-{8E0408A4-2FD6-431F-A1D6-1D9AF26B9BAF}" dt="2021-02-23T15:40:20.833" v="1"/>
          <ac:spMkLst>
            <pc:docMk/>
            <pc:sldMk cId="1126120545" sldId="370"/>
            <ac:spMk id="2" creationId="{C41E8650-028B-4DA7-8A78-9D2F91AC8875}"/>
          </ac:spMkLst>
        </pc:spChg>
        <pc:spChg chg="mod">
          <ac:chgData name="Ammar, Muhammad" userId="S::muammar@deloitte.com::07dcbb4f-bb6b-49f6-a6ee-effc3502ef67" providerId="AD" clId="Web-{8E0408A4-2FD6-431F-A1D6-1D9AF26B9BAF}" dt="2021-02-23T15:40:31.599" v="5"/>
          <ac:spMkLst>
            <pc:docMk/>
            <pc:sldMk cId="1126120545" sldId="370"/>
            <ac:spMk id="5" creationId="{0EBF084F-0D28-4EE3-9BCD-D4271E601211}"/>
          </ac:spMkLst>
        </pc:spChg>
      </pc:sldChg>
      <pc:sldChg chg="modSp">
        <pc:chgData name="Ammar, Muhammad" userId="S::muammar@deloitte.com::07dcbb4f-bb6b-49f6-a6ee-effc3502ef67" providerId="AD" clId="Web-{8E0408A4-2FD6-431F-A1D6-1D9AF26B9BAF}" dt="2021-02-23T15:43:53.384" v="18" actId="20577"/>
        <pc:sldMkLst>
          <pc:docMk/>
          <pc:sldMk cId="3767364715" sldId="698"/>
        </pc:sldMkLst>
        <pc:spChg chg="mod">
          <ac:chgData name="Ammar, Muhammad" userId="S::muammar@deloitte.com::07dcbb4f-bb6b-49f6-a6ee-effc3502ef67" providerId="AD" clId="Web-{8E0408A4-2FD6-431F-A1D6-1D9AF26B9BAF}" dt="2021-02-23T15:41:02.287" v="7" actId="20577"/>
          <ac:spMkLst>
            <pc:docMk/>
            <pc:sldMk cId="3767364715" sldId="698"/>
            <ac:spMk id="2" creationId="{00000000-0000-0000-0000-000000000000}"/>
          </ac:spMkLst>
        </pc:spChg>
        <pc:spChg chg="mod">
          <ac:chgData name="Ammar, Muhammad" userId="S::muammar@deloitte.com::07dcbb4f-bb6b-49f6-a6ee-effc3502ef67" providerId="AD" clId="Web-{8E0408A4-2FD6-431F-A1D6-1D9AF26B9BAF}" dt="2021-02-23T15:43:53.384" v="18" actId="20577"/>
          <ac:spMkLst>
            <pc:docMk/>
            <pc:sldMk cId="3767364715" sldId="698"/>
            <ac:spMk id="50" creationId="{00000000-0000-0000-0000-000000000000}"/>
          </ac:spMkLst>
        </pc:spChg>
      </pc:sldChg>
      <pc:sldChg chg="modSp">
        <pc:chgData name="Ammar, Muhammad" userId="S::muammar@deloitte.com::07dcbb4f-bb6b-49f6-a6ee-effc3502ef67" providerId="AD" clId="Web-{8E0408A4-2FD6-431F-A1D6-1D9AF26B9BAF}" dt="2021-02-23T15:43:13.884" v="17" actId="20577"/>
        <pc:sldMkLst>
          <pc:docMk/>
          <pc:sldMk cId="1328715888" sldId="706"/>
        </pc:sldMkLst>
        <pc:spChg chg="mod">
          <ac:chgData name="Ammar, Muhammad" userId="S::muammar@deloitte.com::07dcbb4f-bb6b-49f6-a6ee-effc3502ef67" providerId="AD" clId="Web-{8E0408A4-2FD6-431F-A1D6-1D9AF26B9BAF}" dt="2021-02-23T15:43:13.884" v="17" actId="20577"/>
          <ac:spMkLst>
            <pc:docMk/>
            <pc:sldMk cId="1328715888" sldId="706"/>
            <ac:spMk id="2" creationId="{D073E2B7-CB33-46B3-9165-31777869A76E}"/>
          </ac:spMkLst>
        </pc:spChg>
      </pc:sldChg>
    </pc:docChg>
  </pc:docChgLst>
  <pc:docChgLst>
    <pc:chgData name="Stanley, Tyler" userId="d6371dd0-4d6e-4dab-9c42-35eda5bffbde" providerId="ADAL" clId="{0DB69966-8B55-4090-8E50-46F720B8405F}"/>
    <pc:docChg chg="undo redo custSel addSld delSld modSld modMainMaster">
      <pc:chgData name="Stanley, Tyler" userId="d6371dd0-4d6e-4dab-9c42-35eda5bffbde" providerId="ADAL" clId="{0DB69966-8B55-4090-8E50-46F720B8405F}" dt="2021-01-19T23:07:49.733" v="2127"/>
      <pc:docMkLst>
        <pc:docMk/>
      </pc:docMkLst>
      <pc:sldChg chg="delSp modSp">
        <pc:chgData name="Stanley, Tyler" userId="d6371dd0-4d6e-4dab-9c42-35eda5bffbde" providerId="ADAL" clId="{0DB69966-8B55-4090-8E50-46F720B8405F}" dt="2021-01-19T23:03:30.468" v="2119" actId="20577"/>
        <pc:sldMkLst>
          <pc:docMk/>
          <pc:sldMk cId="3441885847" sldId="270"/>
        </pc:sldMkLst>
        <pc:spChg chg="mod">
          <ac:chgData name="Stanley, Tyler" userId="d6371dd0-4d6e-4dab-9c42-35eda5bffbde" providerId="ADAL" clId="{0DB69966-8B55-4090-8E50-46F720B8405F}" dt="2021-01-19T14:03:57.597" v="640" actId="20577"/>
          <ac:spMkLst>
            <pc:docMk/>
            <pc:sldMk cId="3441885847" sldId="270"/>
            <ac:spMk id="6" creationId="{739DE8EB-FED8-9540-902A-68501CF27547}"/>
          </ac:spMkLst>
        </pc:spChg>
        <pc:spChg chg="mod">
          <ac:chgData name="Stanley, Tyler" userId="d6371dd0-4d6e-4dab-9c42-35eda5bffbde" providerId="ADAL" clId="{0DB69966-8B55-4090-8E50-46F720B8405F}" dt="2021-01-19T14:05:06.323" v="718" actId="14100"/>
          <ac:spMkLst>
            <pc:docMk/>
            <pc:sldMk cId="3441885847" sldId="270"/>
            <ac:spMk id="67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03:20.628" v="599" actId="20577"/>
          <ac:spMkLst>
            <pc:docMk/>
            <pc:sldMk cId="3441885847" sldId="270"/>
            <ac:spMk id="69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22:46:13.503" v="2085" actId="20577"/>
          <ac:spMkLst>
            <pc:docMk/>
            <pc:sldMk cId="3441885847" sldId="270"/>
            <ac:spMk id="73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01:19.415" v="552" actId="20577"/>
          <ac:spMkLst>
            <pc:docMk/>
            <pc:sldMk cId="3441885847" sldId="270"/>
            <ac:spMk id="74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02:22.740" v="580"/>
          <ac:spMkLst>
            <pc:docMk/>
            <pc:sldMk cId="3441885847" sldId="270"/>
            <ac:spMk id="75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23:03:30.468" v="2119" actId="20577"/>
          <ac:spMkLst>
            <pc:docMk/>
            <pc:sldMk cId="3441885847" sldId="270"/>
            <ac:spMk id="78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02:30.433" v="581"/>
          <ac:spMkLst>
            <pc:docMk/>
            <pc:sldMk cId="3441885847" sldId="270"/>
            <ac:spMk id="79" creationId="{00000000-0000-0000-0000-000000000000}"/>
          </ac:spMkLst>
        </pc:spChg>
        <pc:spChg chg="del">
          <ac:chgData name="Stanley, Tyler" userId="d6371dd0-4d6e-4dab-9c42-35eda5bffbde" providerId="ADAL" clId="{0DB69966-8B55-4090-8E50-46F720B8405F}" dt="2021-01-19T14:04:55.553" v="713" actId="478"/>
          <ac:spMkLst>
            <pc:docMk/>
            <pc:sldMk cId="3441885847" sldId="270"/>
            <ac:spMk id="114" creationId="{FCBCDC1D-3D38-4396-AC29-05C2F377D756}"/>
          </ac:spMkLst>
        </pc:spChg>
      </pc:sldChg>
      <pc:sldChg chg="modSp">
        <pc:chgData name="Stanley, Tyler" userId="d6371dd0-4d6e-4dab-9c42-35eda5bffbde" providerId="ADAL" clId="{0DB69966-8B55-4090-8E50-46F720B8405F}" dt="2021-01-19T13:46:28.321" v="400" actId="1076"/>
        <pc:sldMkLst>
          <pc:docMk/>
          <pc:sldMk cId="1126120545" sldId="370"/>
        </pc:sldMkLst>
        <pc:picChg chg="mod">
          <ac:chgData name="Stanley, Tyler" userId="d6371dd0-4d6e-4dab-9c42-35eda5bffbde" providerId="ADAL" clId="{0DB69966-8B55-4090-8E50-46F720B8405F}" dt="2021-01-19T13:46:28.321" v="400" actId="1076"/>
          <ac:picMkLst>
            <pc:docMk/>
            <pc:sldMk cId="1126120545" sldId="370"/>
            <ac:picMk id="8" creationId="{A7665DED-AE6B-498E-B2EF-EF3708ABD229}"/>
          </ac:picMkLst>
        </pc:picChg>
      </pc:sldChg>
      <pc:sldChg chg="addSp delSp modSp add">
        <pc:chgData name="Stanley, Tyler" userId="d6371dd0-4d6e-4dab-9c42-35eda5bffbde" providerId="ADAL" clId="{0DB69966-8B55-4090-8E50-46F720B8405F}" dt="2021-01-19T14:32:38.845" v="1741" actId="313"/>
        <pc:sldMkLst>
          <pc:docMk/>
          <pc:sldMk cId="3767364715" sldId="698"/>
        </pc:sldMkLst>
        <pc:spChg chg="mod">
          <ac:chgData name="Stanley, Tyler" userId="d6371dd0-4d6e-4dab-9c42-35eda5bffbde" providerId="ADAL" clId="{0DB69966-8B55-4090-8E50-46F720B8405F}" dt="2021-01-19T14:32:38.845" v="1741" actId="313"/>
          <ac:spMkLst>
            <pc:docMk/>
            <pc:sldMk cId="3767364715" sldId="698"/>
            <ac:spMk id="2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12:27.203" v="1111" actId="20577"/>
          <ac:spMkLst>
            <pc:docMk/>
            <pc:sldMk cId="3767364715" sldId="698"/>
            <ac:spMk id="3" creationId="{00000000-0000-0000-0000-000000000000}"/>
          </ac:spMkLst>
        </pc:spChg>
        <pc:spChg chg="add mod">
          <ac:chgData name="Stanley, Tyler" userId="d6371dd0-4d6e-4dab-9c42-35eda5bffbde" providerId="ADAL" clId="{0DB69966-8B55-4090-8E50-46F720B8405F}" dt="2021-01-19T14:20:32.405" v="1249" actId="571"/>
          <ac:spMkLst>
            <pc:docMk/>
            <pc:sldMk cId="3767364715" sldId="698"/>
            <ac:spMk id="16" creationId="{40E1E4DC-A9CF-4CFE-9628-ED743783FD9D}"/>
          </ac:spMkLst>
        </pc:spChg>
        <pc:spChg chg="add mod">
          <ac:chgData name="Stanley, Tyler" userId="d6371dd0-4d6e-4dab-9c42-35eda5bffbde" providerId="ADAL" clId="{0DB69966-8B55-4090-8E50-46F720B8405F}" dt="2021-01-19T14:20:32.405" v="1249" actId="571"/>
          <ac:spMkLst>
            <pc:docMk/>
            <pc:sldMk cId="3767364715" sldId="698"/>
            <ac:spMk id="17" creationId="{4E239088-33A3-4123-97BD-2E5CDDDA2582}"/>
          </ac:spMkLst>
        </pc:spChg>
        <pc:spChg chg="mod">
          <ac:chgData name="Stanley, Tyler" userId="d6371dd0-4d6e-4dab-9c42-35eda5bffbde" providerId="ADAL" clId="{0DB69966-8B55-4090-8E50-46F720B8405F}" dt="2021-01-19T14:29:52.427" v="1609"/>
          <ac:spMkLst>
            <pc:docMk/>
            <pc:sldMk cId="3767364715" sldId="698"/>
            <ac:spMk id="50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28:45.366" v="1562"/>
          <ac:spMkLst>
            <pc:docMk/>
            <pc:sldMk cId="3767364715" sldId="698"/>
            <ac:spMk id="52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27:13.300" v="1539" actId="1076"/>
          <ac:spMkLst>
            <pc:docMk/>
            <pc:sldMk cId="3767364715" sldId="698"/>
            <ac:spMk id="53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31:48.433" v="1715" actId="20577"/>
          <ac:spMkLst>
            <pc:docMk/>
            <pc:sldMk cId="3767364715" sldId="698"/>
            <ac:spMk id="55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28:31.129" v="1550" actId="1076"/>
          <ac:spMkLst>
            <pc:docMk/>
            <pc:sldMk cId="3767364715" sldId="698"/>
            <ac:spMk id="56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28:51.338" v="1574"/>
          <ac:spMkLst>
            <pc:docMk/>
            <pc:sldMk cId="3767364715" sldId="698"/>
            <ac:spMk id="58" creationId="{00000000-0000-0000-0000-000000000000}"/>
          </ac:spMkLst>
        </pc:spChg>
        <pc:spChg chg="del mod">
          <ac:chgData name="Stanley, Tyler" userId="d6371dd0-4d6e-4dab-9c42-35eda5bffbde" providerId="ADAL" clId="{0DB69966-8B55-4090-8E50-46F720B8405F}" dt="2021-01-19T14:20:19.493" v="1245" actId="478"/>
          <ac:spMkLst>
            <pc:docMk/>
            <pc:sldMk cId="3767364715" sldId="698"/>
            <ac:spMk id="59" creationId="{00000000-0000-0000-0000-000000000000}"/>
          </ac:spMkLst>
        </pc:spChg>
        <pc:spChg chg="del">
          <ac:chgData name="Stanley, Tyler" userId="d6371dd0-4d6e-4dab-9c42-35eda5bffbde" providerId="ADAL" clId="{0DB69966-8B55-4090-8E50-46F720B8405F}" dt="2021-01-19T14:20:22.651" v="1247" actId="478"/>
          <ac:spMkLst>
            <pc:docMk/>
            <pc:sldMk cId="3767364715" sldId="698"/>
            <ac:spMk id="61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29:34.574" v="1597" actId="1076"/>
          <ac:spMkLst>
            <pc:docMk/>
            <pc:sldMk cId="3767364715" sldId="698"/>
            <ac:spMk id="65" creationId="{00000000-0000-0000-0000-000000000000}"/>
          </ac:spMkLst>
        </pc:spChg>
        <pc:spChg chg="del">
          <ac:chgData name="Stanley, Tyler" userId="d6371dd0-4d6e-4dab-9c42-35eda5bffbde" providerId="ADAL" clId="{0DB69966-8B55-4090-8E50-46F720B8405F}" dt="2021-01-19T14:20:17.724" v="1243" actId="478"/>
          <ac:spMkLst>
            <pc:docMk/>
            <pc:sldMk cId="3767364715" sldId="698"/>
            <ac:spMk id="67" creationId="{00000000-0000-0000-0000-000000000000}"/>
          </ac:spMkLst>
        </pc:spChg>
        <pc:spChg chg="mod">
          <ac:chgData name="Stanley, Tyler" userId="d6371dd0-4d6e-4dab-9c42-35eda5bffbde" providerId="ADAL" clId="{0DB69966-8B55-4090-8E50-46F720B8405F}" dt="2021-01-19T14:31:19.912" v="1700" actId="313"/>
          <ac:spMkLst>
            <pc:docMk/>
            <pc:sldMk cId="3767364715" sldId="698"/>
            <ac:spMk id="69" creationId="{00000000-0000-0000-0000-000000000000}"/>
          </ac:spMkLst>
        </pc:spChg>
        <pc:spChg chg="del mod">
          <ac:chgData name="Stanley, Tyler" userId="d6371dd0-4d6e-4dab-9c42-35eda5bffbde" providerId="ADAL" clId="{0DB69966-8B55-4090-8E50-46F720B8405F}" dt="2021-01-19T14:20:20.769" v="1246" actId="478"/>
          <ac:spMkLst>
            <pc:docMk/>
            <pc:sldMk cId="3767364715" sldId="698"/>
            <ac:spMk id="71" creationId="{00000000-0000-0000-0000-000000000000}"/>
          </ac:spMkLst>
        </pc:spChg>
      </pc:sldChg>
      <pc:sldChg chg="del">
        <pc:chgData name="Stanley, Tyler" userId="d6371dd0-4d6e-4dab-9c42-35eda5bffbde" providerId="ADAL" clId="{0DB69966-8B55-4090-8E50-46F720B8405F}" dt="2021-01-19T15:02:07.596" v="1760" actId="2696"/>
        <pc:sldMkLst>
          <pc:docMk/>
          <pc:sldMk cId="22589159" sldId="704"/>
        </pc:sldMkLst>
      </pc:sldChg>
      <pc:sldChg chg="del">
        <pc:chgData name="Stanley, Tyler" userId="d6371dd0-4d6e-4dab-9c42-35eda5bffbde" providerId="ADAL" clId="{0DB69966-8B55-4090-8E50-46F720B8405F}" dt="2021-01-19T22:57:53.597" v="2113" actId="2696"/>
        <pc:sldMkLst>
          <pc:docMk/>
          <pc:sldMk cId="1002353915" sldId="705"/>
        </pc:sldMkLst>
      </pc:sldChg>
      <pc:sldChg chg="del">
        <pc:chgData name="Stanley, Tyler" userId="d6371dd0-4d6e-4dab-9c42-35eda5bffbde" providerId="ADAL" clId="{0DB69966-8B55-4090-8E50-46F720B8405F}" dt="2021-01-19T13:40:20.454" v="1" actId="2696"/>
        <pc:sldMkLst>
          <pc:docMk/>
          <pc:sldMk cId="3265075847" sldId="707"/>
        </pc:sldMkLst>
      </pc:sldChg>
      <pc:sldChg chg="delSp modSp add">
        <pc:chgData name="Stanley, Tyler" userId="d6371dd0-4d6e-4dab-9c42-35eda5bffbde" providerId="ADAL" clId="{0DB69966-8B55-4090-8E50-46F720B8405F}" dt="2021-01-19T22:57:06.079" v="2112" actId="207"/>
        <pc:sldMkLst>
          <pc:docMk/>
          <pc:sldMk cId="521688136" sldId="765"/>
        </pc:sldMkLst>
        <pc:spChg chg="mod">
          <ac:chgData name="Stanley, Tyler" userId="d6371dd0-4d6e-4dab-9c42-35eda5bffbde" providerId="ADAL" clId="{0DB69966-8B55-4090-8E50-46F720B8405F}" dt="2021-01-19T14:37:41.945" v="1759" actId="20577"/>
          <ac:spMkLst>
            <pc:docMk/>
            <pc:sldMk cId="521688136" sldId="765"/>
            <ac:spMk id="3" creationId="{9510A51B-281E-4DD0-BCB8-0BB86F46BBAF}"/>
          </ac:spMkLst>
        </pc:spChg>
        <pc:spChg chg="del">
          <ac:chgData name="Stanley, Tyler" userId="d6371dd0-4d6e-4dab-9c42-35eda5bffbde" providerId="ADAL" clId="{0DB69966-8B55-4090-8E50-46F720B8405F}" dt="2021-01-19T15:12:13.224" v="2021" actId="478"/>
          <ac:spMkLst>
            <pc:docMk/>
            <pc:sldMk cId="521688136" sldId="765"/>
            <ac:spMk id="4" creationId="{A1EB6927-E73C-42AA-A1FA-A048AC1E7274}"/>
          </ac:spMkLst>
        </pc:spChg>
        <pc:spChg chg="mod">
          <ac:chgData name="Stanley, Tyler" userId="d6371dd0-4d6e-4dab-9c42-35eda5bffbde" providerId="ADAL" clId="{0DB69966-8B55-4090-8E50-46F720B8405F}" dt="2021-01-19T22:52:25.319" v="2092" actId="207"/>
          <ac:spMkLst>
            <pc:docMk/>
            <pc:sldMk cId="521688136" sldId="765"/>
            <ac:spMk id="100" creationId="{D818A44A-E511-45D4-B2D6-5461597CA302}"/>
          </ac:spMkLst>
        </pc:spChg>
        <pc:spChg chg="mod">
          <ac:chgData name="Stanley, Tyler" userId="d6371dd0-4d6e-4dab-9c42-35eda5bffbde" providerId="ADAL" clId="{0DB69966-8B55-4090-8E50-46F720B8405F}" dt="2021-01-19T22:56:53.356" v="2111" actId="207"/>
          <ac:spMkLst>
            <pc:docMk/>
            <pc:sldMk cId="521688136" sldId="765"/>
            <ac:spMk id="101" creationId="{7AA53DAB-12EB-4497-A3D2-F221665D8D86}"/>
          </ac:spMkLst>
        </pc:spChg>
        <pc:spChg chg="mod">
          <ac:chgData name="Stanley, Tyler" userId="d6371dd0-4d6e-4dab-9c42-35eda5bffbde" providerId="ADAL" clId="{0DB69966-8B55-4090-8E50-46F720B8405F}" dt="2021-01-19T15:03:43.045" v="1785"/>
          <ac:spMkLst>
            <pc:docMk/>
            <pc:sldMk cId="521688136" sldId="765"/>
            <ac:spMk id="105" creationId="{CCCC734A-C57E-410D-B5A5-BC47B8BA63AF}"/>
          </ac:spMkLst>
        </pc:spChg>
        <pc:spChg chg="mod">
          <ac:chgData name="Stanley, Tyler" userId="d6371dd0-4d6e-4dab-9c42-35eda5bffbde" providerId="ADAL" clId="{0DB69966-8B55-4090-8E50-46F720B8405F}" dt="2021-01-19T22:52:32.834" v="2093" actId="207"/>
          <ac:spMkLst>
            <pc:docMk/>
            <pc:sldMk cId="521688136" sldId="765"/>
            <ac:spMk id="110" creationId="{1CC600D2-1B61-42B8-A53D-A0A30767A817}"/>
          </ac:spMkLst>
        </pc:spChg>
        <pc:spChg chg="mod">
          <ac:chgData name="Stanley, Tyler" userId="d6371dd0-4d6e-4dab-9c42-35eda5bffbde" providerId="ADAL" clId="{0DB69966-8B55-4090-8E50-46F720B8405F}" dt="2021-01-19T22:56:47.053" v="2109" actId="207"/>
          <ac:spMkLst>
            <pc:docMk/>
            <pc:sldMk cId="521688136" sldId="765"/>
            <ac:spMk id="111" creationId="{638C9B80-D9F8-4D8D-91B0-36D6AB20E6B8}"/>
          </ac:spMkLst>
        </pc:spChg>
        <pc:spChg chg="mod">
          <ac:chgData name="Stanley, Tyler" userId="d6371dd0-4d6e-4dab-9c42-35eda5bffbde" providerId="ADAL" clId="{0DB69966-8B55-4090-8E50-46F720B8405F}" dt="2021-01-19T22:50:54.559" v="2086" actId="20577"/>
          <ac:spMkLst>
            <pc:docMk/>
            <pc:sldMk cId="521688136" sldId="765"/>
            <ac:spMk id="113" creationId="{043C274B-2C0D-4EF5-9D2D-186BA04A4A62}"/>
          </ac:spMkLst>
        </pc:spChg>
        <pc:spChg chg="mod">
          <ac:chgData name="Stanley, Tyler" userId="d6371dd0-4d6e-4dab-9c42-35eda5bffbde" providerId="ADAL" clId="{0DB69966-8B55-4090-8E50-46F720B8405F}" dt="2021-01-19T22:51:00.461" v="2088" actId="20577"/>
          <ac:spMkLst>
            <pc:docMk/>
            <pc:sldMk cId="521688136" sldId="765"/>
            <ac:spMk id="114" creationId="{27443C9F-6F38-41D1-9AF7-CF5253A53CFD}"/>
          </ac:spMkLst>
        </pc:spChg>
        <pc:spChg chg="mod">
          <ac:chgData name="Stanley, Tyler" userId="d6371dd0-4d6e-4dab-9c42-35eda5bffbde" providerId="ADAL" clId="{0DB69966-8B55-4090-8E50-46F720B8405F}" dt="2021-01-19T22:51:03.778" v="2089" actId="20577"/>
          <ac:spMkLst>
            <pc:docMk/>
            <pc:sldMk cId="521688136" sldId="765"/>
            <ac:spMk id="115" creationId="{F92BC711-077A-4D01-94DA-7128D3D3BB6A}"/>
          </ac:spMkLst>
        </pc:spChg>
        <pc:spChg chg="mod">
          <ac:chgData name="Stanley, Tyler" userId="d6371dd0-4d6e-4dab-9c42-35eda5bffbde" providerId="ADAL" clId="{0DB69966-8B55-4090-8E50-46F720B8405F}" dt="2021-01-19T22:53:54.245" v="2097" actId="207"/>
          <ac:spMkLst>
            <pc:docMk/>
            <pc:sldMk cId="521688136" sldId="765"/>
            <ac:spMk id="119" creationId="{744FF225-4BB4-42B6-ABE2-F4E1036D3532}"/>
          </ac:spMkLst>
        </pc:spChg>
        <pc:spChg chg="mod">
          <ac:chgData name="Stanley, Tyler" userId="d6371dd0-4d6e-4dab-9c42-35eda5bffbde" providerId="ADAL" clId="{0DB69966-8B55-4090-8E50-46F720B8405F}" dt="2021-01-19T22:56:37.238" v="2107" actId="207"/>
          <ac:spMkLst>
            <pc:docMk/>
            <pc:sldMk cId="521688136" sldId="765"/>
            <ac:spMk id="127" creationId="{8700C81D-8B09-45CB-9BA7-46CE17AC84C4}"/>
          </ac:spMkLst>
        </pc:spChg>
        <pc:spChg chg="mod">
          <ac:chgData name="Stanley, Tyler" userId="d6371dd0-4d6e-4dab-9c42-35eda5bffbde" providerId="ADAL" clId="{0DB69966-8B55-4090-8E50-46F720B8405F}" dt="2021-01-19T22:56:29.222" v="2106" actId="207"/>
          <ac:spMkLst>
            <pc:docMk/>
            <pc:sldMk cId="521688136" sldId="765"/>
            <ac:spMk id="128" creationId="{3462ED85-0C05-4CE2-AE44-6035A8D1A9C4}"/>
          </ac:spMkLst>
        </pc:spChg>
        <pc:spChg chg="mod">
          <ac:chgData name="Stanley, Tyler" userId="d6371dd0-4d6e-4dab-9c42-35eda5bffbde" providerId="ADAL" clId="{0DB69966-8B55-4090-8E50-46F720B8405F}" dt="2021-01-19T22:52:12.750" v="2091" actId="207"/>
          <ac:spMkLst>
            <pc:docMk/>
            <pc:sldMk cId="521688136" sldId="765"/>
            <ac:spMk id="141" creationId="{78FD4A15-BB61-4D87-9E87-382B927FB4C9}"/>
          </ac:spMkLst>
        </pc:spChg>
        <pc:spChg chg="mod">
          <ac:chgData name="Stanley, Tyler" userId="d6371dd0-4d6e-4dab-9c42-35eda5bffbde" providerId="ADAL" clId="{0DB69966-8B55-4090-8E50-46F720B8405F}" dt="2021-01-19T22:52:50.758" v="2095" actId="207"/>
          <ac:spMkLst>
            <pc:docMk/>
            <pc:sldMk cId="521688136" sldId="765"/>
            <ac:spMk id="142" creationId="{4BC9A539-3667-4BFE-9E4F-81FA02EFA619}"/>
          </ac:spMkLst>
        </pc:spChg>
        <pc:spChg chg="mod">
          <ac:chgData name="Stanley, Tyler" userId="d6371dd0-4d6e-4dab-9c42-35eda5bffbde" providerId="ADAL" clId="{0DB69966-8B55-4090-8E50-46F720B8405F}" dt="2021-01-19T22:55:55.626" v="2104" actId="207"/>
          <ac:spMkLst>
            <pc:docMk/>
            <pc:sldMk cId="521688136" sldId="765"/>
            <ac:spMk id="144" creationId="{A05F4DB7-700C-4A2E-969D-33283C120EC9}"/>
          </ac:spMkLst>
        </pc:spChg>
        <pc:spChg chg="mod">
          <ac:chgData name="Stanley, Tyler" userId="d6371dd0-4d6e-4dab-9c42-35eda5bffbde" providerId="ADAL" clId="{0DB69966-8B55-4090-8E50-46F720B8405F}" dt="2021-01-19T22:55:12.911" v="2102" actId="1076"/>
          <ac:spMkLst>
            <pc:docMk/>
            <pc:sldMk cId="521688136" sldId="765"/>
            <ac:spMk id="149" creationId="{81AB32D8-1E1F-4805-A285-6CDA13E7FA8B}"/>
          </ac:spMkLst>
        </pc:spChg>
        <pc:spChg chg="mod">
          <ac:chgData name="Stanley, Tyler" userId="d6371dd0-4d6e-4dab-9c42-35eda5bffbde" providerId="ADAL" clId="{0DB69966-8B55-4090-8E50-46F720B8405F}" dt="2021-01-19T22:55:07.005" v="2100" actId="1076"/>
          <ac:spMkLst>
            <pc:docMk/>
            <pc:sldMk cId="521688136" sldId="765"/>
            <ac:spMk id="150" creationId="{37F4D018-52D1-43F5-90FA-FD3489D874A2}"/>
          </ac:spMkLst>
        </pc:spChg>
        <pc:spChg chg="mod">
          <ac:chgData name="Stanley, Tyler" userId="d6371dd0-4d6e-4dab-9c42-35eda5bffbde" providerId="ADAL" clId="{0DB69966-8B55-4090-8E50-46F720B8405F}" dt="2021-01-19T22:57:06.079" v="2112" actId="207"/>
          <ac:spMkLst>
            <pc:docMk/>
            <pc:sldMk cId="521688136" sldId="765"/>
            <ac:spMk id="159" creationId="{3A5E8132-90F6-4363-8253-88158E2CBC05}"/>
          </ac:spMkLst>
        </pc:spChg>
        <pc:grpChg chg="mod">
          <ac:chgData name="Stanley, Tyler" userId="d6371dd0-4d6e-4dab-9c42-35eda5bffbde" providerId="ADAL" clId="{0DB69966-8B55-4090-8E50-46F720B8405F}" dt="2021-01-19T22:56:13.470" v="2105" actId="207"/>
          <ac:grpSpMkLst>
            <pc:docMk/>
            <pc:sldMk cId="521688136" sldId="765"/>
            <ac:grpSpMk id="126" creationId="{A6664128-FFF9-4B21-8A4E-12599E521DD0}"/>
          </ac:grpSpMkLst>
        </pc:grpChg>
      </pc:sldChg>
      <pc:sldChg chg="add">
        <pc:chgData name="Stanley, Tyler" userId="d6371dd0-4d6e-4dab-9c42-35eda5bffbde" providerId="ADAL" clId="{0DB69966-8B55-4090-8E50-46F720B8405F}" dt="2021-01-19T23:07:36.397" v="2126"/>
        <pc:sldMkLst>
          <pc:docMk/>
          <pc:sldMk cId="794367776" sldId="766"/>
        </pc:sldMkLst>
      </pc:sldChg>
      <pc:sldChg chg="add">
        <pc:chgData name="Stanley, Tyler" userId="d6371dd0-4d6e-4dab-9c42-35eda5bffbde" providerId="ADAL" clId="{0DB69966-8B55-4090-8E50-46F720B8405F}" dt="2021-01-19T23:07:49.733" v="2127"/>
        <pc:sldMkLst>
          <pc:docMk/>
          <pc:sldMk cId="228936000" sldId="767"/>
        </pc:sldMkLst>
      </pc:sldChg>
      <pc:sldMasterChg chg="addSp delSp modSp delSldLayout modSldLayout">
        <pc:chgData name="Stanley, Tyler" userId="d6371dd0-4d6e-4dab-9c42-35eda5bffbde" providerId="ADAL" clId="{0DB69966-8B55-4090-8E50-46F720B8405F}" dt="2021-01-19T23:07:01.377" v="2125"/>
        <pc:sldMasterMkLst>
          <pc:docMk/>
          <pc:sldMasterMk cId="0" sldId="2147483648"/>
        </pc:sldMasterMkLst>
        <pc:spChg chg="add">
          <ac:chgData name="Stanley, Tyler" userId="d6371dd0-4d6e-4dab-9c42-35eda5bffbde" providerId="ADAL" clId="{0DB69966-8B55-4090-8E50-46F720B8405F}" dt="2021-01-19T23:07:01.377" v="2125"/>
          <ac:spMkLst>
            <pc:docMk/>
            <pc:sldMasterMk cId="0" sldId="2147483648"/>
            <ac:spMk id="8" creationId="{6F1B2621-2E8C-49D2-BDA3-F4D56943AB27}"/>
          </ac:spMkLst>
        </pc:spChg>
        <pc:spChg chg="del mod">
          <ac:chgData name="Stanley, Tyler" userId="d6371dd0-4d6e-4dab-9c42-35eda5bffbde" providerId="ADAL" clId="{0DB69966-8B55-4090-8E50-46F720B8405F}" dt="2021-01-19T23:04:43.766" v="2121" actId="478"/>
          <ac:spMkLst>
            <pc:docMk/>
            <pc:sldMasterMk cId="0" sldId="2147483648"/>
            <ac:spMk id="10" creationId="{00000000-0000-0000-0000-000000000000}"/>
          </ac:spMkLst>
        </pc:spChg>
        <pc:spChg chg="del">
          <ac:chgData name="Stanley, Tyler" userId="d6371dd0-4d6e-4dab-9c42-35eda5bffbde" providerId="ADAL" clId="{0DB69966-8B55-4090-8E50-46F720B8405F}" dt="2021-01-19T23:04:46.218" v="2122" actId="478"/>
          <ac:spMkLst>
            <pc:docMk/>
            <pc:sldMasterMk cId="0" sldId="2147483648"/>
            <ac:spMk id="12" creationId="{00000000-0000-0000-0000-000000000000}"/>
          </ac:spMkLst>
        </pc:spChg>
        <pc:sldLayoutChg chg="delSp">
          <pc:chgData name="Stanley, Tyler" userId="d6371dd0-4d6e-4dab-9c42-35eda5bffbde" providerId="ADAL" clId="{0DB69966-8B55-4090-8E50-46F720B8405F}" dt="2021-01-19T23:05:07.172" v="2124" actId="478"/>
          <pc:sldLayoutMkLst>
            <pc:docMk/>
            <pc:sldMasterMk cId="0" sldId="2147483648"/>
            <pc:sldLayoutMk cId="2522486704" sldId="2147483711"/>
          </pc:sldLayoutMkLst>
          <pc:spChg chg="del">
            <ac:chgData name="Stanley, Tyler" userId="d6371dd0-4d6e-4dab-9c42-35eda5bffbde" providerId="ADAL" clId="{0DB69966-8B55-4090-8E50-46F720B8405F}" dt="2021-01-19T23:05:06.062" v="2123" actId="478"/>
            <ac:spMkLst>
              <pc:docMk/>
              <pc:sldMasterMk cId="0" sldId="2147483648"/>
              <pc:sldLayoutMk cId="2522486704" sldId="2147483711"/>
              <ac:spMk id="14" creationId="{00000000-0000-0000-0000-000000000000}"/>
            </ac:spMkLst>
          </pc:spChg>
          <pc:spChg chg="del">
            <ac:chgData name="Stanley, Tyler" userId="d6371dd0-4d6e-4dab-9c42-35eda5bffbde" providerId="ADAL" clId="{0DB69966-8B55-4090-8E50-46F720B8405F}" dt="2021-01-19T23:05:07.172" v="2124" actId="478"/>
            <ac:spMkLst>
              <pc:docMk/>
              <pc:sldMasterMk cId="0" sldId="2147483648"/>
              <pc:sldLayoutMk cId="2522486704" sldId="2147483711"/>
              <ac:spMk id="16" creationId="{00000000-0000-0000-0000-000000000000}"/>
            </ac:spMkLst>
          </pc:spChg>
        </pc:sldLayoutChg>
        <pc:sldLayoutChg chg="del">
          <pc:chgData name="Stanley, Tyler" userId="d6371dd0-4d6e-4dab-9c42-35eda5bffbde" providerId="ADAL" clId="{0DB69966-8B55-4090-8E50-46F720B8405F}" dt="2021-01-19T15:02:07.596" v="1761" actId="2696"/>
          <pc:sldLayoutMkLst>
            <pc:docMk/>
            <pc:sldMasterMk cId="0" sldId="2147483648"/>
            <pc:sldLayoutMk cId="1754780983" sldId="2147483758"/>
          </pc:sldLayoutMkLst>
        </pc:sldLayoutChg>
      </pc:sldMasterChg>
    </pc:docChg>
  </pc:docChgLst>
  <pc:docChgLst>
    <pc:chgData name="Stanley, Tyler" userId="S::tystanley@deloitte.com::d6371dd0-4d6e-4dab-9c42-35eda5bffbde" providerId="AD" clId="Web-{881BA13B-D79F-47DC-9B3C-00A666EC39E7}"/>
    <pc:docChg chg="modSld">
      <pc:chgData name="Stanley, Tyler" userId="S::tystanley@deloitte.com::d6371dd0-4d6e-4dab-9c42-35eda5bffbde" providerId="AD" clId="Web-{881BA13B-D79F-47DC-9B3C-00A666EC39E7}" dt="2021-02-22T22:40:51.682" v="3" actId="20577"/>
      <pc:docMkLst>
        <pc:docMk/>
      </pc:docMkLst>
      <pc:sldChg chg="modSp">
        <pc:chgData name="Stanley, Tyler" userId="S::tystanley@deloitte.com::d6371dd0-4d6e-4dab-9c42-35eda5bffbde" providerId="AD" clId="Web-{881BA13B-D79F-47DC-9B3C-00A666EC39E7}" dt="2021-02-22T22:40:51.682" v="3" actId="20577"/>
        <pc:sldMkLst>
          <pc:docMk/>
          <pc:sldMk cId="1328715888" sldId="706"/>
        </pc:sldMkLst>
        <pc:spChg chg="mod">
          <ac:chgData name="Stanley, Tyler" userId="S::tystanley@deloitte.com::d6371dd0-4d6e-4dab-9c42-35eda5bffbde" providerId="AD" clId="Web-{881BA13B-D79F-47DC-9B3C-00A666EC39E7}" dt="2021-02-22T22:40:51.682" v="3" actId="20577"/>
          <ac:spMkLst>
            <pc:docMk/>
            <pc:sldMk cId="1328715888" sldId="706"/>
            <ac:spMk id="2" creationId="{D073E2B7-CB33-46B3-9165-31777869A76E}"/>
          </ac:spMkLst>
        </pc:spChg>
      </pc:sldChg>
    </pc:docChg>
  </pc:docChgLst>
  <pc:docChgLst>
    <pc:chgData name="Stanley, Tyler" userId="S::tystanley@deloitte.com::d6371dd0-4d6e-4dab-9c42-35eda5bffbde" providerId="AD" clId="Web-{9C76FFC0-23B4-450D-A6AA-8536F67F7C11}"/>
    <pc:docChg chg="modSld">
      <pc:chgData name="Stanley, Tyler" userId="S::tystanley@deloitte.com::d6371dd0-4d6e-4dab-9c42-35eda5bffbde" providerId="AD" clId="Web-{9C76FFC0-23B4-450D-A6AA-8536F67F7C11}" dt="2021-01-12T22:27:25.365" v="51" actId="20577"/>
      <pc:docMkLst>
        <pc:docMk/>
      </pc:docMkLst>
      <pc:sldChg chg="addSp delSp modSp">
        <pc:chgData name="Stanley, Tyler" userId="S::tystanley@deloitte.com::d6371dd0-4d6e-4dab-9c42-35eda5bffbde" providerId="AD" clId="Web-{9C76FFC0-23B4-450D-A6AA-8536F67F7C11}" dt="2021-01-12T22:27:25.365" v="51" actId="20577"/>
        <pc:sldMkLst>
          <pc:docMk/>
          <pc:sldMk cId="3441885847" sldId="270"/>
        </pc:sldMkLst>
        <pc:spChg chg="add del mod">
          <ac:chgData name="Stanley, Tyler" userId="S::tystanley@deloitte.com::d6371dd0-4d6e-4dab-9c42-35eda5bffbde" providerId="AD" clId="Web-{9C76FFC0-23B4-450D-A6AA-8536F67F7C11}" dt="2021-01-12T22:25:18.908" v="34" actId="20577"/>
          <ac:spMkLst>
            <pc:docMk/>
            <pc:sldMk cId="3441885847" sldId="270"/>
            <ac:spMk id="73" creationId="{00000000-0000-0000-0000-000000000000}"/>
          </ac:spMkLst>
        </pc:spChg>
        <pc:spChg chg="mod">
          <ac:chgData name="Stanley, Tyler" userId="S::tystanley@deloitte.com::d6371dd0-4d6e-4dab-9c42-35eda5bffbde" providerId="AD" clId="Web-{9C76FFC0-23B4-450D-A6AA-8536F67F7C11}" dt="2021-01-12T22:27:25.365" v="51" actId="20577"/>
          <ac:spMkLst>
            <pc:docMk/>
            <pc:sldMk cId="3441885847" sldId="270"/>
            <ac:spMk id="75" creationId="{00000000-0000-0000-0000-000000000000}"/>
          </ac:spMkLst>
        </pc:spChg>
        <pc:spChg chg="mod">
          <ac:chgData name="Stanley, Tyler" userId="S::tystanley@deloitte.com::d6371dd0-4d6e-4dab-9c42-35eda5bffbde" providerId="AD" clId="Web-{9C76FFC0-23B4-450D-A6AA-8536F67F7C11}" dt="2021-01-12T22:25:44.846" v="48" actId="20577"/>
          <ac:spMkLst>
            <pc:docMk/>
            <pc:sldMk cId="3441885847" sldId="270"/>
            <ac:spMk id="78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2/23/2021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2/23/2021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3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548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8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2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3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9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 dirty="0">
                <a:solidFill>
                  <a:schemeClr val="bg1"/>
                </a:solidFill>
              </a:rPr>
              <a:t>Presentation title</a:t>
            </a:r>
            <a:br>
              <a:rPr lang="en-US" sz="650" noProof="0" dirty="0">
                <a:solidFill>
                  <a:schemeClr val="bg1"/>
                </a:solidFill>
              </a:rPr>
            </a:br>
            <a:r>
              <a:rPr lang="en-US" sz="650" noProof="0" dirty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2019 Deloitte Development LLC. All rights reserved.</a:t>
            </a:r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12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think-cell Slide" r:id="rId45" imgW="270" imgH="270" progId="TCLayout.ActiveDocument.1">
                  <p:embed/>
                </p:oleObj>
              </mc:Choice>
              <mc:Fallback>
                <p:oleObj name="think-cell Slide" r:id="rId45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  <a:endParaRPr lang="en-US" sz="650" b="0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B2621-2E8C-49D2-BDA3-F4D56943AB27}"/>
              </a:ext>
            </a:extLst>
          </p:cNvPr>
          <p:cNvSpPr txBox="1"/>
          <p:nvPr userDrawn="1"/>
        </p:nvSpPr>
        <p:spPr>
          <a:xfrm>
            <a:off x="11414125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  <p:sldLayoutId id="2147483757" r:id="rId41"/>
  </p:sldLayoutIdLst>
  <p:transition>
    <p:fade/>
  </p:transition>
  <p:hf hdr="0" ft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bigdata.com/2018/03/28/data-scientists-guide-communicating-results/" TargetMode="External"/><Relationship Id="rId2" Type="http://schemas.openxmlformats.org/officeDocument/2006/relationships/hyperlink" Target="https://www.linkedin.com/learning/public-speaking-foundations-2/deliver-a-great-presentation?u=1504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towardsdatascience.com/how-to-communicate-clearly-about-machine-learning-8731e4d1cd4c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" r="15"/>
          <a:stretch>
            <a:fillRect/>
          </a:stretch>
        </p:blipFill>
        <p:spPr/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6F979740-C439-45CC-A44C-B5D6FE4D18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 anchorCtr="0"/>
          <a:lstStyle/>
          <a:p>
            <a:r>
              <a:rPr lang="en-US" dirty="0"/>
              <a:t>Machine Learning: Communicating Machine Learning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92645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41E8650-028B-4DA7-8A78-9D2F91AC8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200" y="1094840"/>
            <a:ext cx="5592011" cy="505645"/>
          </a:xfrm>
        </p:spPr>
        <p:txBody>
          <a:bodyPr/>
          <a:lstStyle/>
          <a:p>
            <a:r>
              <a:rPr lang="en-US" sz="2800" dirty="0"/>
              <a:t>Agenda</a:t>
            </a:r>
            <a:endParaRPr lang="en-US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F084F-0D28-4EE3-9BCD-D4271E601211}"/>
              </a:ext>
            </a:extLst>
          </p:cNvPr>
          <p:cNvSpPr/>
          <p:nvPr/>
        </p:nvSpPr>
        <p:spPr>
          <a:xfrm>
            <a:off x="475200" y="1525912"/>
            <a:ext cx="8262400" cy="3069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Identify &amp; Analyze Audience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Case Study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Common Mistakes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Best Practices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Additional Resources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65DED-AE6B-498E-B2EF-EF3708AB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917" y="1187395"/>
            <a:ext cx="4970890" cy="497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2054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E2E0-68CE-470A-9FA8-AF5F2824C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Identify &amp; Analyze Audience</a:t>
            </a:r>
          </a:p>
        </p:txBody>
      </p:sp>
    </p:spTree>
    <p:extLst>
      <p:ext uri="{BB962C8B-B14F-4D97-AF65-F5344CB8AC3E}">
        <p14:creationId xmlns:p14="http://schemas.microsoft.com/office/powerpoint/2010/main" val="179104977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69900" y="785326"/>
            <a:ext cx="11252200" cy="75725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Before presenting your results, you must identify and evaluate your audience and their familiarity with the techniques used to solve their business problem. 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to Ask About Audience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634" y="2276833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b="1" dirty="0">
                <a:solidFill>
                  <a:schemeClr val="accent3"/>
                </a:solidFill>
              </a:rPr>
              <a:t>Who is your audience?</a:t>
            </a:r>
          </a:p>
          <a:p>
            <a:r>
              <a:rPr lang="en-GB" sz="1600" dirty="0">
                <a:solidFill>
                  <a:srgbClr val="53565A"/>
                </a:solidFill>
              </a:rPr>
              <a:t>By identifying your audience, you can tailor your results to best fit their perspective, interests, and technical expertise.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844" y="3826558"/>
            <a:ext cx="2153517" cy="1354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1333" y="2351008"/>
            <a:ext cx="2051428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 dirty="0">
                <a:solidFill>
                  <a:schemeClr val="accent3"/>
                </a:solidFill>
              </a:rPr>
              <a:t>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63697" y="390335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 dirty="0">
                <a:solidFill>
                  <a:schemeClr val="tx2">
                    <a:lumMod val="75000"/>
                  </a:schemeClr>
                </a:solidFill>
              </a:rPr>
              <a:t>How familiar are they with machine learning techniques? </a:t>
            </a:r>
          </a:p>
          <a:p>
            <a:r>
              <a:rPr lang="en-GB" sz="1600" dirty="0">
                <a:solidFill>
                  <a:srgbClr val="53565A"/>
                </a:solidFill>
              </a:rPr>
              <a:t>Their level of expertise can determine how much detail to provide about the processes used to achieve the results.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26244" y="3826558"/>
            <a:ext cx="2153518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 dirty="0">
                <a:solidFill>
                  <a:schemeClr val="tx2">
                    <a:lumMod val="75000"/>
                  </a:schemeClr>
                </a:solidFill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26244" y="2195983"/>
            <a:ext cx="2153517" cy="1354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buSzPct val="100000"/>
            </a:pPr>
            <a:r>
              <a:rPr lang="en-GB" sz="8800" dirty="0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635" y="390335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 dirty="0">
                <a:solidFill>
                  <a:schemeClr val="accent2"/>
                </a:solidFill>
              </a:rPr>
              <a:t>What does your audience care about?</a:t>
            </a:r>
          </a:p>
          <a:p>
            <a:r>
              <a:rPr lang="en-GB" sz="1600" dirty="0">
                <a:solidFill>
                  <a:srgbClr val="53565A"/>
                </a:solidFill>
              </a:rPr>
              <a:t>Ask what the business impact is that your audience would like to see as a result of the model created.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3698" y="2281140"/>
            <a:ext cx="4083622" cy="1493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How much detail do they want? </a:t>
            </a:r>
          </a:p>
          <a:p>
            <a:r>
              <a:rPr lang="en-GB" sz="1600" dirty="0">
                <a:solidFill>
                  <a:srgbClr val="53565A"/>
                </a:solidFill>
              </a:rPr>
              <a:t>Based on their level of expertise, alter your visuals, language, and recommendations to effectively communicate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37673647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311218458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EEDD96-7C82-4DE7-8CC6-4185C34DB7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360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34141832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6BAC33-0E17-A443-A36A-FE8E979162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When communicating the results of your machine learning technique it is important to </a:t>
            </a:r>
            <a:r>
              <a:rPr lang="en-US"/>
              <a:t>avoid a few things that take away from delivering a clear and concise message.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10A51B-281E-4DD0-BCB8-0BB86F46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D818A44A-E511-45D4-B2D6-5461597CA302}"/>
              </a:ext>
            </a:extLst>
          </p:cNvPr>
          <p:cNvSpPr/>
          <p:nvPr/>
        </p:nvSpPr>
        <p:spPr bwMode="gray">
          <a:xfrm>
            <a:off x="9562100" y="4110074"/>
            <a:ext cx="2160000" cy="5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7AA53DAB-12EB-4497-A3D2-F221665D8D86}"/>
              </a:ext>
            </a:extLst>
          </p:cNvPr>
          <p:cNvSpPr/>
          <p:nvPr/>
        </p:nvSpPr>
        <p:spPr bwMode="gray">
          <a:xfrm>
            <a:off x="2742950" y="4110074"/>
            <a:ext cx="2160000" cy="5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5" name="Rectangle 4">
            <a:extLst>
              <a:ext uri="{FF2B5EF4-FFF2-40B4-BE49-F238E27FC236}">
                <a16:creationId xmlns:a16="http://schemas.microsoft.com/office/drawing/2014/main" id="{CCCC734A-C57E-410D-B5A5-BC47B8BA63AF}"/>
              </a:ext>
            </a:extLst>
          </p:cNvPr>
          <p:cNvSpPr/>
          <p:nvPr/>
        </p:nvSpPr>
        <p:spPr bwMode="gray">
          <a:xfrm>
            <a:off x="444454" y="4110074"/>
            <a:ext cx="2160000" cy="5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3D2F90D7-A13A-4887-A373-3BE0BEC51615}"/>
              </a:ext>
            </a:extLst>
          </p:cNvPr>
          <p:cNvSpPr/>
          <p:nvPr/>
        </p:nvSpPr>
        <p:spPr bwMode="gray">
          <a:xfrm>
            <a:off x="5016000" y="4110074"/>
            <a:ext cx="2160000" cy="5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08" name="Rectangle 5">
            <a:extLst>
              <a:ext uri="{FF2B5EF4-FFF2-40B4-BE49-F238E27FC236}">
                <a16:creationId xmlns:a16="http://schemas.microsoft.com/office/drawing/2014/main" id="{29EF69E9-7F38-4B85-9F75-DB513DB8A8DA}"/>
              </a:ext>
            </a:extLst>
          </p:cNvPr>
          <p:cNvSpPr/>
          <p:nvPr/>
        </p:nvSpPr>
        <p:spPr bwMode="gray">
          <a:xfrm>
            <a:off x="7289050" y="4110074"/>
            <a:ext cx="2160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1CC600D2-1B61-42B8-A53D-A0A30767A817}"/>
              </a:ext>
            </a:extLst>
          </p:cNvPr>
          <p:cNvSpPr txBox="1">
            <a:spLocks/>
          </p:cNvSpPr>
          <p:nvPr/>
        </p:nvSpPr>
        <p:spPr bwMode="gray">
          <a:xfrm>
            <a:off x="9562100" y="3190700"/>
            <a:ext cx="2160000" cy="2131413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lvl="1" algn="ctr" defTabSz="914400">
              <a:defRPr/>
            </a:pPr>
            <a:r>
              <a:rPr lang="en-US" sz="1600" dirty="0">
                <a:solidFill>
                  <a:schemeClr val="accent3"/>
                </a:solidFill>
              </a:rPr>
              <a:t>Selecting the Wrong Visuals</a:t>
            </a:r>
            <a:br>
              <a:rPr lang="en-US" sz="1600" dirty="0">
                <a:solidFill>
                  <a:schemeClr val="accent3"/>
                </a:solidFill>
              </a:rPr>
            </a:br>
            <a:endParaRPr lang="en-US" sz="1600" dirty="0">
              <a:solidFill>
                <a:schemeClr val="accent3"/>
              </a:solidFill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1" name="Text Placeholder 3">
            <a:extLst>
              <a:ext uri="{FF2B5EF4-FFF2-40B4-BE49-F238E27FC236}">
                <a16:creationId xmlns:a16="http://schemas.microsoft.com/office/drawing/2014/main" id="{638C9B80-D9F8-4D8D-91B0-36D6AB20E6B8}"/>
              </a:ext>
            </a:extLst>
          </p:cNvPr>
          <p:cNvSpPr txBox="1">
            <a:spLocks/>
          </p:cNvSpPr>
          <p:nvPr/>
        </p:nvSpPr>
        <p:spPr bwMode="gray">
          <a:xfrm>
            <a:off x="2742950" y="3190700"/>
            <a:ext cx="2160000" cy="1546638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+mn-cs"/>
              </a:rPr>
              <a:t>Omitting Key Details</a:t>
            </a:r>
          </a:p>
        </p:txBody>
      </p:sp>
      <p:sp>
        <p:nvSpPr>
          <p:cNvPr id="113" name="Text Placeholder 3">
            <a:extLst>
              <a:ext uri="{FF2B5EF4-FFF2-40B4-BE49-F238E27FC236}">
                <a16:creationId xmlns:a16="http://schemas.microsoft.com/office/drawing/2014/main" id="{043C274B-2C0D-4EF5-9D2D-186BA04A4A62}"/>
              </a:ext>
            </a:extLst>
          </p:cNvPr>
          <p:cNvSpPr txBox="1">
            <a:spLocks/>
          </p:cNvSpPr>
          <p:nvPr/>
        </p:nvSpPr>
        <p:spPr bwMode="gray">
          <a:xfrm>
            <a:off x="469900" y="3190700"/>
            <a:ext cx="2160000" cy="2131413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8390"/>
                </a:solidFill>
                <a:effectLst/>
                <a:uLnTx/>
                <a:uFillTx/>
                <a:ea typeface="+mn-ea"/>
                <a:cs typeface="+mn-cs"/>
              </a:rPr>
              <a:t>Visuals Without Explanation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D8390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D839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4" name="Text Placeholder 3">
            <a:extLst>
              <a:ext uri="{FF2B5EF4-FFF2-40B4-BE49-F238E27FC236}">
                <a16:creationId xmlns:a16="http://schemas.microsoft.com/office/drawing/2014/main" id="{27443C9F-6F38-41D1-9AF7-CF5253A53CFD}"/>
              </a:ext>
            </a:extLst>
          </p:cNvPr>
          <p:cNvSpPr txBox="1">
            <a:spLocks/>
          </p:cNvSpPr>
          <p:nvPr/>
        </p:nvSpPr>
        <p:spPr bwMode="gray">
          <a:xfrm>
            <a:off x="5016000" y="3190700"/>
            <a:ext cx="2160000" cy="2039080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600" dirty="0">
                <a:solidFill>
                  <a:schemeClr val="accent6"/>
                </a:solidFill>
              </a:rPr>
              <a:t>Under/Over Explaining Processes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5" name="Text Placeholder 3">
            <a:extLst>
              <a:ext uri="{FF2B5EF4-FFF2-40B4-BE49-F238E27FC236}">
                <a16:creationId xmlns:a16="http://schemas.microsoft.com/office/drawing/2014/main" id="{F92BC711-077A-4D01-94DA-7128D3D3BB6A}"/>
              </a:ext>
            </a:extLst>
          </p:cNvPr>
          <p:cNvSpPr txBox="1">
            <a:spLocks/>
          </p:cNvSpPr>
          <p:nvPr/>
        </p:nvSpPr>
        <p:spPr bwMode="gray">
          <a:xfrm>
            <a:off x="7289050" y="3190700"/>
            <a:ext cx="2160000" cy="1792859"/>
          </a:xfrm>
          <a:prstGeom prst="rect">
            <a:avLst/>
          </a:prstGeom>
          <a:ln>
            <a:noFill/>
          </a:ln>
        </p:spPr>
        <p:txBody>
          <a:bodyPr vert="horz" lIns="0" tIns="1044000" rIns="0" bIns="0" rtlCol="0" anchor="t">
            <a:spAutoFit/>
          </a:bodyPr>
          <a:lstStyle>
            <a:defPPr>
              <a:defRPr lang="en-US"/>
            </a:defPPr>
            <a:lvl2pPr marL="0" lvl="1">
              <a:spcBef>
                <a:spcPts val="1200"/>
              </a:spcBef>
              <a:buSzPct val="100000"/>
              <a:defRPr sz="1200" b="1">
                <a:solidFill>
                  <a:schemeClr val="accent1"/>
                </a:solidFill>
              </a:defRPr>
            </a:lvl2pPr>
          </a:lstStyle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ea typeface="+mn-ea"/>
                <a:cs typeface="+mn-cs"/>
              </a:rPr>
              <a:t>Avoiding Audience Feedback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86BC25"/>
                </a:solidFill>
                <a:effectLst/>
                <a:uLnTx/>
                <a:uFillTx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4EDFEF8-557F-49C3-A558-7FE3B642AC34}"/>
              </a:ext>
            </a:extLst>
          </p:cNvPr>
          <p:cNvSpPr/>
          <p:nvPr/>
        </p:nvSpPr>
        <p:spPr bwMode="gray">
          <a:xfrm>
            <a:off x="9135969" y="2890478"/>
            <a:ext cx="776455" cy="77889"/>
          </a:xfrm>
          <a:prstGeom prst="rect">
            <a:avLst/>
          </a:prstGeom>
          <a:gradFill>
            <a:gsLst>
              <a:gs pos="16000">
                <a:schemeClr val="accent1"/>
              </a:gs>
              <a:gs pos="83000">
                <a:schemeClr val="bg2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44FF225-4BB4-42B6-ABE2-F4E1036D3532}"/>
              </a:ext>
            </a:extLst>
          </p:cNvPr>
          <p:cNvSpPr/>
          <p:nvPr/>
        </p:nvSpPr>
        <p:spPr bwMode="gray">
          <a:xfrm>
            <a:off x="2208561" y="2890479"/>
            <a:ext cx="908821" cy="77889"/>
          </a:xfrm>
          <a:prstGeom prst="rect">
            <a:avLst/>
          </a:prstGeom>
          <a:gradFill>
            <a:gsLst>
              <a:gs pos="17000">
                <a:schemeClr val="accent5"/>
              </a:gs>
              <a:gs pos="83000">
                <a:srgbClr val="046A38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3EC2A19-030D-4F6D-AAE3-0638CADC878A}"/>
              </a:ext>
            </a:extLst>
          </p:cNvPr>
          <p:cNvGrpSpPr/>
          <p:nvPr/>
        </p:nvGrpSpPr>
        <p:grpSpPr>
          <a:xfrm>
            <a:off x="708570" y="1758004"/>
            <a:ext cx="1598523" cy="2005765"/>
            <a:chOff x="2055768" y="1602865"/>
            <a:chExt cx="1598523" cy="2005765"/>
          </a:xfrm>
        </p:grpSpPr>
        <p:sp>
          <p:nvSpPr>
            <p:cNvPr id="122" name="Teardrop 121">
              <a:extLst>
                <a:ext uri="{FF2B5EF4-FFF2-40B4-BE49-F238E27FC236}">
                  <a16:creationId xmlns:a16="http://schemas.microsoft.com/office/drawing/2014/main" id="{36921185-60E3-4E47-9B80-4E6E488065D9}"/>
                </a:ext>
              </a:extLst>
            </p:cNvPr>
            <p:cNvSpPr/>
            <p:nvPr/>
          </p:nvSpPr>
          <p:spPr bwMode="gray">
            <a:xfrm rot="8100000">
              <a:off x="2103109" y="1602865"/>
              <a:ext cx="1503841" cy="1503844"/>
            </a:xfrm>
            <a:prstGeom prst="teardrop">
              <a:avLst/>
            </a:pr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3" name="Freeform 23">
              <a:extLst>
                <a:ext uri="{FF2B5EF4-FFF2-40B4-BE49-F238E27FC236}">
                  <a16:creationId xmlns:a16="http://schemas.microsoft.com/office/drawing/2014/main" id="{63543E58-773F-4ECC-AE41-B64295829B6E}"/>
                </a:ext>
              </a:extLst>
            </p:cNvPr>
            <p:cNvSpPr/>
            <p:nvPr/>
          </p:nvSpPr>
          <p:spPr bwMode="gray">
            <a:xfrm>
              <a:off x="2055768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5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21DCB89-68EB-4171-B7ED-C7750D1C6101}"/>
                </a:ext>
              </a:extLst>
            </p:cNvPr>
            <p:cNvSpPr/>
            <p:nvPr/>
          </p:nvSpPr>
          <p:spPr bwMode="gray">
            <a:xfrm>
              <a:off x="2303206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6664128-FFF9-4B21-8A4E-12599E521DD0}"/>
              </a:ext>
            </a:extLst>
          </p:cNvPr>
          <p:cNvGrpSpPr/>
          <p:nvPr/>
        </p:nvGrpSpPr>
        <p:grpSpPr>
          <a:xfrm>
            <a:off x="3046743" y="1758004"/>
            <a:ext cx="1598523" cy="2005765"/>
            <a:chOff x="3622989" y="1602865"/>
            <a:chExt cx="1598523" cy="2005765"/>
          </a:xfrm>
        </p:grpSpPr>
        <p:sp>
          <p:nvSpPr>
            <p:cNvPr id="127" name="Teardrop 126">
              <a:extLst>
                <a:ext uri="{FF2B5EF4-FFF2-40B4-BE49-F238E27FC236}">
                  <a16:creationId xmlns:a16="http://schemas.microsoft.com/office/drawing/2014/main" id="{8700C81D-8B09-45CB-9BA7-46CE17AC84C4}"/>
                </a:ext>
              </a:extLst>
            </p:cNvPr>
            <p:cNvSpPr/>
            <p:nvPr/>
          </p:nvSpPr>
          <p:spPr bwMode="gray">
            <a:xfrm rot="8100000">
              <a:off x="3670329" y="1602865"/>
              <a:ext cx="1503841" cy="1503844"/>
            </a:xfrm>
            <a:prstGeom prst="teardrop">
              <a:avLst/>
            </a:prstGeom>
            <a:solidFill>
              <a:schemeClr val="accent2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" name="Freeform 27">
              <a:extLst>
                <a:ext uri="{FF2B5EF4-FFF2-40B4-BE49-F238E27FC236}">
                  <a16:creationId xmlns:a16="http://schemas.microsoft.com/office/drawing/2014/main" id="{3462ED85-0C05-4CE2-AE44-6035A8D1A9C4}"/>
                </a:ext>
              </a:extLst>
            </p:cNvPr>
            <p:cNvSpPr/>
            <p:nvPr/>
          </p:nvSpPr>
          <p:spPr bwMode="gray">
            <a:xfrm>
              <a:off x="3622989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2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FD0DB57-AC18-4EF1-907F-BF455E79E8D1}"/>
                </a:ext>
              </a:extLst>
            </p:cNvPr>
            <p:cNvSpPr/>
            <p:nvPr/>
          </p:nvSpPr>
          <p:spPr bwMode="gray">
            <a:xfrm>
              <a:off x="3862715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46A38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5416F2C-AE2C-4787-B0F9-06E24C1BCA16}"/>
              </a:ext>
            </a:extLst>
          </p:cNvPr>
          <p:cNvGrpSpPr/>
          <p:nvPr/>
        </p:nvGrpSpPr>
        <p:grpSpPr>
          <a:xfrm>
            <a:off x="5254368" y="1758004"/>
            <a:ext cx="1598523" cy="2005765"/>
            <a:chOff x="5190209" y="1602865"/>
            <a:chExt cx="1598523" cy="2005765"/>
          </a:xfrm>
        </p:grpSpPr>
        <p:sp>
          <p:nvSpPr>
            <p:cNvPr id="131" name="Teardrop 130">
              <a:extLst>
                <a:ext uri="{FF2B5EF4-FFF2-40B4-BE49-F238E27FC236}">
                  <a16:creationId xmlns:a16="http://schemas.microsoft.com/office/drawing/2014/main" id="{8DAD929B-B306-448A-8D7F-6670106F5B07}"/>
                </a:ext>
              </a:extLst>
            </p:cNvPr>
            <p:cNvSpPr/>
            <p:nvPr/>
          </p:nvSpPr>
          <p:spPr bwMode="gray">
            <a:xfrm rot="8100000">
              <a:off x="5237549" y="1602865"/>
              <a:ext cx="1503841" cy="1503844"/>
            </a:xfrm>
            <a:prstGeom prst="teardrop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2" name="Freeform 31">
              <a:extLst>
                <a:ext uri="{FF2B5EF4-FFF2-40B4-BE49-F238E27FC236}">
                  <a16:creationId xmlns:a16="http://schemas.microsoft.com/office/drawing/2014/main" id="{02DA98FE-67F2-4190-B846-BC71955D5DCF}"/>
                </a:ext>
              </a:extLst>
            </p:cNvPr>
            <p:cNvSpPr/>
            <p:nvPr/>
          </p:nvSpPr>
          <p:spPr bwMode="gray">
            <a:xfrm>
              <a:off x="5190209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AB60942-A244-4F0B-8B45-012B9C782162}"/>
                </a:ext>
              </a:extLst>
            </p:cNvPr>
            <p:cNvSpPr/>
            <p:nvPr/>
          </p:nvSpPr>
          <p:spPr bwMode="gray">
            <a:xfrm>
              <a:off x="5429936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83E8883-3086-48B1-8236-60731D417E74}"/>
              </a:ext>
            </a:extLst>
          </p:cNvPr>
          <p:cNvGrpSpPr/>
          <p:nvPr/>
        </p:nvGrpSpPr>
        <p:grpSpPr>
          <a:xfrm>
            <a:off x="7608168" y="1758004"/>
            <a:ext cx="1598523" cy="2005765"/>
            <a:chOff x="6763077" y="1602865"/>
            <a:chExt cx="1598523" cy="2005765"/>
          </a:xfrm>
        </p:grpSpPr>
        <p:sp>
          <p:nvSpPr>
            <p:cNvPr id="136" name="Teardrop 135">
              <a:extLst>
                <a:ext uri="{FF2B5EF4-FFF2-40B4-BE49-F238E27FC236}">
                  <a16:creationId xmlns:a16="http://schemas.microsoft.com/office/drawing/2014/main" id="{500582AA-607B-4C0A-9AA8-B49305A1C27A}"/>
                </a:ext>
              </a:extLst>
            </p:cNvPr>
            <p:cNvSpPr/>
            <p:nvPr/>
          </p:nvSpPr>
          <p:spPr bwMode="gray">
            <a:xfrm rot="8100000">
              <a:off x="6810418" y="1602865"/>
              <a:ext cx="1503841" cy="1503844"/>
            </a:xfrm>
            <a:prstGeom prst="teardrop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7" name="Freeform 35">
              <a:extLst>
                <a:ext uri="{FF2B5EF4-FFF2-40B4-BE49-F238E27FC236}">
                  <a16:creationId xmlns:a16="http://schemas.microsoft.com/office/drawing/2014/main" id="{8EEC739B-9B53-49BA-94AC-06DD070756DA}"/>
                </a:ext>
              </a:extLst>
            </p:cNvPr>
            <p:cNvSpPr/>
            <p:nvPr/>
          </p:nvSpPr>
          <p:spPr bwMode="gray">
            <a:xfrm>
              <a:off x="6763077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70972BF-AB98-4CC2-BB60-84903DB5CFE2}"/>
                </a:ext>
              </a:extLst>
            </p:cNvPr>
            <p:cNvSpPr/>
            <p:nvPr/>
          </p:nvSpPr>
          <p:spPr bwMode="gray">
            <a:xfrm>
              <a:off x="7007153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746340E-86D4-41CA-93A9-4E98D191BE05}"/>
              </a:ext>
            </a:extLst>
          </p:cNvPr>
          <p:cNvGrpSpPr/>
          <p:nvPr/>
        </p:nvGrpSpPr>
        <p:grpSpPr>
          <a:xfrm>
            <a:off x="9840416" y="1758004"/>
            <a:ext cx="1598523" cy="2005765"/>
            <a:chOff x="8355090" y="1602865"/>
            <a:chExt cx="1598523" cy="2005765"/>
          </a:xfrm>
        </p:grpSpPr>
        <p:sp>
          <p:nvSpPr>
            <p:cNvPr id="141" name="Teardrop 140">
              <a:extLst>
                <a:ext uri="{FF2B5EF4-FFF2-40B4-BE49-F238E27FC236}">
                  <a16:creationId xmlns:a16="http://schemas.microsoft.com/office/drawing/2014/main" id="{78FD4A15-BB61-4D87-9E87-382B927FB4C9}"/>
                </a:ext>
              </a:extLst>
            </p:cNvPr>
            <p:cNvSpPr/>
            <p:nvPr/>
          </p:nvSpPr>
          <p:spPr bwMode="gray">
            <a:xfrm rot="8100000">
              <a:off x="8402430" y="1602865"/>
              <a:ext cx="1503841" cy="1503844"/>
            </a:xfrm>
            <a:prstGeom prst="teardrop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2" name="Freeform 39">
              <a:extLst>
                <a:ext uri="{FF2B5EF4-FFF2-40B4-BE49-F238E27FC236}">
                  <a16:creationId xmlns:a16="http://schemas.microsoft.com/office/drawing/2014/main" id="{4BC9A539-3667-4BFE-9E4F-81FA02EFA619}"/>
                </a:ext>
              </a:extLst>
            </p:cNvPr>
            <p:cNvSpPr/>
            <p:nvPr/>
          </p:nvSpPr>
          <p:spPr bwMode="gray">
            <a:xfrm>
              <a:off x="8355090" y="2736722"/>
              <a:ext cx="1598523" cy="871908"/>
            </a:xfrm>
            <a:custGeom>
              <a:avLst/>
              <a:gdLst>
                <a:gd name="connsiteX0" fmla="*/ 0 w 2235812"/>
                <a:gd name="connsiteY0" fmla="*/ 0 h 1219515"/>
                <a:gd name="connsiteX1" fmla="*/ 135994 w 2235812"/>
                <a:gd name="connsiteY1" fmla="*/ 0 h 1219515"/>
                <a:gd name="connsiteX2" fmla="*/ 183908 w 2235812"/>
                <a:gd name="connsiteY2" fmla="*/ 81083 h 1219515"/>
                <a:gd name="connsiteX3" fmla="*/ 327199 w 2235812"/>
                <a:gd name="connsiteY3" fmla="*/ 256502 h 1219515"/>
                <a:gd name="connsiteX4" fmla="*/ 1117908 w 2235812"/>
                <a:gd name="connsiteY4" fmla="*/ 1047211 h 1219515"/>
                <a:gd name="connsiteX5" fmla="*/ 1908614 w 2235812"/>
                <a:gd name="connsiteY5" fmla="*/ 256504 h 1219515"/>
                <a:gd name="connsiteX6" fmla="*/ 2051905 w 2235812"/>
                <a:gd name="connsiteY6" fmla="*/ 81085 h 1219515"/>
                <a:gd name="connsiteX7" fmla="*/ 2099821 w 2235812"/>
                <a:gd name="connsiteY7" fmla="*/ 0 h 1219515"/>
                <a:gd name="connsiteX8" fmla="*/ 2235812 w 2235812"/>
                <a:gd name="connsiteY8" fmla="*/ 0 h 1219515"/>
                <a:gd name="connsiteX9" fmla="*/ 2216094 w 2235812"/>
                <a:gd name="connsiteY9" fmla="*/ 42485 h 1219515"/>
                <a:gd name="connsiteX10" fmla="*/ 1994765 w 2235812"/>
                <a:gd name="connsiteY10" fmla="*/ 342657 h 1219515"/>
                <a:gd name="connsiteX11" fmla="*/ 1117907 w 2235812"/>
                <a:gd name="connsiteY11" fmla="*/ 1219515 h 1219515"/>
                <a:gd name="connsiteX12" fmla="*/ 241048 w 2235812"/>
                <a:gd name="connsiteY12" fmla="*/ 342656 h 1219515"/>
                <a:gd name="connsiteX13" fmla="*/ 19718 w 2235812"/>
                <a:gd name="connsiteY13" fmla="*/ 42483 h 121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35812" h="1219515">
                  <a:moveTo>
                    <a:pt x="0" y="0"/>
                  </a:moveTo>
                  <a:lnTo>
                    <a:pt x="135994" y="0"/>
                  </a:lnTo>
                  <a:lnTo>
                    <a:pt x="183908" y="81083"/>
                  </a:lnTo>
                  <a:cubicBezTo>
                    <a:pt x="224849" y="143089"/>
                    <a:pt x="272612" y="201915"/>
                    <a:pt x="327199" y="256502"/>
                  </a:cubicBezTo>
                  <a:lnTo>
                    <a:pt x="1117908" y="1047211"/>
                  </a:lnTo>
                  <a:lnTo>
                    <a:pt x="1908614" y="256504"/>
                  </a:lnTo>
                  <a:cubicBezTo>
                    <a:pt x="1963201" y="201918"/>
                    <a:pt x="2010965" y="143091"/>
                    <a:pt x="2051905" y="81085"/>
                  </a:cubicBezTo>
                  <a:lnTo>
                    <a:pt x="2099821" y="0"/>
                  </a:lnTo>
                  <a:lnTo>
                    <a:pt x="2235812" y="0"/>
                  </a:lnTo>
                  <a:lnTo>
                    <a:pt x="2216094" y="42485"/>
                  </a:lnTo>
                  <a:cubicBezTo>
                    <a:pt x="2159343" y="150476"/>
                    <a:pt x="2085567" y="251855"/>
                    <a:pt x="1994765" y="342657"/>
                  </a:cubicBezTo>
                  <a:lnTo>
                    <a:pt x="1117907" y="1219515"/>
                  </a:lnTo>
                  <a:lnTo>
                    <a:pt x="241048" y="342656"/>
                  </a:lnTo>
                  <a:cubicBezTo>
                    <a:pt x="150246" y="251854"/>
                    <a:pt x="76469" y="150475"/>
                    <a:pt x="19718" y="42483"/>
                  </a:cubicBezTo>
                  <a:close/>
                </a:path>
              </a:pathLst>
            </a:cu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grpSp>
          <p:nvGrpSpPr>
            <p:cNvPr id="143" name="Group 925">
              <a:extLst>
                <a:ext uri="{FF2B5EF4-FFF2-40B4-BE49-F238E27FC236}">
                  <a16:creationId xmlns:a16="http://schemas.microsoft.com/office/drawing/2014/main" id="{E0D16D89-D72D-4F33-88DE-F942930111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797164" y="1976762"/>
              <a:ext cx="686450" cy="682877"/>
              <a:chOff x="1224" y="3504"/>
              <a:chExt cx="192" cy="191"/>
            </a:xfrm>
            <a:solidFill>
              <a:schemeClr val="accent1"/>
            </a:solidFill>
          </p:grpSpPr>
          <p:sp>
            <p:nvSpPr>
              <p:cNvPr id="145" name="Freeform 926">
                <a:extLst>
                  <a:ext uri="{FF2B5EF4-FFF2-40B4-BE49-F238E27FC236}">
                    <a16:creationId xmlns:a16="http://schemas.microsoft.com/office/drawing/2014/main" id="{790BD73C-DE12-4489-882E-13024C466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3539"/>
                <a:ext cx="71" cy="71"/>
              </a:xfrm>
              <a:custGeom>
                <a:avLst/>
                <a:gdLst>
                  <a:gd name="T0" fmla="*/ 96 w 107"/>
                  <a:gd name="T1" fmla="*/ 43 h 107"/>
                  <a:gd name="T2" fmla="*/ 64 w 107"/>
                  <a:gd name="T3" fmla="*/ 43 h 107"/>
                  <a:gd name="T4" fmla="*/ 64 w 107"/>
                  <a:gd name="T5" fmla="*/ 11 h 107"/>
                  <a:gd name="T6" fmla="*/ 53 w 107"/>
                  <a:gd name="T7" fmla="*/ 0 h 107"/>
                  <a:gd name="T8" fmla="*/ 43 w 107"/>
                  <a:gd name="T9" fmla="*/ 11 h 107"/>
                  <a:gd name="T10" fmla="*/ 43 w 107"/>
                  <a:gd name="T11" fmla="*/ 43 h 107"/>
                  <a:gd name="T12" fmla="*/ 11 w 107"/>
                  <a:gd name="T13" fmla="*/ 43 h 107"/>
                  <a:gd name="T14" fmla="*/ 0 w 107"/>
                  <a:gd name="T15" fmla="*/ 53 h 107"/>
                  <a:gd name="T16" fmla="*/ 11 w 107"/>
                  <a:gd name="T17" fmla="*/ 64 h 107"/>
                  <a:gd name="T18" fmla="*/ 43 w 107"/>
                  <a:gd name="T19" fmla="*/ 64 h 107"/>
                  <a:gd name="T20" fmla="*/ 43 w 107"/>
                  <a:gd name="T21" fmla="*/ 96 h 107"/>
                  <a:gd name="T22" fmla="*/ 53 w 107"/>
                  <a:gd name="T23" fmla="*/ 107 h 107"/>
                  <a:gd name="T24" fmla="*/ 64 w 107"/>
                  <a:gd name="T25" fmla="*/ 96 h 107"/>
                  <a:gd name="T26" fmla="*/ 64 w 107"/>
                  <a:gd name="T27" fmla="*/ 64 h 107"/>
                  <a:gd name="T28" fmla="*/ 96 w 107"/>
                  <a:gd name="T29" fmla="*/ 64 h 107"/>
                  <a:gd name="T30" fmla="*/ 107 w 107"/>
                  <a:gd name="T31" fmla="*/ 53 h 107"/>
                  <a:gd name="T32" fmla="*/ 96 w 107"/>
                  <a:gd name="T33" fmla="*/ 43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7" h="107">
                    <a:moveTo>
                      <a:pt x="96" y="43"/>
                    </a:moveTo>
                    <a:cubicBezTo>
                      <a:pt x="64" y="43"/>
                      <a:pt x="64" y="43"/>
                      <a:pt x="64" y="43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4" y="5"/>
                      <a:pt x="59" y="0"/>
                      <a:pt x="53" y="0"/>
                    </a:cubicBezTo>
                    <a:cubicBezTo>
                      <a:pt x="47" y="0"/>
                      <a:pt x="43" y="5"/>
                      <a:pt x="43" y="11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5" y="43"/>
                      <a:pt x="0" y="47"/>
                      <a:pt x="0" y="53"/>
                    </a:cubicBezTo>
                    <a:cubicBezTo>
                      <a:pt x="0" y="59"/>
                      <a:pt x="5" y="64"/>
                      <a:pt x="11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3" y="96"/>
                      <a:pt x="43" y="96"/>
                      <a:pt x="43" y="96"/>
                    </a:cubicBezTo>
                    <a:cubicBezTo>
                      <a:pt x="43" y="102"/>
                      <a:pt x="47" y="107"/>
                      <a:pt x="53" y="107"/>
                    </a:cubicBezTo>
                    <a:cubicBezTo>
                      <a:pt x="59" y="107"/>
                      <a:pt x="64" y="102"/>
                      <a:pt x="64" y="96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102" y="64"/>
                      <a:pt x="107" y="59"/>
                      <a:pt x="107" y="53"/>
                    </a:cubicBezTo>
                    <a:cubicBezTo>
                      <a:pt x="107" y="47"/>
                      <a:pt x="102" y="43"/>
                      <a:pt x="96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146" name="Freeform 927">
                <a:extLst>
                  <a:ext uri="{FF2B5EF4-FFF2-40B4-BE49-F238E27FC236}">
                    <a16:creationId xmlns:a16="http://schemas.microsoft.com/office/drawing/2014/main" id="{15FDF464-77C7-4E79-91EF-7F13541D88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4" y="3504"/>
                <a:ext cx="192" cy="191"/>
              </a:xfrm>
              <a:custGeom>
                <a:avLst/>
                <a:gdLst>
                  <a:gd name="T0" fmla="*/ 189 w 289"/>
                  <a:gd name="T1" fmla="*/ 174 h 288"/>
                  <a:gd name="T2" fmla="*/ 213 w 289"/>
                  <a:gd name="T3" fmla="*/ 106 h 288"/>
                  <a:gd name="T4" fmla="*/ 106 w 289"/>
                  <a:gd name="T5" fmla="*/ 0 h 288"/>
                  <a:gd name="T6" fmla="*/ 0 w 289"/>
                  <a:gd name="T7" fmla="*/ 106 h 288"/>
                  <a:gd name="T8" fmla="*/ 106 w 289"/>
                  <a:gd name="T9" fmla="*/ 213 h 288"/>
                  <a:gd name="T10" fmla="*/ 174 w 289"/>
                  <a:gd name="T11" fmla="*/ 189 h 288"/>
                  <a:gd name="T12" fmla="*/ 269 w 289"/>
                  <a:gd name="T13" fmla="*/ 285 h 288"/>
                  <a:gd name="T14" fmla="*/ 277 w 289"/>
                  <a:gd name="T15" fmla="*/ 288 h 288"/>
                  <a:gd name="T16" fmla="*/ 285 w 289"/>
                  <a:gd name="T17" fmla="*/ 285 h 288"/>
                  <a:gd name="T18" fmla="*/ 285 w 289"/>
                  <a:gd name="T19" fmla="*/ 269 h 288"/>
                  <a:gd name="T20" fmla="*/ 189 w 289"/>
                  <a:gd name="T21" fmla="*/ 174 h 288"/>
                  <a:gd name="T22" fmla="*/ 106 w 289"/>
                  <a:gd name="T23" fmla="*/ 192 h 288"/>
                  <a:gd name="T24" fmla="*/ 21 w 289"/>
                  <a:gd name="T25" fmla="*/ 106 h 288"/>
                  <a:gd name="T26" fmla="*/ 106 w 289"/>
                  <a:gd name="T27" fmla="*/ 21 h 288"/>
                  <a:gd name="T28" fmla="*/ 192 w 289"/>
                  <a:gd name="T29" fmla="*/ 106 h 288"/>
                  <a:gd name="T30" fmla="*/ 106 w 289"/>
                  <a:gd name="T31" fmla="*/ 19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9" h="288">
                    <a:moveTo>
                      <a:pt x="189" y="174"/>
                    </a:moveTo>
                    <a:cubicBezTo>
                      <a:pt x="204" y="155"/>
                      <a:pt x="213" y="132"/>
                      <a:pt x="213" y="106"/>
                    </a:cubicBezTo>
                    <a:cubicBezTo>
                      <a:pt x="213" y="48"/>
                      <a:pt x="165" y="0"/>
                      <a:pt x="106" y="0"/>
                    </a:cubicBezTo>
                    <a:cubicBezTo>
                      <a:pt x="48" y="0"/>
                      <a:pt x="0" y="48"/>
                      <a:pt x="0" y="106"/>
                    </a:cubicBezTo>
                    <a:cubicBezTo>
                      <a:pt x="0" y="165"/>
                      <a:pt x="48" y="213"/>
                      <a:pt x="106" y="213"/>
                    </a:cubicBezTo>
                    <a:cubicBezTo>
                      <a:pt x="132" y="213"/>
                      <a:pt x="155" y="204"/>
                      <a:pt x="174" y="189"/>
                    </a:cubicBezTo>
                    <a:cubicBezTo>
                      <a:pt x="269" y="285"/>
                      <a:pt x="269" y="285"/>
                      <a:pt x="269" y="285"/>
                    </a:cubicBezTo>
                    <a:cubicBezTo>
                      <a:pt x="272" y="287"/>
                      <a:pt x="274" y="288"/>
                      <a:pt x="277" y="288"/>
                    </a:cubicBezTo>
                    <a:cubicBezTo>
                      <a:pt x="280" y="288"/>
                      <a:pt x="282" y="287"/>
                      <a:pt x="285" y="285"/>
                    </a:cubicBezTo>
                    <a:cubicBezTo>
                      <a:pt x="289" y="280"/>
                      <a:pt x="289" y="274"/>
                      <a:pt x="285" y="269"/>
                    </a:cubicBezTo>
                    <a:lnTo>
                      <a:pt x="189" y="174"/>
                    </a:lnTo>
                    <a:close/>
                    <a:moveTo>
                      <a:pt x="106" y="192"/>
                    </a:moveTo>
                    <a:cubicBezTo>
                      <a:pt x="59" y="192"/>
                      <a:pt x="21" y="153"/>
                      <a:pt x="21" y="106"/>
                    </a:cubicBezTo>
                    <a:cubicBezTo>
                      <a:pt x="21" y="59"/>
                      <a:pt x="59" y="21"/>
                      <a:pt x="106" y="21"/>
                    </a:cubicBezTo>
                    <a:cubicBezTo>
                      <a:pt x="153" y="21"/>
                      <a:pt x="192" y="59"/>
                      <a:pt x="192" y="106"/>
                    </a:cubicBezTo>
                    <a:cubicBezTo>
                      <a:pt x="192" y="153"/>
                      <a:pt x="153" y="192"/>
                      <a:pt x="106" y="19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05F4DB7-700C-4A2E-969D-33283C120EC9}"/>
                </a:ext>
              </a:extLst>
            </p:cNvPr>
            <p:cNvSpPr/>
            <p:nvPr/>
          </p:nvSpPr>
          <p:spPr bwMode="gray">
            <a:xfrm>
              <a:off x="8591201" y="1758652"/>
              <a:ext cx="1119070" cy="111907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47" name="Freeform 389">
            <a:extLst>
              <a:ext uri="{FF2B5EF4-FFF2-40B4-BE49-F238E27FC236}">
                <a16:creationId xmlns:a16="http://schemas.microsoft.com/office/drawing/2014/main" id="{B218BD5D-ED08-49ED-BA00-6C403F0988DA}"/>
              </a:ext>
            </a:extLst>
          </p:cNvPr>
          <p:cNvSpPr>
            <a:spLocks noEditPoints="1"/>
          </p:cNvSpPr>
          <p:nvPr/>
        </p:nvSpPr>
        <p:spPr bwMode="auto">
          <a:xfrm>
            <a:off x="3473030" y="2224038"/>
            <a:ext cx="751497" cy="525695"/>
          </a:xfrm>
          <a:custGeom>
            <a:avLst/>
            <a:gdLst>
              <a:gd name="T0" fmla="*/ 321 w 321"/>
              <a:gd name="T1" fmla="*/ 160 h 224"/>
              <a:gd name="T2" fmla="*/ 129 w 321"/>
              <a:gd name="T3" fmla="*/ 170 h 224"/>
              <a:gd name="T4" fmla="*/ 129 w 321"/>
              <a:gd name="T5" fmla="*/ 149 h 224"/>
              <a:gd name="T6" fmla="*/ 299 w 321"/>
              <a:gd name="T7" fmla="*/ 21 h 224"/>
              <a:gd name="T8" fmla="*/ 75 w 321"/>
              <a:gd name="T9" fmla="*/ 32 h 224"/>
              <a:gd name="T10" fmla="*/ 54 w 321"/>
              <a:gd name="T11" fmla="*/ 32 h 224"/>
              <a:gd name="T12" fmla="*/ 65 w 321"/>
              <a:gd name="T13" fmla="*/ 0 h 224"/>
              <a:gd name="T14" fmla="*/ 321 w 321"/>
              <a:gd name="T15" fmla="*/ 10 h 224"/>
              <a:gd name="T16" fmla="*/ 90 w 321"/>
              <a:gd name="T17" fmla="*/ 193 h 224"/>
              <a:gd name="T18" fmla="*/ 101 w 321"/>
              <a:gd name="T19" fmla="*/ 136 h 224"/>
              <a:gd name="T20" fmla="*/ 54 w 321"/>
              <a:gd name="T21" fmla="*/ 58 h 224"/>
              <a:gd name="T22" fmla="*/ 54 w 321"/>
              <a:gd name="T23" fmla="*/ 58 h 224"/>
              <a:gd name="T24" fmla="*/ 54 w 321"/>
              <a:gd name="T25" fmla="*/ 58 h 224"/>
              <a:gd name="T26" fmla="*/ 6 w 321"/>
              <a:gd name="T27" fmla="*/ 136 h 224"/>
              <a:gd name="T28" fmla="*/ 18 w 321"/>
              <a:gd name="T29" fmla="*/ 192 h 224"/>
              <a:gd name="T30" fmla="*/ 22 w 321"/>
              <a:gd name="T31" fmla="*/ 213 h 224"/>
              <a:gd name="T32" fmla="*/ 42 w 321"/>
              <a:gd name="T33" fmla="*/ 190 h 224"/>
              <a:gd name="T34" fmla="*/ 27 w 321"/>
              <a:gd name="T35" fmla="*/ 131 h 224"/>
              <a:gd name="T36" fmla="*/ 54 w 321"/>
              <a:gd name="T37" fmla="*/ 80 h 224"/>
              <a:gd name="T38" fmla="*/ 54 w 321"/>
              <a:gd name="T39" fmla="*/ 80 h 224"/>
              <a:gd name="T40" fmla="*/ 81 w 321"/>
              <a:gd name="T41" fmla="*/ 131 h 224"/>
              <a:gd name="T42" fmla="*/ 65 w 321"/>
              <a:gd name="T43" fmla="*/ 190 h 224"/>
              <a:gd name="T44" fmla="*/ 99 w 321"/>
              <a:gd name="T45" fmla="*/ 216 h 224"/>
              <a:gd name="T46" fmla="*/ 128 w 321"/>
              <a:gd name="T47" fmla="*/ 224 h 224"/>
              <a:gd name="T48" fmla="*/ 135 w 321"/>
              <a:gd name="T49" fmla="*/ 206 h 224"/>
              <a:gd name="T50" fmla="*/ 139 w 321"/>
              <a:gd name="T51" fmla="*/ 74 h 224"/>
              <a:gd name="T52" fmla="*/ 278 w 321"/>
              <a:gd name="T53" fmla="*/ 64 h 224"/>
              <a:gd name="T54" fmla="*/ 139 w 321"/>
              <a:gd name="T55" fmla="*/ 53 h 224"/>
              <a:gd name="T56" fmla="*/ 139 w 321"/>
              <a:gd name="T57" fmla="*/ 74 h 224"/>
              <a:gd name="T58" fmla="*/ 267 w 321"/>
              <a:gd name="T59" fmla="*/ 117 h 224"/>
              <a:gd name="T60" fmla="*/ 267 w 321"/>
              <a:gd name="T61" fmla="*/ 96 h 224"/>
              <a:gd name="T62" fmla="*/ 129 w 321"/>
              <a:gd name="T63" fmla="*/ 106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21" h="224">
                <a:moveTo>
                  <a:pt x="321" y="10"/>
                </a:moveTo>
                <a:cubicBezTo>
                  <a:pt x="321" y="160"/>
                  <a:pt x="321" y="160"/>
                  <a:pt x="321" y="160"/>
                </a:cubicBezTo>
                <a:cubicBezTo>
                  <a:pt x="321" y="166"/>
                  <a:pt x="316" y="170"/>
                  <a:pt x="310" y="170"/>
                </a:cubicBezTo>
                <a:cubicBezTo>
                  <a:pt x="129" y="170"/>
                  <a:pt x="129" y="170"/>
                  <a:pt x="129" y="170"/>
                </a:cubicBezTo>
                <a:cubicBezTo>
                  <a:pt x="123" y="170"/>
                  <a:pt x="118" y="166"/>
                  <a:pt x="118" y="160"/>
                </a:cubicBezTo>
                <a:cubicBezTo>
                  <a:pt x="118" y="154"/>
                  <a:pt x="123" y="149"/>
                  <a:pt x="129" y="149"/>
                </a:cubicBezTo>
                <a:cubicBezTo>
                  <a:pt x="299" y="149"/>
                  <a:pt x="299" y="149"/>
                  <a:pt x="299" y="149"/>
                </a:cubicBezTo>
                <a:cubicBezTo>
                  <a:pt x="299" y="21"/>
                  <a:pt x="299" y="21"/>
                  <a:pt x="299" y="21"/>
                </a:cubicBezTo>
                <a:cubicBezTo>
                  <a:pt x="75" y="21"/>
                  <a:pt x="75" y="21"/>
                  <a:pt x="75" y="21"/>
                </a:cubicBezTo>
                <a:cubicBezTo>
                  <a:pt x="75" y="32"/>
                  <a:pt x="75" y="32"/>
                  <a:pt x="75" y="32"/>
                </a:cubicBezTo>
                <a:cubicBezTo>
                  <a:pt x="75" y="38"/>
                  <a:pt x="71" y="42"/>
                  <a:pt x="65" y="42"/>
                </a:cubicBezTo>
                <a:cubicBezTo>
                  <a:pt x="59" y="42"/>
                  <a:pt x="54" y="38"/>
                  <a:pt x="54" y="32"/>
                </a:cubicBezTo>
                <a:cubicBezTo>
                  <a:pt x="54" y="10"/>
                  <a:pt x="54" y="10"/>
                  <a:pt x="54" y="10"/>
                </a:cubicBezTo>
                <a:cubicBezTo>
                  <a:pt x="54" y="4"/>
                  <a:pt x="59" y="0"/>
                  <a:pt x="65" y="0"/>
                </a:cubicBezTo>
                <a:cubicBezTo>
                  <a:pt x="310" y="0"/>
                  <a:pt x="310" y="0"/>
                  <a:pt x="310" y="0"/>
                </a:cubicBezTo>
                <a:cubicBezTo>
                  <a:pt x="316" y="0"/>
                  <a:pt x="321" y="4"/>
                  <a:pt x="321" y="10"/>
                </a:cubicBezTo>
                <a:close/>
                <a:moveTo>
                  <a:pt x="103" y="195"/>
                </a:moveTo>
                <a:cubicBezTo>
                  <a:pt x="98" y="194"/>
                  <a:pt x="92" y="193"/>
                  <a:pt x="90" y="193"/>
                </a:cubicBezTo>
                <a:cubicBezTo>
                  <a:pt x="88" y="191"/>
                  <a:pt x="84" y="180"/>
                  <a:pt x="85" y="176"/>
                </a:cubicBezTo>
                <a:cubicBezTo>
                  <a:pt x="91" y="166"/>
                  <a:pt x="98" y="150"/>
                  <a:pt x="101" y="136"/>
                </a:cubicBezTo>
                <a:cubicBezTo>
                  <a:pt x="108" y="110"/>
                  <a:pt x="105" y="90"/>
                  <a:pt x="94" y="77"/>
                </a:cubicBezTo>
                <a:cubicBezTo>
                  <a:pt x="80" y="59"/>
                  <a:pt x="58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4" y="58"/>
                  <a:pt x="54" y="58"/>
                  <a:pt x="54" y="58"/>
                </a:cubicBezTo>
                <a:cubicBezTo>
                  <a:pt x="51" y="58"/>
                  <a:pt x="28" y="59"/>
                  <a:pt x="14" y="77"/>
                </a:cubicBezTo>
                <a:cubicBezTo>
                  <a:pt x="3" y="90"/>
                  <a:pt x="0" y="110"/>
                  <a:pt x="6" y="136"/>
                </a:cubicBezTo>
                <a:cubicBezTo>
                  <a:pt x="10" y="150"/>
                  <a:pt x="17" y="166"/>
                  <a:pt x="23" y="176"/>
                </a:cubicBezTo>
                <a:cubicBezTo>
                  <a:pt x="24" y="180"/>
                  <a:pt x="20" y="191"/>
                  <a:pt x="18" y="192"/>
                </a:cubicBezTo>
                <a:cubicBezTo>
                  <a:pt x="13" y="194"/>
                  <a:pt x="10" y="201"/>
                  <a:pt x="12" y="206"/>
                </a:cubicBezTo>
                <a:cubicBezTo>
                  <a:pt x="14" y="210"/>
                  <a:pt x="18" y="213"/>
                  <a:pt x="22" y="213"/>
                </a:cubicBezTo>
                <a:cubicBezTo>
                  <a:pt x="23" y="213"/>
                  <a:pt x="25" y="213"/>
                  <a:pt x="26" y="212"/>
                </a:cubicBezTo>
                <a:cubicBezTo>
                  <a:pt x="36" y="209"/>
                  <a:pt x="40" y="197"/>
                  <a:pt x="42" y="190"/>
                </a:cubicBezTo>
                <a:cubicBezTo>
                  <a:pt x="44" y="184"/>
                  <a:pt x="47" y="172"/>
                  <a:pt x="41" y="164"/>
                </a:cubicBezTo>
                <a:cubicBezTo>
                  <a:pt x="36" y="157"/>
                  <a:pt x="30" y="142"/>
                  <a:pt x="27" y="131"/>
                </a:cubicBezTo>
                <a:cubicBezTo>
                  <a:pt x="23" y="112"/>
                  <a:pt x="24" y="99"/>
                  <a:pt x="30" y="90"/>
                </a:cubicBezTo>
                <a:cubicBezTo>
                  <a:pt x="39" y="80"/>
                  <a:pt x="53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0"/>
                  <a:pt x="69" y="80"/>
                  <a:pt x="77" y="90"/>
                </a:cubicBezTo>
                <a:cubicBezTo>
                  <a:pt x="84" y="98"/>
                  <a:pt x="85" y="112"/>
                  <a:pt x="81" y="131"/>
                </a:cubicBezTo>
                <a:cubicBezTo>
                  <a:pt x="78" y="142"/>
                  <a:pt x="72" y="157"/>
                  <a:pt x="66" y="164"/>
                </a:cubicBezTo>
                <a:cubicBezTo>
                  <a:pt x="61" y="172"/>
                  <a:pt x="64" y="183"/>
                  <a:pt x="65" y="190"/>
                </a:cubicBezTo>
                <a:cubicBezTo>
                  <a:pt x="67" y="197"/>
                  <a:pt x="72" y="209"/>
                  <a:pt x="82" y="212"/>
                </a:cubicBezTo>
                <a:cubicBezTo>
                  <a:pt x="86" y="214"/>
                  <a:pt x="92" y="215"/>
                  <a:pt x="99" y="216"/>
                </a:cubicBezTo>
                <a:cubicBezTo>
                  <a:pt x="105" y="217"/>
                  <a:pt x="118" y="219"/>
                  <a:pt x="121" y="222"/>
                </a:cubicBezTo>
                <a:cubicBezTo>
                  <a:pt x="123" y="223"/>
                  <a:pt x="126" y="224"/>
                  <a:pt x="128" y="224"/>
                </a:cubicBezTo>
                <a:cubicBezTo>
                  <a:pt x="131" y="224"/>
                  <a:pt x="134" y="223"/>
                  <a:pt x="136" y="221"/>
                </a:cubicBezTo>
                <a:cubicBezTo>
                  <a:pt x="140" y="216"/>
                  <a:pt x="140" y="210"/>
                  <a:pt x="135" y="206"/>
                </a:cubicBezTo>
                <a:cubicBezTo>
                  <a:pt x="128" y="199"/>
                  <a:pt x="115" y="197"/>
                  <a:pt x="103" y="195"/>
                </a:cubicBezTo>
                <a:close/>
                <a:moveTo>
                  <a:pt x="139" y="74"/>
                </a:moveTo>
                <a:cubicBezTo>
                  <a:pt x="267" y="74"/>
                  <a:pt x="267" y="74"/>
                  <a:pt x="267" y="74"/>
                </a:cubicBezTo>
                <a:cubicBezTo>
                  <a:pt x="273" y="74"/>
                  <a:pt x="278" y="70"/>
                  <a:pt x="278" y="64"/>
                </a:cubicBezTo>
                <a:cubicBezTo>
                  <a:pt x="278" y="58"/>
                  <a:pt x="273" y="53"/>
                  <a:pt x="267" y="53"/>
                </a:cubicBezTo>
                <a:cubicBezTo>
                  <a:pt x="139" y="53"/>
                  <a:pt x="139" y="53"/>
                  <a:pt x="139" y="53"/>
                </a:cubicBezTo>
                <a:cubicBezTo>
                  <a:pt x="133" y="53"/>
                  <a:pt x="129" y="58"/>
                  <a:pt x="129" y="64"/>
                </a:cubicBezTo>
                <a:cubicBezTo>
                  <a:pt x="129" y="70"/>
                  <a:pt x="133" y="74"/>
                  <a:pt x="139" y="74"/>
                </a:cubicBezTo>
                <a:close/>
                <a:moveTo>
                  <a:pt x="139" y="117"/>
                </a:moveTo>
                <a:cubicBezTo>
                  <a:pt x="267" y="117"/>
                  <a:pt x="267" y="117"/>
                  <a:pt x="267" y="117"/>
                </a:cubicBezTo>
                <a:cubicBezTo>
                  <a:pt x="273" y="117"/>
                  <a:pt x="278" y="112"/>
                  <a:pt x="278" y="106"/>
                </a:cubicBezTo>
                <a:cubicBezTo>
                  <a:pt x="278" y="100"/>
                  <a:pt x="273" y="96"/>
                  <a:pt x="267" y="96"/>
                </a:cubicBezTo>
                <a:cubicBezTo>
                  <a:pt x="139" y="96"/>
                  <a:pt x="139" y="96"/>
                  <a:pt x="139" y="96"/>
                </a:cubicBezTo>
                <a:cubicBezTo>
                  <a:pt x="133" y="96"/>
                  <a:pt x="129" y="100"/>
                  <a:pt x="129" y="106"/>
                </a:cubicBezTo>
                <a:cubicBezTo>
                  <a:pt x="129" y="112"/>
                  <a:pt x="133" y="117"/>
                  <a:pt x="139" y="117"/>
                </a:cubicBezTo>
                <a:close/>
              </a:path>
            </a:pathLst>
          </a:custGeom>
          <a:solidFill>
            <a:srgbClr val="046A38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0BB8F2-9CB8-4B26-9351-D5522ADF53AB}"/>
              </a:ext>
            </a:extLst>
          </p:cNvPr>
          <p:cNvSpPr/>
          <p:nvPr/>
        </p:nvSpPr>
        <p:spPr bwMode="gray">
          <a:xfrm>
            <a:off x="0" y="2890478"/>
            <a:ext cx="783964" cy="77889"/>
          </a:xfrm>
          <a:prstGeom prst="rect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1AB32D8-1E1F-4805-A285-6CDA13E7FA8B}"/>
              </a:ext>
            </a:extLst>
          </p:cNvPr>
          <p:cNvSpPr/>
          <p:nvPr/>
        </p:nvSpPr>
        <p:spPr bwMode="gray">
          <a:xfrm>
            <a:off x="11359700" y="2890479"/>
            <a:ext cx="843582" cy="77889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7F4D018-52D1-43F5-90FA-FD3489D874A2}"/>
              </a:ext>
            </a:extLst>
          </p:cNvPr>
          <p:cNvSpPr/>
          <p:nvPr/>
        </p:nvSpPr>
        <p:spPr bwMode="gray">
          <a:xfrm>
            <a:off x="4535669" y="2890478"/>
            <a:ext cx="747424" cy="77889"/>
          </a:xfrm>
          <a:prstGeom prst="rect">
            <a:avLst/>
          </a:prstGeom>
          <a:gradFill>
            <a:gsLst>
              <a:gs pos="17000">
                <a:srgbClr val="046A38"/>
              </a:gs>
              <a:gs pos="83000">
                <a:schemeClr val="accent6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B2D7A2E-05BD-40D9-B7DD-7C6514CD2561}"/>
              </a:ext>
            </a:extLst>
          </p:cNvPr>
          <p:cNvSpPr/>
          <p:nvPr/>
        </p:nvSpPr>
        <p:spPr bwMode="gray">
          <a:xfrm>
            <a:off x="6771288" y="2890478"/>
            <a:ext cx="897420" cy="77889"/>
          </a:xfrm>
          <a:prstGeom prst="rect">
            <a:avLst/>
          </a:prstGeom>
          <a:gradFill>
            <a:gsLst>
              <a:gs pos="17000">
                <a:schemeClr val="accent6"/>
              </a:gs>
              <a:gs pos="83000">
                <a:schemeClr val="accent1"/>
              </a:gs>
            </a:gsLst>
            <a:lin ang="0" scaled="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Freeform 845">
            <a:extLst>
              <a:ext uri="{FF2B5EF4-FFF2-40B4-BE49-F238E27FC236}">
                <a16:creationId xmlns:a16="http://schemas.microsoft.com/office/drawing/2014/main" id="{CD51B204-B0AD-40BE-A05C-CD6A094230A6}"/>
              </a:ext>
            </a:extLst>
          </p:cNvPr>
          <p:cNvSpPr>
            <a:spLocks noEditPoints="1"/>
          </p:cNvSpPr>
          <p:nvPr/>
        </p:nvSpPr>
        <p:spPr bwMode="auto">
          <a:xfrm>
            <a:off x="1255730" y="2133697"/>
            <a:ext cx="508224" cy="690663"/>
          </a:xfrm>
          <a:custGeom>
            <a:avLst/>
            <a:gdLst>
              <a:gd name="T0" fmla="*/ 214 w 235"/>
              <a:gd name="T1" fmla="*/ 258 h 320"/>
              <a:gd name="T2" fmla="*/ 214 w 235"/>
              <a:gd name="T3" fmla="*/ 181 h 320"/>
              <a:gd name="T4" fmla="*/ 182 w 235"/>
              <a:gd name="T5" fmla="*/ 149 h 320"/>
              <a:gd name="T6" fmla="*/ 128 w 235"/>
              <a:gd name="T7" fmla="*/ 149 h 320"/>
              <a:gd name="T8" fmla="*/ 128 w 235"/>
              <a:gd name="T9" fmla="*/ 62 h 320"/>
              <a:gd name="T10" fmla="*/ 150 w 235"/>
              <a:gd name="T11" fmla="*/ 32 h 320"/>
              <a:gd name="T12" fmla="*/ 118 w 235"/>
              <a:gd name="T13" fmla="*/ 0 h 320"/>
              <a:gd name="T14" fmla="*/ 86 w 235"/>
              <a:gd name="T15" fmla="*/ 32 h 320"/>
              <a:gd name="T16" fmla="*/ 107 w 235"/>
              <a:gd name="T17" fmla="*/ 62 h 320"/>
              <a:gd name="T18" fmla="*/ 107 w 235"/>
              <a:gd name="T19" fmla="*/ 149 h 320"/>
              <a:gd name="T20" fmla="*/ 54 w 235"/>
              <a:gd name="T21" fmla="*/ 149 h 320"/>
              <a:gd name="T22" fmla="*/ 22 w 235"/>
              <a:gd name="T23" fmla="*/ 181 h 320"/>
              <a:gd name="T24" fmla="*/ 22 w 235"/>
              <a:gd name="T25" fmla="*/ 258 h 320"/>
              <a:gd name="T26" fmla="*/ 0 w 235"/>
              <a:gd name="T27" fmla="*/ 288 h 320"/>
              <a:gd name="T28" fmla="*/ 32 w 235"/>
              <a:gd name="T29" fmla="*/ 320 h 320"/>
              <a:gd name="T30" fmla="*/ 64 w 235"/>
              <a:gd name="T31" fmla="*/ 288 h 320"/>
              <a:gd name="T32" fmla="*/ 43 w 235"/>
              <a:gd name="T33" fmla="*/ 258 h 320"/>
              <a:gd name="T34" fmla="*/ 43 w 235"/>
              <a:gd name="T35" fmla="*/ 181 h 320"/>
              <a:gd name="T36" fmla="*/ 54 w 235"/>
              <a:gd name="T37" fmla="*/ 170 h 320"/>
              <a:gd name="T38" fmla="*/ 107 w 235"/>
              <a:gd name="T39" fmla="*/ 170 h 320"/>
              <a:gd name="T40" fmla="*/ 107 w 235"/>
              <a:gd name="T41" fmla="*/ 258 h 320"/>
              <a:gd name="T42" fmla="*/ 86 w 235"/>
              <a:gd name="T43" fmla="*/ 288 h 320"/>
              <a:gd name="T44" fmla="*/ 118 w 235"/>
              <a:gd name="T45" fmla="*/ 320 h 320"/>
              <a:gd name="T46" fmla="*/ 150 w 235"/>
              <a:gd name="T47" fmla="*/ 288 h 320"/>
              <a:gd name="T48" fmla="*/ 128 w 235"/>
              <a:gd name="T49" fmla="*/ 258 h 320"/>
              <a:gd name="T50" fmla="*/ 128 w 235"/>
              <a:gd name="T51" fmla="*/ 170 h 320"/>
              <a:gd name="T52" fmla="*/ 182 w 235"/>
              <a:gd name="T53" fmla="*/ 170 h 320"/>
              <a:gd name="T54" fmla="*/ 192 w 235"/>
              <a:gd name="T55" fmla="*/ 181 h 320"/>
              <a:gd name="T56" fmla="*/ 192 w 235"/>
              <a:gd name="T57" fmla="*/ 258 h 320"/>
              <a:gd name="T58" fmla="*/ 171 w 235"/>
              <a:gd name="T59" fmla="*/ 288 h 320"/>
              <a:gd name="T60" fmla="*/ 203 w 235"/>
              <a:gd name="T61" fmla="*/ 320 h 320"/>
              <a:gd name="T62" fmla="*/ 235 w 235"/>
              <a:gd name="T63" fmla="*/ 288 h 320"/>
              <a:gd name="T64" fmla="*/ 214 w 235"/>
              <a:gd name="T65" fmla="*/ 258 h 320"/>
              <a:gd name="T66" fmla="*/ 118 w 235"/>
              <a:gd name="T67" fmla="*/ 21 h 320"/>
              <a:gd name="T68" fmla="*/ 128 w 235"/>
              <a:gd name="T69" fmla="*/ 32 h 320"/>
              <a:gd name="T70" fmla="*/ 118 w 235"/>
              <a:gd name="T71" fmla="*/ 42 h 320"/>
              <a:gd name="T72" fmla="*/ 107 w 235"/>
              <a:gd name="T73" fmla="*/ 32 h 320"/>
              <a:gd name="T74" fmla="*/ 118 w 235"/>
              <a:gd name="T75" fmla="*/ 21 h 320"/>
              <a:gd name="T76" fmla="*/ 32 w 235"/>
              <a:gd name="T77" fmla="*/ 298 h 320"/>
              <a:gd name="T78" fmla="*/ 22 w 235"/>
              <a:gd name="T79" fmla="*/ 288 h 320"/>
              <a:gd name="T80" fmla="*/ 32 w 235"/>
              <a:gd name="T81" fmla="*/ 277 h 320"/>
              <a:gd name="T82" fmla="*/ 43 w 235"/>
              <a:gd name="T83" fmla="*/ 288 h 320"/>
              <a:gd name="T84" fmla="*/ 32 w 235"/>
              <a:gd name="T85" fmla="*/ 298 h 320"/>
              <a:gd name="T86" fmla="*/ 118 w 235"/>
              <a:gd name="T87" fmla="*/ 298 h 320"/>
              <a:gd name="T88" fmla="*/ 107 w 235"/>
              <a:gd name="T89" fmla="*/ 288 h 320"/>
              <a:gd name="T90" fmla="*/ 118 w 235"/>
              <a:gd name="T91" fmla="*/ 277 h 320"/>
              <a:gd name="T92" fmla="*/ 128 w 235"/>
              <a:gd name="T93" fmla="*/ 288 h 320"/>
              <a:gd name="T94" fmla="*/ 118 w 235"/>
              <a:gd name="T95" fmla="*/ 298 h 320"/>
              <a:gd name="T96" fmla="*/ 203 w 235"/>
              <a:gd name="T97" fmla="*/ 298 h 320"/>
              <a:gd name="T98" fmla="*/ 192 w 235"/>
              <a:gd name="T99" fmla="*/ 288 h 320"/>
              <a:gd name="T100" fmla="*/ 203 w 235"/>
              <a:gd name="T101" fmla="*/ 277 h 320"/>
              <a:gd name="T102" fmla="*/ 214 w 235"/>
              <a:gd name="T103" fmla="*/ 288 h 320"/>
              <a:gd name="T104" fmla="*/ 203 w 235"/>
              <a:gd name="T105" fmla="*/ 29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5" h="320">
                <a:moveTo>
                  <a:pt x="214" y="258"/>
                </a:moveTo>
                <a:cubicBezTo>
                  <a:pt x="214" y="181"/>
                  <a:pt x="214" y="181"/>
                  <a:pt x="214" y="181"/>
                </a:cubicBezTo>
                <a:cubicBezTo>
                  <a:pt x="214" y="158"/>
                  <a:pt x="195" y="149"/>
                  <a:pt x="182" y="149"/>
                </a:cubicBezTo>
                <a:cubicBezTo>
                  <a:pt x="128" y="149"/>
                  <a:pt x="128" y="149"/>
                  <a:pt x="128" y="149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41" y="57"/>
                  <a:pt x="150" y="46"/>
                  <a:pt x="150" y="32"/>
                </a:cubicBezTo>
                <a:cubicBezTo>
                  <a:pt x="150" y="14"/>
                  <a:pt x="135" y="0"/>
                  <a:pt x="118" y="0"/>
                </a:cubicBezTo>
                <a:cubicBezTo>
                  <a:pt x="100" y="0"/>
                  <a:pt x="86" y="14"/>
                  <a:pt x="86" y="32"/>
                </a:cubicBezTo>
                <a:cubicBezTo>
                  <a:pt x="86" y="46"/>
                  <a:pt x="95" y="57"/>
                  <a:pt x="107" y="62"/>
                </a:cubicBezTo>
                <a:cubicBezTo>
                  <a:pt x="107" y="149"/>
                  <a:pt x="107" y="149"/>
                  <a:pt x="107" y="149"/>
                </a:cubicBezTo>
                <a:cubicBezTo>
                  <a:pt x="54" y="149"/>
                  <a:pt x="54" y="149"/>
                  <a:pt x="54" y="149"/>
                </a:cubicBezTo>
                <a:cubicBezTo>
                  <a:pt x="31" y="149"/>
                  <a:pt x="22" y="168"/>
                  <a:pt x="22" y="181"/>
                </a:cubicBezTo>
                <a:cubicBezTo>
                  <a:pt x="22" y="258"/>
                  <a:pt x="22" y="258"/>
                  <a:pt x="22" y="258"/>
                </a:cubicBezTo>
                <a:cubicBezTo>
                  <a:pt x="9" y="262"/>
                  <a:pt x="0" y="274"/>
                  <a:pt x="0" y="288"/>
                </a:cubicBezTo>
                <a:cubicBezTo>
                  <a:pt x="0" y="305"/>
                  <a:pt x="15" y="320"/>
                  <a:pt x="32" y="320"/>
                </a:cubicBezTo>
                <a:cubicBezTo>
                  <a:pt x="50" y="320"/>
                  <a:pt x="64" y="305"/>
                  <a:pt x="64" y="288"/>
                </a:cubicBezTo>
                <a:cubicBezTo>
                  <a:pt x="64" y="274"/>
                  <a:pt x="55" y="262"/>
                  <a:pt x="43" y="258"/>
                </a:cubicBezTo>
                <a:cubicBezTo>
                  <a:pt x="43" y="181"/>
                  <a:pt x="43" y="181"/>
                  <a:pt x="43" y="181"/>
                </a:cubicBezTo>
                <a:cubicBezTo>
                  <a:pt x="43" y="179"/>
                  <a:pt x="44" y="170"/>
                  <a:pt x="54" y="170"/>
                </a:cubicBezTo>
                <a:cubicBezTo>
                  <a:pt x="107" y="170"/>
                  <a:pt x="107" y="170"/>
                  <a:pt x="107" y="170"/>
                </a:cubicBezTo>
                <a:cubicBezTo>
                  <a:pt x="107" y="258"/>
                  <a:pt x="107" y="258"/>
                  <a:pt x="107" y="258"/>
                </a:cubicBezTo>
                <a:cubicBezTo>
                  <a:pt x="95" y="262"/>
                  <a:pt x="86" y="274"/>
                  <a:pt x="86" y="288"/>
                </a:cubicBezTo>
                <a:cubicBezTo>
                  <a:pt x="86" y="305"/>
                  <a:pt x="100" y="320"/>
                  <a:pt x="118" y="320"/>
                </a:cubicBezTo>
                <a:cubicBezTo>
                  <a:pt x="135" y="320"/>
                  <a:pt x="150" y="305"/>
                  <a:pt x="150" y="288"/>
                </a:cubicBezTo>
                <a:cubicBezTo>
                  <a:pt x="150" y="274"/>
                  <a:pt x="141" y="262"/>
                  <a:pt x="128" y="258"/>
                </a:cubicBezTo>
                <a:cubicBezTo>
                  <a:pt x="128" y="170"/>
                  <a:pt x="128" y="170"/>
                  <a:pt x="128" y="170"/>
                </a:cubicBezTo>
                <a:cubicBezTo>
                  <a:pt x="182" y="170"/>
                  <a:pt x="182" y="170"/>
                  <a:pt x="182" y="170"/>
                </a:cubicBezTo>
                <a:cubicBezTo>
                  <a:pt x="186" y="170"/>
                  <a:pt x="192" y="172"/>
                  <a:pt x="192" y="181"/>
                </a:cubicBezTo>
                <a:cubicBezTo>
                  <a:pt x="192" y="258"/>
                  <a:pt x="192" y="258"/>
                  <a:pt x="192" y="258"/>
                </a:cubicBezTo>
                <a:cubicBezTo>
                  <a:pt x="180" y="262"/>
                  <a:pt x="171" y="274"/>
                  <a:pt x="171" y="288"/>
                </a:cubicBezTo>
                <a:cubicBezTo>
                  <a:pt x="171" y="305"/>
                  <a:pt x="185" y="320"/>
                  <a:pt x="203" y="320"/>
                </a:cubicBezTo>
                <a:cubicBezTo>
                  <a:pt x="221" y="320"/>
                  <a:pt x="235" y="305"/>
                  <a:pt x="235" y="288"/>
                </a:cubicBezTo>
                <a:cubicBezTo>
                  <a:pt x="235" y="274"/>
                  <a:pt x="226" y="262"/>
                  <a:pt x="214" y="258"/>
                </a:cubicBezTo>
                <a:close/>
                <a:moveTo>
                  <a:pt x="118" y="21"/>
                </a:moveTo>
                <a:cubicBezTo>
                  <a:pt x="124" y="21"/>
                  <a:pt x="128" y="26"/>
                  <a:pt x="128" y="32"/>
                </a:cubicBezTo>
                <a:cubicBezTo>
                  <a:pt x="128" y="38"/>
                  <a:pt x="124" y="42"/>
                  <a:pt x="118" y="42"/>
                </a:cubicBezTo>
                <a:cubicBezTo>
                  <a:pt x="112" y="42"/>
                  <a:pt x="107" y="38"/>
                  <a:pt x="107" y="32"/>
                </a:cubicBezTo>
                <a:cubicBezTo>
                  <a:pt x="107" y="26"/>
                  <a:pt x="112" y="21"/>
                  <a:pt x="118" y="21"/>
                </a:cubicBezTo>
                <a:close/>
                <a:moveTo>
                  <a:pt x="32" y="298"/>
                </a:moveTo>
                <a:cubicBezTo>
                  <a:pt x="26" y="298"/>
                  <a:pt x="22" y="294"/>
                  <a:pt x="22" y="288"/>
                </a:cubicBezTo>
                <a:cubicBezTo>
                  <a:pt x="22" y="282"/>
                  <a:pt x="26" y="277"/>
                  <a:pt x="32" y="277"/>
                </a:cubicBezTo>
                <a:cubicBezTo>
                  <a:pt x="38" y="277"/>
                  <a:pt x="43" y="282"/>
                  <a:pt x="43" y="288"/>
                </a:cubicBezTo>
                <a:cubicBezTo>
                  <a:pt x="43" y="294"/>
                  <a:pt x="38" y="298"/>
                  <a:pt x="32" y="298"/>
                </a:cubicBezTo>
                <a:close/>
                <a:moveTo>
                  <a:pt x="118" y="298"/>
                </a:moveTo>
                <a:cubicBezTo>
                  <a:pt x="112" y="298"/>
                  <a:pt x="107" y="294"/>
                  <a:pt x="107" y="288"/>
                </a:cubicBezTo>
                <a:cubicBezTo>
                  <a:pt x="107" y="282"/>
                  <a:pt x="112" y="277"/>
                  <a:pt x="118" y="277"/>
                </a:cubicBezTo>
                <a:cubicBezTo>
                  <a:pt x="124" y="277"/>
                  <a:pt x="128" y="282"/>
                  <a:pt x="128" y="288"/>
                </a:cubicBezTo>
                <a:cubicBezTo>
                  <a:pt x="128" y="294"/>
                  <a:pt x="124" y="298"/>
                  <a:pt x="118" y="298"/>
                </a:cubicBezTo>
                <a:close/>
                <a:moveTo>
                  <a:pt x="203" y="298"/>
                </a:moveTo>
                <a:cubicBezTo>
                  <a:pt x="197" y="298"/>
                  <a:pt x="192" y="294"/>
                  <a:pt x="192" y="288"/>
                </a:cubicBezTo>
                <a:cubicBezTo>
                  <a:pt x="192" y="282"/>
                  <a:pt x="197" y="277"/>
                  <a:pt x="203" y="277"/>
                </a:cubicBezTo>
                <a:cubicBezTo>
                  <a:pt x="209" y="277"/>
                  <a:pt x="214" y="282"/>
                  <a:pt x="214" y="288"/>
                </a:cubicBezTo>
                <a:cubicBezTo>
                  <a:pt x="214" y="294"/>
                  <a:pt x="209" y="298"/>
                  <a:pt x="203" y="29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53" name="Freeform 400">
            <a:extLst>
              <a:ext uri="{FF2B5EF4-FFF2-40B4-BE49-F238E27FC236}">
                <a16:creationId xmlns:a16="http://schemas.microsoft.com/office/drawing/2014/main" id="{F0CB5C78-806A-4062-A3FE-9B93B43A1AE9}"/>
              </a:ext>
            </a:extLst>
          </p:cNvPr>
          <p:cNvSpPr>
            <a:spLocks noEditPoints="1"/>
          </p:cNvSpPr>
          <p:nvPr/>
        </p:nvSpPr>
        <p:spPr bwMode="auto">
          <a:xfrm>
            <a:off x="5754838" y="2165450"/>
            <a:ext cx="615087" cy="615087"/>
          </a:xfrm>
          <a:custGeom>
            <a:avLst/>
            <a:gdLst>
              <a:gd name="T0" fmla="*/ 22 w 277"/>
              <a:gd name="T1" fmla="*/ 53 h 277"/>
              <a:gd name="T2" fmla="*/ 64 w 277"/>
              <a:gd name="T3" fmla="*/ 9 h 277"/>
              <a:gd name="T4" fmla="*/ 0 w 277"/>
              <a:gd name="T5" fmla="*/ 64 h 277"/>
              <a:gd name="T6" fmla="*/ 11 w 277"/>
              <a:gd name="T7" fmla="*/ 117 h 277"/>
              <a:gd name="T8" fmla="*/ 64 w 277"/>
              <a:gd name="T9" fmla="*/ 107 h 277"/>
              <a:gd name="T10" fmla="*/ 53 w 277"/>
              <a:gd name="T11" fmla="*/ 53 h 277"/>
              <a:gd name="T12" fmla="*/ 21 w 277"/>
              <a:gd name="T13" fmla="*/ 96 h 277"/>
              <a:gd name="T14" fmla="*/ 43 w 277"/>
              <a:gd name="T15" fmla="*/ 75 h 277"/>
              <a:gd name="T16" fmla="*/ 149 w 277"/>
              <a:gd name="T17" fmla="*/ 107 h 277"/>
              <a:gd name="T18" fmla="*/ 139 w 277"/>
              <a:gd name="T19" fmla="*/ 53 h 277"/>
              <a:gd name="T20" fmla="*/ 140 w 277"/>
              <a:gd name="T21" fmla="*/ 21 h 277"/>
              <a:gd name="T22" fmla="*/ 137 w 277"/>
              <a:gd name="T23" fmla="*/ 0 h 277"/>
              <a:gd name="T24" fmla="*/ 85 w 277"/>
              <a:gd name="T25" fmla="*/ 107 h 277"/>
              <a:gd name="T26" fmla="*/ 139 w 277"/>
              <a:gd name="T27" fmla="*/ 117 h 277"/>
              <a:gd name="T28" fmla="*/ 128 w 277"/>
              <a:gd name="T29" fmla="*/ 96 h 277"/>
              <a:gd name="T30" fmla="*/ 107 w 277"/>
              <a:gd name="T31" fmla="*/ 75 h 277"/>
              <a:gd name="T32" fmla="*/ 128 w 277"/>
              <a:gd name="T33" fmla="*/ 96 h 277"/>
              <a:gd name="T34" fmla="*/ 224 w 277"/>
              <a:gd name="T35" fmla="*/ 160 h 277"/>
              <a:gd name="T36" fmla="*/ 213 w 277"/>
              <a:gd name="T37" fmla="*/ 213 h 277"/>
              <a:gd name="T38" fmla="*/ 255 w 277"/>
              <a:gd name="T39" fmla="*/ 224 h 277"/>
              <a:gd name="T40" fmla="*/ 213 w 277"/>
              <a:gd name="T41" fmla="*/ 268 h 277"/>
              <a:gd name="T42" fmla="*/ 225 w 277"/>
              <a:gd name="T43" fmla="*/ 277 h 277"/>
              <a:gd name="T44" fmla="*/ 277 w 277"/>
              <a:gd name="T45" fmla="*/ 171 h 277"/>
              <a:gd name="T46" fmla="*/ 235 w 277"/>
              <a:gd name="T47" fmla="*/ 181 h 277"/>
              <a:gd name="T48" fmla="*/ 256 w 277"/>
              <a:gd name="T49" fmla="*/ 203 h 277"/>
              <a:gd name="T50" fmla="*/ 235 w 277"/>
              <a:gd name="T51" fmla="*/ 181 h 277"/>
              <a:gd name="T52" fmla="*/ 139 w 277"/>
              <a:gd name="T53" fmla="*/ 160 h 277"/>
              <a:gd name="T54" fmla="*/ 128 w 277"/>
              <a:gd name="T55" fmla="*/ 213 h 277"/>
              <a:gd name="T56" fmla="*/ 170 w 277"/>
              <a:gd name="T57" fmla="*/ 224 h 277"/>
              <a:gd name="T58" fmla="*/ 128 w 277"/>
              <a:gd name="T59" fmla="*/ 268 h 277"/>
              <a:gd name="T60" fmla="*/ 140 w 277"/>
              <a:gd name="T61" fmla="*/ 277 h 277"/>
              <a:gd name="T62" fmla="*/ 192 w 277"/>
              <a:gd name="T63" fmla="*/ 171 h 277"/>
              <a:gd name="T64" fmla="*/ 149 w 277"/>
              <a:gd name="T65" fmla="*/ 181 h 277"/>
              <a:gd name="T66" fmla="*/ 171 w 277"/>
              <a:gd name="T67" fmla="*/ 203 h 277"/>
              <a:gd name="T68" fmla="*/ 149 w 277"/>
              <a:gd name="T69" fmla="*/ 181 h 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7" h="277">
                <a:moveTo>
                  <a:pt x="53" y="53"/>
                </a:moveTo>
                <a:cubicBezTo>
                  <a:pt x="22" y="53"/>
                  <a:pt x="22" y="53"/>
                  <a:pt x="22" y="53"/>
                </a:cubicBezTo>
                <a:cubicBezTo>
                  <a:pt x="27" y="26"/>
                  <a:pt x="51" y="22"/>
                  <a:pt x="55" y="21"/>
                </a:cubicBezTo>
                <a:cubicBezTo>
                  <a:pt x="60" y="21"/>
                  <a:pt x="65" y="15"/>
                  <a:pt x="64" y="9"/>
                </a:cubicBezTo>
                <a:cubicBezTo>
                  <a:pt x="63" y="4"/>
                  <a:pt x="58" y="0"/>
                  <a:pt x="52" y="0"/>
                </a:cubicBezTo>
                <a:cubicBezTo>
                  <a:pt x="34" y="2"/>
                  <a:pt x="0" y="18"/>
                  <a:pt x="0" y="64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3"/>
                  <a:pt x="5" y="117"/>
                  <a:pt x="11" y="117"/>
                </a:cubicBezTo>
                <a:cubicBezTo>
                  <a:pt x="53" y="117"/>
                  <a:pt x="53" y="117"/>
                  <a:pt x="53" y="117"/>
                </a:cubicBezTo>
                <a:cubicBezTo>
                  <a:pt x="59" y="117"/>
                  <a:pt x="64" y="113"/>
                  <a:pt x="64" y="107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58"/>
                  <a:pt x="59" y="53"/>
                  <a:pt x="53" y="53"/>
                </a:cubicBezTo>
                <a:close/>
                <a:moveTo>
                  <a:pt x="43" y="96"/>
                </a:moveTo>
                <a:cubicBezTo>
                  <a:pt x="21" y="96"/>
                  <a:pt x="21" y="96"/>
                  <a:pt x="21" y="96"/>
                </a:cubicBezTo>
                <a:cubicBezTo>
                  <a:pt x="21" y="75"/>
                  <a:pt x="21" y="75"/>
                  <a:pt x="21" y="75"/>
                </a:cubicBezTo>
                <a:cubicBezTo>
                  <a:pt x="43" y="75"/>
                  <a:pt x="43" y="75"/>
                  <a:pt x="43" y="75"/>
                </a:cubicBezTo>
                <a:lnTo>
                  <a:pt x="43" y="96"/>
                </a:lnTo>
                <a:close/>
                <a:moveTo>
                  <a:pt x="149" y="107"/>
                </a:moveTo>
                <a:cubicBezTo>
                  <a:pt x="149" y="64"/>
                  <a:pt x="149" y="64"/>
                  <a:pt x="149" y="64"/>
                </a:cubicBezTo>
                <a:cubicBezTo>
                  <a:pt x="149" y="58"/>
                  <a:pt x="145" y="53"/>
                  <a:pt x="139" y="53"/>
                </a:cubicBezTo>
                <a:cubicBezTo>
                  <a:pt x="108" y="53"/>
                  <a:pt x="108" y="53"/>
                  <a:pt x="108" y="53"/>
                </a:cubicBezTo>
                <a:cubicBezTo>
                  <a:pt x="113" y="26"/>
                  <a:pt x="137" y="22"/>
                  <a:pt x="140" y="21"/>
                </a:cubicBezTo>
                <a:cubicBezTo>
                  <a:pt x="146" y="21"/>
                  <a:pt x="150" y="15"/>
                  <a:pt x="149" y="9"/>
                </a:cubicBezTo>
                <a:cubicBezTo>
                  <a:pt x="149" y="4"/>
                  <a:pt x="143" y="0"/>
                  <a:pt x="137" y="0"/>
                </a:cubicBezTo>
                <a:cubicBezTo>
                  <a:pt x="119" y="2"/>
                  <a:pt x="85" y="18"/>
                  <a:pt x="85" y="64"/>
                </a:cubicBezTo>
                <a:cubicBezTo>
                  <a:pt x="85" y="107"/>
                  <a:pt x="85" y="107"/>
                  <a:pt x="85" y="107"/>
                </a:cubicBezTo>
                <a:cubicBezTo>
                  <a:pt x="85" y="113"/>
                  <a:pt x="90" y="117"/>
                  <a:pt x="96" y="117"/>
                </a:cubicBezTo>
                <a:cubicBezTo>
                  <a:pt x="139" y="117"/>
                  <a:pt x="139" y="117"/>
                  <a:pt x="139" y="117"/>
                </a:cubicBezTo>
                <a:cubicBezTo>
                  <a:pt x="145" y="117"/>
                  <a:pt x="149" y="113"/>
                  <a:pt x="149" y="107"/>
                </a:cubicBezTo>
                <a:close/>
                <a:moveTo>
                  <a:pt x="128" y="96"/>
                </a:moveTo>
                <a:cubicBezTo>
                  <a:pt x="107" y="96"/>
                  <a:pt x="107" y="96"/>
                  <a:pt x="107" y="96"/>
                </a:cubicBezTo>
                <a:cubicBezTo>
                  <a:pt x="107" y="75"/>
                  <a:pt x="107" y="75"/>
                  <a:pt x="107" y="75"/>
                </a:cubicBezTo>
                <a:cubicBezTo>
                  <a:pt x="128" y="75"/>
                  <a:pt x="128" y="75"/>
                  <a:pt x="128" y="75"/>
                </a:cubicBezTo>
                <a:lnTo>
                  <a:pt x="128" y="96"/>
                </a:lnTo>
                <a:close/>
                <a:moveTo>
                  <a:pt x="267" y="160"/>
                </a:moveTo>
                <a:cubicBezTo>
                  <a:pt x="224" y="160"/>
                  <a:pt x="224" y="160"/>
                  <a:pt x="224" y="160"/>
                </a:cubicBezTo>
                <a:cubicBezTo>
                  <a:pt x="218" y="160"/>
                  <a:pt x="213" y="165"/>
                  <a:pt x="213" y="171"/>
                </a:cubicBezTo>
                <a:cubicBezTo>
                  <a:pt x="213" y="213"/>
                  <a:pt x="213" y="213"/>
                  <a:pt x="213" y="213"/>
                </a:cubicBezTo>
                <a:cubicBezTo>
                  <a:pt x="213" y="219"/>
                  <a:pt x="218" y="224"/>
                  <a:pt x="224" y="224"/>
                </a:cubicBezTo>
                <a:cubicBezTo>
                  <a:pt x="255" y="224"/>
                  <a:pt x="255" y="224"/>
                  <a:pt x="255" y="224"/>
                </a:cubicBezTo>
                <a:cubicBezTo>
                  <a:pt x="250" y="252"/>
                  <a:pt x="226" y="256"/>
                  <a:pt x="223" y="256"/>
                </a:cubicBezTo>
                <a:cubicBezTo>
                  <a:pt x="217" y="257"/>
                  <a:pt x="213" y="262"/>
                  <a:pt x="213" y="268"/>
                </a:cubicBezTo>
                <a:cubicBezTo>
                  <a:pt x="214" y="273"/>
                  <a:pt x="219" y="277"/>
                  <a:pt x="224" y="277"/>
                </a:cubicBezTo>
                <a:cubicBezTo>
                  <a:pt x="224" y="277"/>
                  <a:pt x="225" y="277"/>
                  <a:pt x="225" y="277"/>
                </a:cubicBezTo>
                <a:cubicBezTo>
                  <a:pt x="243" y="275"/>
                  <a:pt x="277" y="259"/>
                  <a:pt x="277" y="213"/>
                </a:cubicBezTo>
                <a:cubicBezTo>
                  <a:pt x="277" y="171"/>
                  <a:pt x="277" y="171"/>
                  <a:pt x="277" y="171"/>
                </a:cubicBezTo>
                <a:cubicBezTo>
                  <a:pt x="277" y="165"/>
                  <a:pt x="273" y="160"/>
                  <a:pt x="267" y="160"/>
                </a:cubicBezTo>
                <a:close/>
                <a:moveTo>
                  <a:pt x="235" y="181"/>
                </a:moveTo>
                <a:cubicBezTo>
                  <a:pt x="256" y="181"/>
                  <a:pt x="256" y="181"/>
                  <a:pt x="256" y="181"/>
                </a:cubicBezTo>
                <a:cubicBezTo>
                  <a:pt x="256" y="203"/>
                  <a:pt x="256" y="203"/>
                  <a:pt x="256" y="203"/>
                </a:cubicBezTo>
                <a:cubicBezTo>
                  <a:pt x="235" y="203"/>
                  <a:pt x="235" y="203"/>
                  <a:pt x="235" y="203"/>
                </a:cubicBezTo>
                <a:lnTo>
                  <a:pt x="235" y="181"/>
                </a:lnTo>
                <a:close/>
                <a:moveTo>
                  <a:pt x="181" y="160"/>
                </a:moveTo>
                <a:cubicBezTo>
                  <a:pt x="139" y="160"/>
                  <a:pt x="139" y="160"/>
                  <a:pt x="139" y="160"/>
                </a:cubicBezTo>
                <a:cubicBezTo>
                  <a:pt x="133" y="160"/>
                  <a:pt x="128" y="165"/>
                  <a:pt x="128" y="171"/>
                </a:cubicBezTo>
                <a:cubicBezTo>
                  <a:pt x="128" y="213"/>
                  <a:pt x="128" y="213"/>
                  <a:pt x="128" y="213"/>
                </a:cubicBezTo>
                <a:cubicBezTo>
                  <a:pt x="128" y="219"/>
                  <a:pt x="133" y="224"/>
                  <a:pt x="139" y="224"/>
                </a:cubicBezTo>
                <a:cubicBezTo>
                  <a:pt x="170" y="224"/>
                  <a:pt x="170" y="224"/>
                  <a:pt x="170" y="224"/>
                </a:cubicBezTo>
                <a:cubicBezTo>
                  <a:pt x="165" y="252"/>
                  <a:pt x="141" y="256"/>
                  <a:pt x="137" y="256"/>
                </a:cubicBezTo>
                <a:cubicBezTo>
                  <a:pt x="132" y="257"/>
                  <a:pt x="127" y="262"/>
                  <a:pt x="128" y="268"/>
                </a:cubicBezTo>
                <a:cubicBezTo>
                  <a:pt x="129" y="273"/>
                  <a:pt x="133" y="277"/>
                  <a:pt x="139" y="277"/>
                </a:cubicBezTo>
                <a:cubicBezTo>
                  <a:pt x="139" y="277"/>
                  <a:pt x="139" y="277"/>
                  <a:pt x="140" y="277"/>
                </a:cubicBezTo>
                <a:cubicBezTo>
                  <a:pt x="158" y="275"/>
                  <a:pt x="192" y="259"/>
                  <a:pt x="192" y="213"/>
                </a:cubicBezTo>
                <a:cubicBezTo>
                  <a:pt x="192" y="171"/>
                  <a:pt x="192" y="171"/>
                  <a:pt x="192" y="171"/>
                </a:cubicBezTo>
                <a:cubicBezTo>
                  <a:pt x="192" y="165"/>
                  <a:pt x="187" y="160"/>
                  <a:pt x="181" y="160"/>
                </a:cubicBezTo>
                <a:close/>
                <a:moveTo>
                  <a:pt x="149" y="181"/>
                </a:moveTo>
                <a:cubicBezTo>
                  <a:pt x="171" y="181"/>
                  <a:pt x="171" y="181"/>
                  <a:pt x="171" y="181"/>
                </a:cubicBezTo>
                <a:cubicBezTo>
                  <a:pt x="171" y="203"/>
                  <a:pt x="171" y="203"/>
                  <a:pt x="171" y="203"/>
                </a:cubicBezTo>
                <a:cubicBezTo>
                  <a:pt x="149" y="203"/>
                  <a:pt x="149" y="203"/>
                  <a:pt x="149" y="203"/>
                </a:cubicBezTo>
                <a:lnTo>
                  <a:pt x="149" y="1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154" name="Group 245">
            <a:extLst>
              <a:ext uri="{FF2B5EF4-FFF2-40B4-BE49-F238E27FC236}">
                <a16:creationId xmlns:a16="http://schemas.microsoft.com/office/drawing/2014/main" id="{C6FA0BEA-237C-4B7A-8EE8-2F9E03DEFA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45580" y="2207966"/>
            <a:ext cx="706877" cy="613516"/>
            <a:chOff x="3544" y="884"/>
            <a:chExt cx="212" cy="184"/>
          </a:xfrm>
          <a:solidFill>
            <a:schemeClr val="accent1"/>
          </a:solidFill>
        </p:grpSpPr>
        <p:sp>
          <p:nvSpPr>
            <p:cNvPr id="155" name="Freeform 247">
              <a:extLst>
                <a:ext uri="{FF2B5EF4-FFF2-40B4-BE49-F238E27FC236}">
                  <a16:creationId xmlns:a16="http://schemas.microsoft.com/office/drawing/2014/main" id="{68414C74-9DA3-402A-9D0B-D79AE4BF22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44" y="884"/>
              <a:ext cx="212" cy="184"/>
            </a:xfrm>
            <a:custGeom>
              <a:avLst/>
              <a:gdLst>
                <a:gd name="T0" fmla="*/ 309 w 320"/>
                <a:gd name="T1" fmla="*/ 0 h 278"/>
                <a:gd name="T2" fmla="*/ 10 w 320"/>
                <a:gd name="T3" fmla="*/ 0 h 278"/>
                <a:gd name="T4" fmla="*/ 0 w 320"/>
                <a:gd name="T5" fmla="*/ 11 h 278"/>
                <a:gd name="T6" fmla="*/ 0 w 320"/>
                <a:gd name="T7" fmla="*/ 203 h 278"/>
                <a:gd name="T8" fmla="*/ 10 w 320"/>
                <a:gd name="T9" fmla="*/ 214 h 278"/>
                <a:gd name="T10" fmla="*/ 53 w 320"/>
                <a:gd name="T11" fmla="*/ 214 h 278"/>
                <a:gd name="T12" fmla="*/ 53 w 320"/>
                <a:gd name="T13" fmla="*/ 267 h 278"/>
                <a:gd name="T14" fmla="*/ 60 w 320"/>
                <a:gd name="T15" fmla="*/ 277 h 278"/>
                <a:gd name="T16" fmla="*/ 64 w 320"/>
                <a:gd name="T17" fmla="*/ 278 h 278"/>
                <a:gd name="T18" fmla="*/ 72 w 320"/>
                <a:gd name="T19" fmla="*/ 274 h 278"/>
                <a:gd name="T20" fmla="*/ 122 w 320"/>
                <a:gd name="T21" fmla="*/ 214 h 278"/>
                <a:gd name="T22" fmla="*/ 309 w 320"/>
                <a:gd name="T23" fmla="*/ 214 h 278"/>
                <a:gd name="T24" fmla="*/ 320 w 320"/>
                <a:gd name="T25" fmla="*/ 203 h 278"/>
                <a:gd name="T26" fmla="*/ 320 w 320"/>
                <a:gd name="T27" fmla="*/ 11 h 278"/>
                <a:gd name="T28" fmla="*/ 309 w 320"/>
                <a:gd name="T29" fmla="*/ 0 h 278"/>
                <a:gd name="T30" fmla="*/ 298 w 320"/>
                <a:gd name="T31" fmla="*/ 192 h 278"/>
                <a:gd name="T32" fmla="*/ 117 w 320"/>
                <a:gd name="T33" fmla="*/ 192 h 278"/>
                <a:gd name="T34" fmla="*/ 109 w 320"/>
                <a:gd name="T35" fmla="*/ 196 h 278"/>
                <a:gd name="T36" fmla="*/ 74 w 320"/>
                <a:gd name="T37" fmla="*/ 238 h 278"/>
                <a:gd name="T38" fmla="*/ 74 w 320"/>
                <a:gd name="T39" fmla="*/ 203 h 278"/>
                <a:gd name="T40" fmla="*/ 64 w 320"/>
                <a:gd name="T41" fmla="*/ 192 h 278"/>
                <a:gd name="T42" fmla="*/ 21 w 320"/>
                <a:gd name="T43" fmla="*/ 192 h 278"/>
                <a:gd name="T44" fmla="*/ 21 w 320"/>
                <a:gd name="T45" fmla="*/ 22 h 278"/>
                <a:gd name="T46" fmla="*/ 298 w 320"/>
                <a:gd name="T47" fmla="*/ 22 h 278"/>
                <a:gd name="T48" fmla="*/ 298 w 320"/>
                <a:gd name="T49" fmla="*/ 192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0" h="278">
                  <a:moveTo>
                    <a:pt x="309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209"/>
                    <a:pt x="4" y="214"/>
                    <a:pt x="10" y="21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67"/>
                    <a:pt x="53" y="267"/>
                    <a:pt x="53" y="267"/>
                  </a:cubicBezTo>
                  <a:cubicBezTo>
                    <a:pt x="53" y="271"/>
                    <a:pt x="56" y="276"/>
                    <a:pt x="60" y="277"/>
                  </a:cubicBezTo>
                  <a:cubicBezTo>
                    <a:pt x="61" y="277"/>
                    <a:pt x="62" y="278"/>
                    <a:pt x="64" y="278"/>
                  </a:cubicBezTo>
                  <a:cubicBezTo>
                    <a:pt x="67" y="278"/>
                    <a:pt x="70" y="276"/>
                    <a:pt x="72" y="274"/>
                  </a:cubicBezTo>
                  <a:cubicBezTo>
                    <a:pt x="122" y="214"/>
                    <a:pt x="122" y="214"/>
                    <a:pt x="122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15" y="214"/>
                    <a:pt x="320" y="209"/>
                    <a:pt x="320" y="203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20" y="5"/>
                    <a:pt x="315" y="0"/>
                    <a:pt x="309" y="0"/>
                  </a:cubicBezTo>
                  <a:close/>
                  <a:moveTo>
                    <a:pt x="298" y="192"/>
                  </a:moveTo>
                  <a:cubicBezTo>
                    <a:pt x="117" y="192"/>
                    <a:pt x="117" y="192"/>
                    <a:pt x="117" y="192"/>
                  </a:cubicBezTo>
                  <a:cubicBezTo>
                    <a:pt x="114" y="192"/>
                    <a:pt x="111" y="194"/>
                    <a:pt x="109" y="196"/>
                  </a:cubicBezTo>
                  <a:cubicBezTo>
                    <a:pt x="74" y="238"/>
                    <a:pt x="74" y="238"/>
                    <a:pt x="74" y="238"/>
                  </a:cubicBezTo>
                  <a:cubicBezTo>
                    <a:pt x="74" y="203"/>
                    <a:pt x="74" y="203"/>
                    <a:pt x="74" y="203"/>
                  </a:cubicBezTo>
                  <a:cubicBezTo>
                    <a:pt x="74" y="197"/>
                    <a:pt x="70" y="192"/>
                    <a:pt x="64" y="192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98" y="22"/>
                    <a:pt x="298" y="22"/>
                    <a:pt x="298" y="22"/>
                  </a:cubicBezTo>
                  <a:lnTo>
                    <a:pt x="298" y="1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6" name="Freeform 248">
              <a:extLst>
                <a:ext uri="{FF2B5EF4-FFF2-40B4-BE49-F238E27FC236}">
                  <a16:creationId xmlns:a16="http://schemas.microsoft.com/office/drawing/2014/main" id="{8D6B0C56-6DA7-4581-B8C8-22DDD9BE2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19"/>
              <a:ext cx="156" cy="14"/>
            </a:xfrm>
            <a:custGeom>
              <a:avLst/>
              <a:gdLst>
                <a:gd name="T0" fmla="*/ 11 w 235"/>
                <a:gd name="T1" fmla="*/ 21 h 21"/>
                <a:gd name="T2" fmla="*/ 224 w 235"/>
                <a:gd name="T3" fmla="*/ 21 h 21"/>
                <a:gd name="T4" fmla="*/ 235 w 235"/>
                <a:gd name="T5" fmla="*/ 10 h 21"/>
                <a:gd name="T6" fmla="*/ 224 w 235"/>
                <a:gd name="T7" fmla="*/ 0 h 21"/>
                <a:gd name="T8" fmla="*/ 11 w 235"/>
                <a:gd name="T9" fmla="*/ 0 h 21"/>
                <a:gd name="T10" fmla="*/ 0 w 235"/>
                <a:gd name="T11" fmla="*/ 10 h 21"/>
                <a:gd name="T12" fmla="*/ 11 w 23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1">
                  <a:moveTo>
                    <a:pt x="11" y="21"/>
                  </a:moveTo>
                  <a:cubicBezTo>
                    <a:pt x="224" y="21"/>
                    <a:pt x="224" y="21"/>
                    <a:pt x="224" y="21"/>
                  </a:cubicBezTo>
                  <a:cubicBezTo>
                    <a:pt x="230" y="21"/>
                    <a:pt x="235" y="16"/>
                    <a:pt x="235" y="10"/>
                  </a:cubicBezTo>
                  <a:cubicBezTo>
                    <a:pt x="235" y="4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4"/>
                    <a:pt x="0" y="10"/>
                  </a:cubicBezTo>
                  <a:cubicBezTo>
                    <a:pt x="0" y="16"/>
                    <a:pt x="5" y="21"/>
                    <a:pt x="1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7" name="Freeform 249">
              <a:extLst>
                <a:ext uri="{FF2B5EF4-FFF2-40B4-BE49-F238E27FC236}">
                  <a16:creationId xmlns:a16="http://schemas.microsoft.com/office/drawing/2014/main" id="{988EA793-FA74-44B2-B525-1DD52D2E4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47"/>
              <a:ext cx="156" cy="15"/>
            </a:xfrm>
            <a:custGeom>
              <a:avLst/>
              <a:gdLst>
                <a:gd name="T0" fmla="*/ 11 w 235"/>
                <a:gd name="T1" fmla="*/ 22 h 22"/>
                <a:gd name="T2" fmla="*/ 224 w 235"/>
                <a:gd name="T3" fmla="*/ 22 h 22"/>
                <a:gd name="T4" fmla="*/ 235 w 235"/>
                <a:gd name="T5" fmla="*/ 11 h 22"/>
                <a:gd name="T6" fmla="*/ 224 w 235"/>
                <a:gd name="T7" fmla="*/ 0 h 22"/>
                <a:gd name="T8" fmla="*/ 11 w 235"/>
                <a:gd name="T9" fmla="*/ 0 h 22"/>
                <a:gd name="T10" fmla="*/ 0 w 235"/>
                <a:gd name="T11" fmla="*/ 11 h 22"/>
                <a:gd name="T12" fmla="*/ 11 w 235"/>
                <a:gd name="T1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2">
                  <a:moveTo>
                    <a:pt x="11" y="22"/>
                  </a:moveTo>
                  <a:cubicBezTo>
                    <a:pt x="224" y="22"/>
                    <a:pt x="224" y="22"/>
                    <a:pt x="224" y="22"/>
                  </a:cubicBezTo>
                  <a:cubicBezTo>
                    <a:pt x="230" y="22"/>
                    <a:pt x="235" y="17"/>
                    <a:pt x="235" y="11"/>
                  </a:cubicBezTo>
                  <a:cubicBezTo>
                    <a:pt x="235" y="5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8" name="Freeform 250">
              <a:extLst>
                <a:ext uri="{FF2B5EF4-FFF2-40B4-BE49-F238E27FC236}">
                  <a16:creationId xmlns:a16="http://schemas.microsoft.com/office/drawing/2014/main" id="{4B5F7AC2-1B0F-4EEA-BC80-AE899365B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2" y="976"/>
              <a:ext cx="156" cy="14"/>
            </a:xfrm>
            <a:custGeom>
              <a:avLst/>
              <a:gdLst>
                <a:gd name="T0" fmla="*/ 11 w 235"/>
                <a:gd name="T1" fmla="*/ 21 h 21"/>
                <a:gd name="T2" fmla="*/ 224 w 235"/>
                <a:gd name="T3" fmla="*/ 21 h 21"/>
                <a:gd name="T4" fmla="*/ 235 w 235"/>
                <a:gd name="T5" fmla="*/ 11 h 21"/>
                <a:gd name="T6" fmla="*/ 224 w 235"/>
                <a:gd name="T7" fmla="*/ 0 h 21"/>
                <a:gd name="T8" fmla="*/ 11 w 235"/>
                <a:gd name="T9" fmla="*/ 0 h 21"/>
                <a:gd name="T10" fmla="*/ 0 w 235"/>
                <a:gd name="T11" fmla="*/ 11 h 21"/>
                <a:gd name="T12" fmla="*/ 11 w 235"/>
                <a:gd name="T1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21">
                  <a:moveTo>
                    <a:pt x="11" y="21"/>
                  </a:moveTo>
                  <a:cubicBezTo>
                    <a:pt x="224" y="21"/>
                    <a:pt x="224" y="21"/>
                    <a:pt x="224" y="21"/>
                  </a:cubicBezTo>
                  <a:cubicBezTo>
                    <a:pt x="230" y="21"/>
                    <a:pt x="235" y="17"/>
                    <a:pt x="235" y="11"/>
                  </a:cubicBezTo>
                  <a:cubicBezTo>
                    <a:pt x="235" y="5"/>
                    <a:pt x="230" y="0"/>
                    <a:pt x="22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159" name="Freeform 872">
            <a:extLst>
              <a:ext uri="{FF2B5EF4-FFF2-40B4-BE49-F238E27FC236}">
                <a16:creationId xmlns:a16="http://schemas.microsoft.com/office/drawing/2014/main" id="{3A5E8132-90F6-4363-8253-88158E2CBC05}"/>
              </a:ext>
            </a:extLst>
          </p:cNvPr>
          <p:cNvSpPr>
            <a:spLocks noEditPoints="1"/>
          </p:cNvSpPr>
          <p:nvPr/>
        </p:nvSpPr>
        <p:spPr bwMode="auto">
          <a:xfrm>
            <a:off x="10332502" y="2140641"/>
            <a:ext cx="603838" cy="676035"/>
          </a:xfrm>
          <a:custGeom>
            <a:avLst/>
            <a:gdLst>
              <a:gd name="T0" fmla="*/ 267 w 277"/>
              <a:gd name="T1" fmla="*/ 11 h 310"/>
              <a:gd name="T2" fmla="*/ 149 w 277"/>
              <a:gd name="T3" fmla="*/ 11 h 310"/>
              <a:gd name="T4" fmla="*/ 139 w 277"/>
              <a:gd name="T5" fmla="*/ 0 h 310"/>
              <a:gd name="T6" fmla="*/ 128 w 277"/>
              <a:gd name="T7" fmla="*/ 11 h 310"/>
              <a:gd name="T8" fmla="*/ 11 w 277"/>
              <a:gd name="T9" fmla="*/ 11 h 310"/>
              <a:gd name="T10" fmla="*/ 0 w 277"/>
              <a:gd name="T11" fmla="*/ 22 h 310"/>
              <a:gd name="T12" fmla="*/ 0 w 277"/>
              <a:gd name="T13" fmla="*/ 214 h 310"/>
              <a:gd name="T14" fmla="*/ 11 w 277"/>
              <a:gd name="T15" fmla="*/ 224 h 310"/>
              <a:gd name="T16" fmla="*/ 81 w 277"/>
              <a:gd name="T17" fmla="*/ 224 h 310"/>
              <a:gd name="T18" fmla="*/ 54 w 277"/>
              <a:gd name="T19" fmla="*/ 295 h 310"/>
              <a:gd name="T20" fmla="*/ 60 w 277"/>
              <a:gd name="T21" fmla="*/ 309 h 310"/>
              <a:gd name="T22" fmla="*/ 64 w 277"/>
              <a:gd name="T23" fmla="*/ 310 h 310"/>
              <a:gd name="T24" fmla="*/ 74 w 277"/>
              <a:gd name="T25" fmla="*/ 303 h 310"/>
              <a:gd name="T26" fmla="*/ 103 w 277"/>
              <a:gd name="T27" fmla="*/ 224 h 310"/>
              <a:gd name="T28" fmla="*/ 128 w 277"/>
              <a:gd name="T29" fmla="*/ 224 h 310"/>
              <a:gd name="T30" fmla="*/ 128 w 277"/>
              <a:gd name="T31" fmla="*/ 267 h 310"/>
              <a:gd name="T32" fmla="*/ 139 w 277"/>
              <a:gd name="T33" fmla="*/ 278 h 310"/>
              <a:gd name="T34" fmla="*/ 149 w 277"/>
              <a:gd name="T35" fmla="*/ 267 h 310"/>
              <a:gd name="T36" fmla="*/ 149 w 277"/>
              <a:gd name="T37" fmla="*/ 224 h 310"/>
              <a:gd name="T38" fmla="*/ 174 w 277"/>
              <a:gd name="T39" fmla="*/ 224 h 310"/>
              <a:gd name="T40" fmla="*/ 203 w 277"/>
              <a:gd name="T41" fmla="*/ 303 h 310"/>
              <a:gd name="T42" fmla="*/ 213 w 277"/>
              <a:gd name="T43" fmla="*/ 310 h 310"/>
              <a:gd name="T44" fmla="*/ 217 w 277"/>
              <a:gd name="T45" fmla="*/ 309 h 310"/>
              <a:gd name="T46" fmla="*/ 223 w 277"/>
              <a:gd name="T47" fmla="*/ 295 h 310"/>
              <a:gd name="T48" fmla="*/ 197 w 277"/>
              <a:gd name="T49" fmla="*/ 224 h 310"/>
              <a:gd name="T50" fmla="*/ 267 w 277"/>
              <a:gd name="T51" fmla="*/ 224 h 310"/>
              <a:gd name="T52" fmla="*/ 277 w 277"/>
              <a:gd name="T53" fmla="*/ 214 h 310"/>
              <a:gd name="T54" fmla="*/ 277 w 277"/>
              <a:gd name="T55" fmla="*/ 22 h 310"/>
              <a:gd name="T56" fmla="*/ 267 w 277"/>
              <a:gd name="T57" fmla="*/ 11 h 310"/>
              <a:gd name="T58" fmla="*/ 256 w 277"/>
              <a:gd name="T59" fmla="*/ 203 h 310"/>
              <a:gd name="T60" fmla="*/ 21 w 277"/>
              <a:gd name="T61" fmla="*/ 203 h 310"/>
              <a:gd name="T62" fmla="*/ 21 w 277"/>
              <a:gd name="T63" fmla="*/ 32 h 310"/>
              <a:gd name="T64" fmla="*/ 256 w 277"/>
              <a:gd name="T65" fmla="*/ 32 h 310"/>
              <a:gd name="T66" fmla="*/ 256 w 277"/>
              <a:gd name="T67" fmla="*/ 203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77" h="310">
                <a:moveTo>
                  <a:pt x="267" y="11"/>
                </a:moveTo>
                <a:cubicBezTo>
                  <a:pt x="149" y="11"/>
                  <a:pt x="149" y="11"/>
                  <a:pt x="149" y="11"/>
                </a:cubicBezTo>
                <a:cubicBezTo>
                  <a:pt x="149" y="5"/>
                  <a:pt x="145" y="0"/>
                  <a:pt x="139" y="0"/>
                </a:cubicBezTo>
                <a:cubicBezTo>
                  <a:pt x="133" y="0"/>
                  <a:pt x="128" y="5"/>
                  <a:pt x="128" y="11"/>
                </a:cubicBezTo>
                <a:cubicBezTo>
                  <a:pt x="11" y="11"/>
                  <a:pt x="11" y="11"/>
                  <a:pt x="11" y="11"/>
                </a:cubicBezTo>
                <a:cubicBezTo>
                  <a:pt x="5" y="11"/>
                  <a:pt x="0" y="16"/>
                  <a:pt x="0" y="22"/>
                </a:cubicBezTo>
                <a:cubicBezTo>
                  <a:pt x="0" y="214"/>
                  <a:pt x="0" y="214"/>
                  <a:pt x="0" y="214"/>
                </a:cubicBezTo>
                <a:cubicBezTo>
                  <a:pt x="0" y="220"/>
                  <a:pt x="5" y="224"/>
                  <a:pt x="11" y="224"/>
                </a:cubicBezTo>
                <a:cubicBezTo>
                  <a:pt x="81" y="224"/>
                  <a:pt x="81" y="224"/>
                  <a:pt x="81" y="224"/>
                </a:cubicBezTo>
                <a:cubicBezTo>
                  <a:pt x="54" y="295"/>
                  <a:pt x="54" y="295"/>
                  <a:pt x="54" y="295"/>
                </a:cubicBezTo>
                <a:cubicBezTo>
                  <a:pt x="52" y="301"/>
                  <a:pt x="55" y="307"/>
                  <a:pt x="60" y="309"/>
                </a:cubicBezTo>
                <a:cubicBezTo>
                  <a:pt x="61" y="309"/>
                  <a:pt x="63" y="310"/>
                  <a:pt x="64" y="310"/>
                </a:cubicBezTo>
                <a:cubicBezTo>
                  <a:pt x="68" y="310"/>
                  <a:pt x="72" y="307"/>
                  <a:pt x="74" y="303"/>
                </a:cubicBezTo>
                <a:cubicBezTo>
                  <a:pt x="103" y="224"/>
                  <a:pt x="103" y="224"/>
                  <a:pt x="103" y="224"/>
                </a:cubicBezTo>
                <a:cubicBezTo>
                  <a:pt x="128" y="224"/>
                  <a:pt x="128" y="224"/>
                  <a:pt x="128" y="224"/>
                </a:cubicBezTo>
                <a:cubicBezTo>
                  <a:pt x="128" y="267"/>
                  <a:pt x="128" y="267"/>
                  <a:pt x="128" y="267"/>
                </a:cubicBezTo>
                <a:cubicBezTo>
                  <a:pt x="128" y="273"/>
                  <a:pt x="133" y="278"/>
                  <a:pt x="139" y="278"/>
                </a:cubicBezTo>
                <a:cubicBezTo>
                  <a:pt x="145" y="278"/>
                  <a:pt x="149" y="273"/>
                  <a:pt x="149" y="267"/>
                </a:cubicBezTo>
                <a:cubicBezTo>
                  <a:pt x="149" y="224"/>
                  <a:pt x="149" y="224"/>
                  <a:pt x="149" y="224"/>
                </a:cubicBezTo>
                <a:cubicBezTo>
                  <a:pt x="174" y="224"/>
                  <a:pt x="174" y="224"/>
                  <a:pt x="174" y="224"/>
                </a:cubicBezTo>
                <a:cubicBezTo>
                  <a:pt x="203" y="303"/>
                  <a:pt x="203" y="303"/>
                  <a:pt x="203" y="303"/>
                </a:cubicBezTo>
                <a:cubicBezTo>
                  <a:pt x="205" y="307"/>
                  <a:pt x="209" y="310"/>
                  <a:pt x="213" y="310"/>
                </a:cubicBezTo>
                <a:cubicBezTo>
                  <a:pt x="215" y="310"/>
                  <a:pt x="216" y="309"/>
                  <a:pt x="217" y="309"/>
                </a:cubicBezTo>
                <a:cubicBezTo>
                  <a:pt x="223" y="307"/>
                  <a:pt x="225" y="301"/>
                  <a:pt x="223" y="295"/>
                </a:cubicBezTo>
                <a:cubicBezTo>
                  <a:pt x="197" y="224"/>
                  <a:pt x="197" y="224"/>
                  <a:pt x="197" y="224"/>
                </a:cubicBezTo>
                <a:cubicBezTo>
                  <a:pt x="267" y="224"/>
                  <a:pt x="267" y="224"/>
                  <a:pt x="267" y="224"/>
                </a:cubicBezTo>
                <a:cubicBezTo>
                  <a:pt x="273" y="224"/>
                  <a:pt x="277" y="220"/>
                  <a:pt x="277" y="214"/>
                </a:cubicBezTo>
                <a:cubicBezTo>
                  <a:pt x="277" y="22"/>
                  <a:pt x="277" y="22"/>
                  <a:pt x="277" y="22"/>
                </a:cubicBezTo>
                <a:cubicBezTo>
                  <a:pt x="277" y="16"/>
                  <a:pt x="273" y="11"/>
                  <a:pt x="267" y="11"/>
                </a:cubicBezTo>
                <a:close/>
                <a:moveTo>
                  <a:pt x="256" y="203"/>
                </a:moveTo>
                <a:cubicBezTo>
                  <a:pt x="21" y="203"/>
                  <a:pt x="21" y="203"/>
                  <a:pt x="21" y="203"/>
                </a:cubicBezTo>
                <a:cubicBezTo>
                  <a:pt x="21" y="32"/>
                  <a:pt x="21" y="32"/>
                  <a:pt x="21" y="32"/>
                </a:cubicBezTo>
                <a:cubicBezTo>
                  <a:pt x="256" y="32"/>
                  <a:pt x="256" y="32"/>
                  <a:pt x="256" y="32"/>
                </a:cubicBezTo>
                <a:lnTo>
                  <a:pt x="256" y="2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68813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7958-6BCD-44B0-9B81-291C796DC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38601222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ference" hidden="1"/>
          <p:cNvSpPr/>
          <p:nvPr/>
        </p:nvSpPr>
        <p:spPr bwMode="gray">
          <a:xfrm>
            <a:off x="3352800" y="685800"/>
            <a:ext cx="5486400" cy="5486400"/>
          </a:xfrm>
          <a:custGeom>
            <a:avLst/>
            <a:gdLst>
              <a:gd name="connsiteX0" fmla="*/ 2743201 w 5486400"/>
              <a:gd name="connsiteY0" fmla="*/ 1795750 h 5486400"/>
              <a:gd name="connsiteX1" fmla="*/ 1795750 w 5486400"/>
              <a:gd name="connsiteY1" fmla="*/ 2743201 h 5486400"/>
              <a:gd name="connsiteX2" fmla="*/ 2743201 w 5486400"/>
              <a:gd name="connsiteY2" fmla="*/ 3690652 h 5486400"/>
              <a:gd name="connsiteX3" fmla="*/ 3690652 w 5486400"/>
              <a:gd name="connsiteY3" fmla="*/ 2743201 h 5486400"/>
              <a:gd name="connsiteX4" fmla="*/ 2743201 w 5486400"/>
              <a:gd name="connsiteY4" fmla="*/ 1795750 h 5486400"/>
              <a:gd name="connsiteX5" fmla="*/ 2743200 w 5486400"/>
              <a:gd name="connsiteY5" fmla="*/ 0 h 5486400"/>
              <a:gd name="connsiteX6" fmla="*/ 5486400 w 5486400"/>
              <a:gd name="connsiteY6" fmla="*/ 2743200 h 5486400"/>
              <a:gd name="connsiteX7" fmla="*/ 2743200 w 5486400"/>
              <a:gd name="connsiteY7" fmla="*/ 5486400 h 5486400"/>
              <a:gd name="connsiteX8" fmla="*/ 0 w 5486400"/>
              <a:gd name="connsiteY8" fmla="*/ 2743200 h 5486400"/>
              <a:gd name="connsiteX9" fmla="*/ 2743200 w 5486400"/>
              <a:gd name="connsiteY9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86400" h="5486400">
                <a:moveTo>
                  <a:pt x="2743201" y="1795750"/>
                </a:moveTo>
                <a:cubicBezTo>
                  <a:pt x="2219938" y="1795750"/>
                  <a:pt x="1795750" y="2219938"/>
                  <a:pt x="1795750" y="2743201"/>
                </a:cubicBezTo>
                <a:cubicBezTo>
                  <a:pt x="1795750" y="3266464"/>
                  <a:pt x="2219938" y="3690652"/>
                  <a:pt x="2743201" y="3690652"/>
                </a:cubicBezTo>
                <a:cubicBezTo>
                  <a:pt x="3266464" y="3690652"/>
                  <a:pt x="3690652" y="3266464"/>
                  <a:pt x="3690652" y="2743201"/>
                </a:cubicBezTo>
                <a:cubicBezTo>
                  <a:pt x="3690652" y="2219938"/>
                  <a:pt x="3266464" y="1795750"/>
                  <a:pt x="2743201" y="1795750"/>
                </a:cubicBezTo>
                <a:close/>
                <a:moveTo>
                  <a:pt x="2743200" y="0"/>
                </a:moveTo>
                <a:cubicBezTo>
                  <a:pt x="4258228" y="0"/>
                  <a:pt x="5486400" y="1228172"/>
                  <a:pt x="5486400" y="2743200"/>
                </a:cubicBezTo>
                <a:cubicBezTo>
                  <a:pt x="5486400" y="4258228"/>
                  <a:pt x="4258228" y="5486400"/>
                  <a:pt x="2743200" y="5486400"/>
                </a:cubicBezTo>
                <a:cubicBezTo>
                  <a:pt x="1228172" y="5486400"/>
                  <a:pt x="0" y="4258228"/>
                  <a:pt x="0" y="2743200"/>
                </a:cubicBezTo>
                <a:cubicBezTo>
                  <a:pt x="0" y="1228172"/>
                  <a:pt x="1228172" y="0"/>
                  <a:pt x="2743200" y="0"/>
                </a:cubicBezTo>
                <a:close/>
              </a:path>
            </a:pathLst>
          </a:cu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9DE8EB-FED8-9540-902A-68501CF2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Communicating ML Results Best Practices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3167140" y="797475"/>
            <a:ext cx="5950356" cy="6048515"/>
            <a:chOff x="1372796" y="182255"/>
            <a:chExt cx="6383503" cy="6488810"/>
          </a:xfrm>
        </p:grpSpPr>
        <p:grpSp>
          <p:nvGrpSpPr>
            <p:cNvPr id="60" name="Group 59"/>
            <p:cNvGrpSpPr/>
            <p:nvPr/>
          </p:nvGrpSpPr>
          <p:grpSpPr>
            <a:xfrm rot="1800000" flipV="1">
              <a:off x="3928321" y="4294967"/>
              <a:ext cx="2292286" cy="2376098"/>
              <a:chOff x="4904176" y="720729"/>
              <a:chExt cx="2292286" cy="2376098"/>
            </a:xfrm>
          </p:grpSpPr>
          <p:sp>
            <p:nvSpPr>
              <p:cNvPr id="111" name="Freeform 110"/>
              <p:cNvSpPr/>
              <p:nvPr/>
            </p:nvSpPr>
            <p:spPr bwMode="gray">
              <a:xfrm>
                <a:off x="4904176" y="804538"/>
                <a:ext cx="2292286" cy="2292289"/>
              </a:xfrm>
              <a:custGeom>
                <a:avLst/>
                <a:gdLst>
                  <a:gd name="connsiteX0" fmla="*/ 465713 w 2292286"/>
                  <a:gd name="connsiteY0" fmla="*/ 0 h 2292289"/>
                  <a:gd name="connsiteX1" fmla="*/ 483567 w 2292286"/>
                  <a:gd name="connsiteY1" fmla="*/ 4591 h 2292289"/>
                  <a:gd name="connsiteX2" fmla="*/ 2287694 w 2292286"/>
                  <a:gd name="connsiteY2" fmla="*/ 1808718 h 2292289"/>
                  <a:gd name="connsiteX3" fmla="*/ 2292286 w 2292286"/>
                  <a:gd name="connsiteY3" fmla="*/ 1826576 h 2292289"/>
                  <a:gd name="connsiteX4" fmla="*/ 554222 w 2292286"/>
                  <a:gd name="connsiteY4" fmla="*/ 2292289 h 2292289"/>
                  <a:gd name="connsiteX5" fmla="*/ 540820 w 2292286"/>
                  <a:gd name="connsiteY5" fmla="*/ 2255672 h 2292289"/>
                  <a:gd name="connsiteX6" fmla="*/ 36615 w 2292286"/>
                  <a:gd name="connsiteY6" fmla="*/ 1751467 h 2292289"/>
                  <a:gd name="connsiteX7" fmla="*/ 0 w 2292286"/>
                  <a:gd name="connsiteY7" fmla="*/ 1738066 h 2292289"/>
                  <a:gd name="connsiteX8" fmla="*/ 465713 w 2292286"/>
                  <a:gd name="connsiteY8" fmla="*/ 0 h 2292289"/>
                  <a:gd name="connsiteX0" fmla="*/ 465713 w 2292286"/>
                  <a:gd name="connsiteY0" fmla="*/ 0 h 2292289"/>
                  <a:gd name="connsiteX1" fmla="*/ 483567 w 2292286"/>
                  <a:gd name="connsiteY1" fmla="*/ 4591 h 2292289"/>
                  <a:gd name="connsiteX2" fmla="*/ 2287694 w 2292286"/>
                  <a:gd name="connsiteY2" fmla="*/ 1808718 h 2292289"/>
                  <a:gd name="connsiteX3" fmla="*/ 2292286 w 2292286"/>
                  <a:gd name="connsiteY3" fmla="*/ 1826576 h 2292289"/>
                  <a:gd name="connsiteX4" fmla="*/ 554222 w 2292286"/>
                  <a:gd name="connsiteY4" fmla="*/ 2292289 h 2292289"/>
                  <a:gd name="connsiteX5" fmla="*/ 540820 w 2292286"/>
                  <a:gd name="connsiteY5" fmla="*/ 2255672 h 2292289"/>
                  <a:gd name="connsiteX6" fmla="*/ 36615 w 2292286"/>
                  <a:gd name="connsiteY6" fmla="*/ 1751467 h 2292289"/>
                  <a:gd name="connsiteX7" fmla="*/ 0 w 2292286"/>
                  <a:gd name="connsiteY7" fmla="*/ 1738066 h 2292289"/>
                  <a:gd name="connsiteX8" fmla="*/ 557153 w 2292286"/>
                  <a:gd name="connsiteY8" fmla="*/ 91440 h 2292289"/>
                  <a:gd name="connsiteX0" fmla="*/ 465713 w 2292286"/>
                  <a:gd name="connsiteY0" fmla="*/ 0 h 2292289"/>
                  <a:gd name="connsiteX1" fmla="*/ 483567 w 2292286"/>
                  <a:gd name="connsiteY1" fmla="*/ 4591 h 2292289"/>
                  <a:gd name="connsiteX2" fmla="*/ 2287694 w 2292286"/>
                  <a:gd name="connsiteY2" fmla="*/ 1808718 h 2292289"/>
                  <a:gd name="connsiteX3" fmla="*/ 2292286 w 2292286"/>
                  <a:gd name="connsiteY3" fmla="*/ 1826576 h 2292289"/>
                  <a:gd name="connsiteX4" fmla="*/ 554222 w 2292286"/>
                  <a:gd name="connsiteY4" fmla="*/ 2292289 h 2292289"/>
                  <a:gd name="connsiteX5" fmla="*/ 540820 w 2292286"/>
                  <a:gd name="connsiteY5" fmla="*/ 2255672 h 2292289"/>
                  <a:gd name="connsiteX6" fmla="*/ 36615 w 2292286"/>
                  <a:gd name="connsiteY6" fmla="*/ 1751467 h 2292289"/>
                  <a:gd name="connsiteX7" fmla="*/ 0 w 2292286"/>
                  <a:gd name="connsiteY7" fmla="*/ 1738066 h 2292289"/>
                  <a:gd name="connsiteX8" fmla="*/ 424631 w 2292286"/>
                  <a:gd name="connsiteY8" fmla="*/ 180892 h 2292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92286" h="2292289">
                    <a:moveTo>
                      <a:pt x="465713" y="0"/>
                    </a:moveTo>
                    <a:lnTo>
                      <a:pt x="483567" y="4591"/>
                    </a:lnTo>
                    <a:cubicBezTo>
                      <a:pt x="1342545" y="271760"/>
                      <a:pt x="2020525" y="949741"/>
                      <a:pt x="2287694" y="1808718"/>
                    </a:cubicBezTo>
                    <a:lnTo>
                      <a:pt x="2292286" y="1826576"/>
                    </a:lnTo>
                    <a:lnTo>
                      <a:pt x="554222" y="2292289"/>
                    </a:lnTo>
                    <a:lnTo>
                      <a:pt x="540820" y="2255672"/>
                    </a:lnTo>
                    <a:cubicBezTo>
                      <a:pt x="444933" y="2028969"/>
                      <a:pt x="263318" y="1847355"/>
                      <a:pt x="36615" y="1751467"/>
                    </a:cubicBezTo>
                    <a:lnTo>
                      <a:pt x="0" y="1738066"/>
                    </a:lnTo>
                    <a:cubicBezTo>
                      <a:pt x="155238" y="1158711"/>
                      <a:pt x="424631" y="180892"/>
                      <a:pt x="424631" y="180892"/>
                    </a:cubicBezTo>
                  </a:path>
                </a:pathLst>
              </a:custGeom>
              <a:noFill/>
              <a:ln w="2857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2" name="Isosceles Triangle 111"/>
              <p:cNvSpPr/>
              <p:nvPr/>
            </p:nvSpPr>
            <p:spPr bwMode="gray">
              <a:xfrm rot="17350313">
                <a:off x="5298149" y="722287"/>
                <a:ext cx="167617" cy="164502"/>
              </a:xfrm>
              <a:prstGeom prst="triangle">
                <a:avLst/>
              </a:prstGeom>
              <a:solidFill>
                <a:schemeClr val="bg1"/>
              </a:solidFill>
              <a:ln w="2857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13" name="Oval 112"/>
              <p:cNvSpPr/>
              <p:nvPr/>
            </p:nvSpPr>
            <p:spPr bwMode="gray">
              <a:xfrm>
                <a:off x="5264934" y="990981"/>
                <a:ext cx="97182" cy="97182"/>
              </a:xfrm>
              <a:prstGeom prst="ellipse">
                <a:avLst/>
              </a:prstGeom>
              <a:solidFill>
                <a:schemeClr val="bg1"/>
              </a:solidFill>
              <a:ln w="28575" algn="ctr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1372796" y="182255"/>
              <a:ext cx="6383503" cy="5881669"/>
              <a:chOff x="1372796" y="182255"/>
              <a:chExt cx="6383503" cy="5881669"/>
            </a:xfrm>
          </p:grpSpPr>
          <p:grpSp>
            <p:nvGrpSpPr>
              <p:cNvPr id="62" name="Group 61"/>
              <p:cNvGrpSpPr/>
              <p:nvPr/>
            </p:nvGrpSpPr>
            <p:grpSpPr>
              <a:xfrm rot="19800000" flipV="1">
                <a:off x="5464013" y="2812992"/>
                <a:ext cx="2292286" cy="2376098"/>
                <a:chOff x="4904176" y="720729"/>
                <a:chExt cx="2292286" cy="2376098"/>
              </a:xfrm>
            </p:grpSpPr>
            <p:sp>
              <p:nvSpPr>
                <p:cNvPr id="108" name="Freeform 107"/>
                <p:cNvSpPr/>
                <p:nvPr/>
              </p:nvSpPr>
              <p:spPr bwMode="gray">
                <a:xfrm>
                  <a:off x="4904176" y="804538"/>
                  <a:ext cx="2292286" cy="2292289"/>
                </a:xfrm>
                <a:custGeom>
                  <a:avLst/>
                  <a:gdLst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65713 w 2292286"/>
                    <a:gd name="connsiteY8" fmla="*/ 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557153 w 2292286"/>
                    <a:gd name="connsiteY8" fmla="*/ 9144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24631 w 2292286"/>
                    <a:gd name="connsiteY8" fmla="*/ 180892 h 2292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286" h="2292289">
                      <a:moveTo>
                        <a:pt x="465713" y="0"/>
                      </a:moveTo>
                      <a:lnTo>
                        <a:pt x="483567" y="4591"/>
                      </a:lnTo>
                      <a:cubicBezTo>
                        <a:pt x="1342545" y="271760"/>
                        <a:pt x="2020525" y="949741"/>
                        <a:pt x="2287694" y="1808718"/>
                      </a:cubicBezTo>
                      <a:lnTo>
                        <a:pt x="2292286" y="1826576"/>
                      </a:lnTo>
                      <a:lnTo>
                        <a:pt x="554222" y="2292289"/>
                      </a:lnTo>
                      <a:lnTo>
                        <a:pt x="540820" y="2255672"/>
                      </a:lnTo>
                      <a:cubicBezTo>
                        <a:pt x="444933" y="2028969"/>
                        <a:pt x="263318" y="1847355"/>
                        <a:pt x="36615" y="1751467"/>
                      </a:cubicBezTo>
                      <a:lnTo>
                        <a:pt x="0" y="1738066"/>
                      </a:lnTo>
                      <a:cubicBezTo>
                        <a:pt x="155238" y="1158711"/>
                        <a:pt x="424631" y="180892"/>
                        <a:pt x="424631" y="180892"/>
                      </a:cubicBezTo>
                    </a:path>
                  </a:pathLst>
                </a:custGeom>
                <a:noFill/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Isosceles Triangle 108"/>
                <p:cNvSpPr/>
                <p:nvPr/>
              </p:nvSpPr>
              <p:spPr bwMode="gray">
                <a:xfrm rot="17350313">
                  <a:off x="5298149" y="722287"/>
                  <a:ext cx="167617" cy="164502"/>
                </a:xfrm>
                <a:prstGeom prst="triangle">
                  <a:avLst/>
                </a:prstGeom>
                <a:solidFill>
                  <a:schemeClr val="bg1"/>
                </a:solidFill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Oval 109"/>
                <p:cNvSpPr/>
                <p:nvPr/>
              </p:nvSpPr>
              <p:spPr bwMode="gray">
                <a:xfrm>
                  <a:off x="5264934" y="990981"/>
                  <a:ext cx="97182" cy="97182"/>
                </a:xfrm>
                <a:prstGeom prst="ellipse">
                  <a:avLst/>
                </a:prstGeom>
                <a:solidFill>
                  <a:schemeClr val="bg1"/>
                </a:solidFill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" name="Group 62"/>
              <p:cNvGrpSpPr/>
              <p:nvPr/>
            </p:nvGrpSpPr>
            <p:grpSpPr>
              <a:xfrm rot="16200000" flipV="1">
                <a:off x="4942994" y="747492"/>
                <a:ext cx="2292286" cy="2376098"/>
                <a:chOff x="4904176" y="720729"/>
                <a:chExt cx="2292286" cy="2376098"/>
              </a:xfrm>
            </p:grpSpPr>
            <p:sp>
              <p:nvSpPr>
                <p:cNvPr id="105" name="Freeform 104"/>
                <p:cNvSpPr/>
                <p:nvPr/>
              </p:nvSpPr>
              <p:spPr bwMode="gray">
                <a:xfrm>
                  <a:off x="4904176" y="804538"/>
                  <a:ext cx="2292286" cy="2292289"/>
                </a:xfrm>
                <a:custGeom>
                  <a:avLst/>
                  <a:gdLst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65713 w 2292286"/>
                    <a:gd name="connsiteY8" fmla="*/ 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557153 w 2292286"/>
                    <a:gd name="connsiteY8" fmla="*/ 9144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24631 w 2292286"/>
                    <a:gd name="connsiteY8" fmla="*/ 180892 h 2292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286" h="2292289">
                      <a:moveTo>
                        <a:pt x="465713" y="0"/>
                      </a:moveTo>
                      <a:lnTo>
                        <a:pt x="483567" y="4591"/>
                      </a:lnTo>
                      <a:cubicBezTo>
                        <a:pt x="1342545" y="271760"/>
                        <a:pt x="2020525" y="949741"/>
                        <a:pt x="2287694" y="1808718"/>
                      </a:cubicBezTo>
                      <a:lnTo>
                        <a:pt x="2292286" y="1826576"/>
                      </a:lnTo>
                      <a:lnTo>
                        <a:pt x="554222" y="2292289"/>
                      </a:lnTo>
                      <a:lnTo>
                        <a:pt x="540820" y="2255672"/>
                      </a:lnTo>
                      <a:cubicBezTo>
                        <a:pt x="444933" y="2028969"/>
                        <a:pt x="263318" y="1847355"/>
                        <a:pt x="36615" y="1751467"/>
                      </a:cubicBezTo>
                      <a:lnTo>
                        <a:pt x="0" y="1738066"/>
                      </a:lnTo>
                      <a:cubicBezTo>
                        <a:pt x="155238" y="1158711"/>
                        <a:pt x="424631" y="180892"/>
                        <a:pt x="424631" y="180892"/>
                      </a:cubicBezTo>
                    </a:path>
                  </a:pathLst>
                </a:custGeom>
                <a:noFill/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Isosceles Triangle 105"/>
                <p:cNvSpPr/>
                <p:nvPr/>
              </p:nvSpPr>
              <p:spPr bwMode="gray">
                <a:xfrm rot="17350313">
                  <a:off x="5298149" y="722287"/>
                  <a:ext cx="167617" cy="164502"/>
                </a:xfrm>
                <a:prstGeom prst="triangl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Oval 106"/>
                <p:cNvSpPr/>
                <p:nvPr/>
              </p:nvSpPr>
              <p:spPr bwMode="gray">
                <a:xfrm>
                  <a:off x="5264934" y="990981"/>
                  <a:ext cx="97182" cy="97182"/>
                </a:xfrm>
                <a:prstGeom prst="ellips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 rot="1800000" flipH="1">
                <a:off x="2908488" y="182255"/>
                <a:ext cx="2292286" cy="2376098"/>
                <a:chOff x="4904176" y="720729"/>
                <a:chExt cx="2292286" cy="2376098"/>
              </a:xfrm>
            </p:grpSpPr>
            <p:sp>
              <p:nvSpPr>
                <p:cNvPr id="102" name="Freeform 101"/>
                <p:cNvSpPr/>
                <p:nvPr/>
              </p:nvSpPr>
              <p:spPr bwMode="gray">
                <a:xfrm>
                  <a:off x="4904176" y="804538"/>
                  <a:ext cx="2292286" cy="2292289"/>
                </a:xfrm>
                <a:custGeom>
                  <a:avLst/>
                  <a:gdLst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65713 w 2292286"/>
                    <a:gd name="connsiteY8" fmla="*/ 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557153 w 2292286"/>
                    <a:gd name="connsiteY8" fmla="*/ 9144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24631 w 2292286"/>
                    <a:gd name="connsiteY8" fmla="*/ 180892 h 2292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286" h="2292289">
                      <a:moveTo>
                        <a:pt x="465713" y="0"/>
                      </a:moveTo>
                      <a:lnTo>
                        <a:pt x="483567" y="4591"/>
                      </a:lnTo>
                      <a:cubicBezTo>
                        <a:pt x="1342545" y="271760"/>
                        <a:pt x="2020525" y="949741"/>
                        <a:pt x="2287694" y="1808718"/>
                      </a:cubicBezTo>
                      <a:lnTo>
                        <a:pt x="2292286" y="1826576"/>
                      </a:lnTo>
                      <a:lnTo>
                        <a:pt x="554222" y="2292289"/>
                      </a:lnTo>
                      <a:lnTo>
                        <a:pt x="540820" y="2255672"/>
                      </a:lnTo>
                      <a:cubicBezTo>
                        <a:pt x="444933" y="2028969"/>
                        <a:pt x="263318" y="1847355"/>
                        <a:pt x="36615" y="1751467"/>
                      </a:cubicBezTo>
                      <a:lnTo>
                        <a:pt x="0" y="1738066"/>
                      </a:lnTo>
                      <a:cubicBezTo>
                        <a:pt x="155238" y="1158711"/>
                        <a:pt x="424631" y="180892"/>
                        <a:pt x="424631" y="180892"/>
                      </a:cubicBezTo>
                    </a:path>
                  </a:pathLst>
                </a:custGeom>
                <a:noFill/>
                <a:ln w="28575" algn="ctr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Isosceles Triangle 102"/>
                <p:cNvSpPr/>
                <p:nvPr/>
              </p:nvSpPr>
              <p:spPr bwMode="gray">
                <a:xfrm rot="17350313">
                  <a:off x="5298149" y="722287"/>
                  <a:ext cx="167617" cy="164502"/>
                </a:xfrm>
                <a:prstGeom prst="triangl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Oval 103"/>
                <p:cNvSpPr/>
                <p:nvPr/>
              </p:nvSpPr>
              <p:spPr bwMode="gray">
                <a:xfrm>
                  <a:off x="5264934" y="990981"/>
                  <a:ext cx="97182" cy="97182"/>
                </a:xfrm>
                <a:prstGeom prst="ellips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roup 64"/>
              <p:cNvGrpSpPr/>
              <p:nvPr/>
            </p:nvGrpSpPr>
            <p:grpSpPr>
              <a:xfrm rot="19800000" flipH="1">
                <a:off x="1372796" y="1664230"/>
                <a:ext cx="2292286" cy="2376098"/>
                <a:chOff x="4904176" y="720729"/>
                <a:chExt cx="2292286" cy="2376098"/>
              </a:xfrm>
            </p:grpSpPr>
            <p:sp>
              <p:nvSpPr>
                <p:cNvPr id="99" name="Freeform 98"/>
                <p:cNvSpPr/>
                <p:nvPr/>
              </p:nvSpPr>
              <p:spPr bwMode="gray">
                <a:xfrm>
                  <a:off x="4904176" y="804538"/>
                  <a:ext cx="2292286" cy="2292289"/>
                </a:xfrm>
                <a:custGeom>
                  <a:avLst/>
                  <a:gdLst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65713 w 2292286"/>
                    <a:gd name="connsiteY8" fmla="*/ 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557153 w 2292286"/>
                    <a:gd name="connsiteY8" fmla="*/ 9144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24631 w 2292286"/>
                    <a:gd name="connsiteY8" fmla="*/ 180892 h 2292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286" h="2292289">
                      <a:moveTo>
                        <a:pt x="465713" y="0"/>
                      </a:moveTo>
                      <a:lnTo>
                        <a:pt x="483567" y="4591"/>
                      </a:lnTo>
                      <a:cubicBezTo>
                        <a:pt x="1342545" y="271760"/>
                        <a:pt x="2020525" y="949741"/>
                        <a:pt x="2287694" y="1808718"/>
                      </a:cubicBezTo>
                      <a:lnTo>
                        <a:pt x="2292286" y="1826576"/>
                      </a:lnTo>
                      <a:lnTo>
                        <a:pt x="554222" y="2292289"/>
                      </a:lnTo>
                      <a:lnTo>
                        <a:pt x="540820" y="2255672"/>
                      </a:lnTo>
                      <a:cubicBezTo>
                        <a:pt x="444933" y="2028969"/>
                        <a:pt x="263318" y="1847355"/>
                        <a:pt x="36615" y="1751467"/>
                      </a:cubicBezTo>
                      <a:lnTo>
                        <a:pt x="0" y="1738066"/>
                      </a:lnTo>
                      <a:cubicBezTo>
                        <a:pt x="155238" y="1158711"/>
                        <a:pt x="424631" y="180892"/>
                        <a:pt x="424631" y="180892"/>
                      </a:cubicBezTo>
                    </a:path>
                  </a:pathLst>
                </a:custGeom>
                <a:noFill/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Isosceles Triangle 99"/>
                <p:cNvSpPr/>
                <p:nvPr/>
              </p:nvSpPr>
              <p:spPr bwMode="gray">
                <a:xfrm rot="17350313">
                  <a:off x="5298149" y="722287"/>
                  <a:ext cx="167617" cy="164502"/>
                </a:xfrm>
                <a:prstGeom prst="triangle">
                  <a:avLst/>
                </a:prstGeom>
                <a:solidFill>
                  <a:schemeClr val="bg1"/>
                </a:solidFill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Oval 100"/>
                <p:cNvSpPr/>
                <p:nvPr/>
              </p:nvSpPr>
              <p:spPr bwMode="gray">
                <a:xfrm>
                  <a:off x="5264934" y="990981"/>
                  <a:ext cx="97182" cy="97182"/>
                </a:xfrm>
                <a:prstGeom prst="ellipse">
                  <a:avLst/>
                </a:prstGeom>
                <a:solidFill>
                  <a:schemeClr val="bg1"/>
                </a:solidFill>
                <a:ln w="28575" algn="ctr">
                  <a:solidFill>
                    <a:srgbClr val="C4D600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roup 65"/>
              <p:cNvGrpSpPr/>
              <p:nvPr/>
            </p:nvGrpSpPr>
            <p:grpSpPr>
              <a:xfrm rot="16200000" flipH="1">
                <a:off x="1893817" y="3729732"/>
                <a:ext cx="2292286" cy="2376098"/>
                <a:chOff x="4904176" y="720729"/>
                <a:chExt cx="2292286" cy="2376098"/>
              </a:xfrm>
            </p:grpSpPr>
            <p:sp>
              <p:nvSpPr>
                <p:cNvPr id="96" name="Freeform 95"/>
                <p:cNvSpPr/>
                <p:nvPr/>
              </p:nvSpPr>
              <p:spPr bwMode="gray">
                <a:xfrm>
                  <a:off x="4904176" y="804538"/>
                  <a:ext cx="2292286" cy="2292289"/>
                </a:xfrm>
                <a:custGeom>
                  <a:avLst/>
                  <a:gdLst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65713 w 2292286"/>
                    <a:gd name="connsiteY8" fmla="*/ 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557153 w 2292286"/>
                    <a:gd name="connsiteY8" fmla="*/ 91440 h 2292289"/>
                    <a:gd name="connsiteX0" fmla="*/ 465713 w 2292286"/>
                    <a:gd name="connsiteY0" fmla="*/ 0 h 2292289"/>
                    <a:gd name="connsiteX1" fmla="*/ 483567 w 2292286"/>
                    <a:gd name="connsiteY1" fmla="*/ 4591 h 2292289"/>
                    <a:gd name="connsiteX2" fmla="*/ 2287694 w 2292286"/>
                    <a:gd name="connsiteY2" fmla="*/ 1808718 h 2292289"/>
                    <a:gd name="connsiteX3" fmla="*/ 2292286 w 2292286"/>
                    <a:gd name="connsiteY3" fmla="*/ 1826576 h 2292289"/>
                    <a:gd name="connsiteX4" fmla="*/ 554222 w 2292286"/>
                    <a:gd name="connsiteY4" fmla="*/ 2292289 h 2292289"/>
                    <a:gd name="connsiteX5" fmla="*/ 540820 w 2292286"/>
                    <a:gd name="connsiteY5" fmla="*/ 2255672 h 2292289"/>
                    <a:gd name="connsiteX6" fmla="*/ 36615 w 2292286"/>
                    <a:gd name="connsiteY6" fmla="*/ 1751467 h 2292289"/>
                    <a:gd name="connsiteX7" fmla="*/ 0 w 2292286"/>
                    <a:gd name="connsiteY7" fmla="*/ 1738066 h 2292289"/>
                    <a:gd name="connsiteX8" fmla="*/ 424631 w 2292286"/>
                    <a:gd name="connsiteY8" fmla="*/ 180892 h 22922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292286" h="2292289">
                      <a:moveTo>
                        <a:pt x="465713" y="0"/>
                      </a:moveTo>
                      <a:lnTo>
                        <a:pt x="483567" y="4591"/>
                      </a:lnTo>
                      <a:cubicBezTo>
                        <a:pt x="1342545" y="271760"/>
                        <a:pt x="2020525" y="949741"/>
                        <a:pt x="2287694" y="1808718"/>
                      </a:cubicBezTo>
                      <a:lnTo>
                        <a:pt x="2292286" y="1826576"/>
                      </a:lnTo>
                      <a:lnTo>
                        <a:pt x="554222" y="2292289"/>
                      </a:lnTo>
                      <a:lnTo>
                        <a:pt x="540820" y="2255672"/>
                      </a:lnTo>
                      <a:cubicBezTo>
                        <a:pt x="444933" y="2028969"/>
                        <a:pt x="263318" y="1847355"/>
                        <a:pt x="36615" y="1751467"/>
                      </a:cubicBezTo>
                      <a:lnTo>
                        <a:pt x="0" y="1738066"/>
                      </a:lnTo>
                      <a:cubicBezTo>
                        <a:pt x="155238" y="1158711"/>
                        <a:pt x="424631" y="180892"/>
                        <a:pt x="424631" y="180892"/>
                      </a:cubicBezTo>
                    </a:path>
                  </a:pathLst>
                </a:custGeom>
                <a:noFill/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Isosceles Triangle 96"/>
                <p:cNvSpPr/>
                <p:nvPr/>
              </p:nvSpPr>
              <p:spPr bwMode="gray">
                <a:xfrm rot="17350313">
                  <a:off x="5298149" y="722287"/>
                  <a:ext cx="167617" cy="164502"/>
                </a:xfrm>
                <a:prstGeom prst="triangl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97"/>
                <p:cNvSpPr/>
                <p:nvPr/>
              </p:nvSpPr>
              <p:spPr bwMode="gray">
                <a:xfrm>
                  <a:off x="5264934" y="990981"/>
                  <a:ext cx="97182" cy="97182"/>
                </a:xfrm>
                <a:prstGeom prst="ellipse">
                  <a:avLst/>
                </a:prstGeom>
                <a:solidFill>
                  <a:schemeClr val="bg1"/>
                </a:solidFill>
                <a:ln w="28575" algn="ctr">
                  <a:solidFill>
                    <a:schemeClr val="accent1"/>
                  </a:solidFill>
                  <a:miter lim="800000"/>
                  <a:headEnd/>
                  <a:tailEnd/>
                </a:ln>
              </p:spPr>
              <p:txBody>
                <a:bodyPr wrap="square" lIns="88900" tIns="88900" rIns="88900" bIns="8890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Wingdings 2" pitchFamily="18" charset="2"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7" name="Rectangle 66"/>
              <p:cNvSpPr/>
              <p:nvPr/>
            </p:nvSpPr>
            <p:spPr>
              <a:xfrm>
                <a:off x="3607695" y="2991636"/>
                <a:ext cx="1809166" cy="7594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b="1" dirty="0">
                    <a:solidFill>
                      <a:prstClr val="white"/>
                    </a:solidFill>
                  </a:rPr>
                  <a:t>In order to effectively communicate your results, you must:</a:t>
                </a:r>
                <a:endPara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grpSp>
            <p:nvGrpSpPr>
              <p:cNvPr id="68" name="Group 318"/>
              <p:cNvGrpSpPr>
                <a:grpSpLocks noChangeAspect="1"/>
              </p:cNvGrpSpPr>
              <p:nvPr/>
            </p:nvGrpSpPr>
            <p:grpSpPr bwMode="auto">
              <a:xfrm>
                <a:off x="2412836" y="2342541"/>
                <a:ext cx="548640" cy="548640"/>
                <a:chOff x="5850" y="1203"/>
                <a:chExt cx="340" cy="340"/>
              </a:xfrm>
              <a:solidFill>
                <a:srgbClr val="2C5234"/>
              </a:solidFill>
            </p:grpSpPr>
            <p:sp>
              <p:nvSpPr>
                <p:cNvPr id="94" name="Freeform 319"/>
                <p:cNvSpPr>
                  <a:spLocks noEditPoints="1"/>
                </p:cNvSpPr>
                <p:nvPr/>
              </p:nvSpPr>
              <p:spPr bwMode="auto">
                <a:xfrm>
                  <a:off x="5850" y="1203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 320"/>
                <p:cNvSpPr>
                  <a:spLocks noEditPoints="1"/>
                </p:cNvSpPr>
                <p:nvPr/>
              </p:nvSpPr>
              <p:spPr bwMode="auto">
                <a:xfrm>
                  <a:off x="5958" y="1265"/>
                  <a:ext cx="137" cy="207"/>
                </a:xfrm>
                <a:custGeom>
                  <a:avLst/>
                  <a:gdLst>
                    <a:gd name="T0" fmla="*/ 199 w 207"/>
                    <a:gd name="T1" fmla="*/ 40 h 311"/>
                    <a:gd name="T2" fmla="*/ 99 w 207"/>
                    <a:gd name="T3" fmla="*/ 2 h 311"/>
                    <a:gd name="T4" fmla="*/ 85 w 207"/>
                    <a:gd name="T5" fmla="*/ 8 h 311"/>
                    <a:gd name="T6" fmla="*/ 78 w 207"/>
                    <a:gd name="T7" fmla="*/ 28 h 311"/>
                    <a:gd name="T8" fmla="*/ 78 w 207"/>
                    <a:gd name="T9" fmla="*/ 37 h 311"/>
                    <a:gd name="T10" fmla="*/ 82 w 207"/>
                    <a:gd name="T11" fmla="*/ 46 h 311"/>
                    <a:gd name="T12" fmla="*/ 52 w 207"/>
                    <a:gd name="T13" fmla="*/ 125 h 311"/>
                    <a:gd name="T14" fmla="*/ 26 w 207"/>
                    <a:gd name="T15" fmla="*/ 124 h 311"/>
                    <a:gd name="T16" fmla="*/ 16 w 207"/>
                    <a:gd name="T17" fmla="*/ 130 h 311"/>
                    <a:gd name="T18" fmla="*/ 1 w 207"/>
                    <a:gd name="T19" fmla="*/ 170 h 311"/>
                    <a:gd name="T20" fmla="*/ 1 w 207"/>
                    <a:gd name="T21" fmla="*/ 178 h 311"/>
                    <a:gd name="T22" fmla="*/ 7 w 207"/>
                    <a:gd name="T23" fmla="*/ 184 h 311"/>
                    <a:gd name="T24" fmla="*/ 67 w 207"/>
                    <a:gd name="T25" fmla="*/ 207 h 311"/>
                    <a:gd name="T26" fmla="*/ 32 w 207"/>
                    <a:gd name="T27" fmla="*/ 297 h 311"/>
                    <a:gd name="T28" fmla="*/ 38 w 207"/>
                    <a:gd name="T29" fmla="*/ 310 h 311"/>
                    <a:gd name="T30" fmla="*/ 42 w 207"/>
                    <a:gd name="T31" fmla="*/ 311 h 311"/>
                    <a:gd name="T32" fmla="*/ 52 w 207"/>
                    <a:gd name="T33" fmla="*/ 304 h 311"/>
                    <a:gd name="T34" fmla="*/ 86 w 207"/>
                    <a:gd name="T35" fmla="*/ 214 h 311"/>
                    <a:gd name="T36" fmla="*/ 146 w 207"/>
                    <a:gd name="T37" fmla="*/ 237 h 311"/>
                    <a:gd name="T38" fmla="*/ 150 w 207"/>
                    <a:gd name="T39" fmla="*/ 238 h 311"/>
                    <a:gd name="T40" fmla="*/ 160 w 207"/>
                    <a:gd name="T41" fmla="*/ 231 h 311"/>
                    <a:gd name="T42" fmla="*/ 175 w 207"/>
                    <a:gd name="T43" fmla="*/ 191 h 311"/>
                    <a:gd name="T44" fmla="*/ 172 w 207"/>
                    <a:gd name="T45" fmla="*/ 179 h 311"/>
                    <a:gd name="T46" fmla="*/ 152 w 207"/>
                    <a:gd name="T47" fmla="*/ 163 h 311"/>
                    <a:gd name="T48" fmla="*/ 182 w 207"/>
                    <a:gd name="T49" fmla="*/ 84 h 311"/>
                    <a:gd name="T50" fmla="*/ 192 w 207"/>
                    <a:gd name="T51" fmla="*/ 80 h 311"/>
                    <a:gd name="T52" fmla="*/ 197 w 207"/>
                    <a:gd name="T53" fmla="*/ 74 h 311"/>
                    <a:gd name="T54" fmla="*/ 205 w 207"/>
                    <a:gd name="T55" fmla="*/ 54 h 311"/>
                    <a:gd name="T56" fmla="*/ 199 w 207"/>
                    <a:gd name="T57" fmla="*/ 40 h 311"/>
                    <a:gd name="T58" fmla="*/ 179 w 207"/>
                    <a:gd name="T59" fmla="*/ 62 h 311"/>
                    <a:gd name="T60" fmla="*/ 169 w 207"/>
                    <a:gd name="T61" fmla="*/ 67 h 311"/>
                    <a:gd name="T62" fmla="*/ 164 w 207"/>
                    <a:gd name="T63" fmla="*/ 73 h 311"/>
                    <a:gd name="T64" fmla="*/ 129 w 207"/>
                    <a:gd name="T65" fmla="*/ 162 h 311"/>
                    <a:gd name="T66" fmla="*/ 132 w 207"/>
                    <a:gd name="T67" fmla="*/ 174 h 311"/>
                    <a:gd name="T68" fmla="*/ 153 w 207"/>
                    <a:gd name="T69" fmla="*/ 191 h 311"/>
                    <a:gd name="T70" fmla="*/ 144 w 207"/>
                    <a:gd name="T71" fmla="*/ 214 h 311"/>
                    <a:gd name="T72" fmla="*/ 24 w 207"/>
                    <a:gd name="T73" fmla="*/ 168 h 311"/>
                    <a:gd name="T74" fmla="*/ 33 w 207"/>
                    <a:gd name="T75" fmla="*/ 145 h 311"/>
                    <a:gd name="T76" fmla="*/ 59 w 207"/>
                    <a:gd name="T77" fmla="*/ 146 h 311"/>
                    <a:gd name="T78" fmla="*/ 70 w 207"/>
                    <a:gd name="T79" fmla="*/ 139 h 311"/>
                    <a:gd name="T80" fmla="*/ 104 w 207"/>
                    <a:gd name="T81" fmla="*/ 50 h 311"/>
                    <a:gd name="T82" fmla="*/ 104 w 207"/>
                    <a:gd name="T83" fmla="*/ 42 h 311"/>
                    <a:gd name="T84" fmla="*/ 99 w 207"/>
                    <a:gd name="T85" fmla="*/ 32 h 311"/>
                    <a:gd name="T86" fmla="*/ 102 w 207"/>
                    <a:gd name="T87" fmla="*/ 26 h 311"/>
                    <a:gd name="T88" fmla="*/ 181 w 207"/>
                    <a:gd name="T89" fmla="*/ 57 h 311"/>
                    <a:gd name="T90" fmla="*/ 179 w 207"/>
                    <a:gd name="T91" fmla="*/ 62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07" h="311">
                      <a:moveTo>
                        <a:pt x="199" y="40"/>
                      </a:moveTo>
                      <a:cubicBezTo>
                        <a:pt x="99" y="2"/>
                        <a:pt x="99" y="2"/>
                        <a:pt x="99" y="2"/>
                      </a:cubicBezTo>
                      <a:cubicBezTo>
                        <a:pt x="94" y="0"/>
                        <a:pt x="88" y="3"/>
                        <a:pt x="85" y="8"/>
                      </a:cubicBezTo>
                      <a:cubicBezTo>
                        <a:pt x="78" y="28"/>
                        <a:pt x="78" y="28"/>
                        <a:pt x="78" y="28"/>
                      </a:cubicBezTo>
                      <a:cubicBezTo>
                        <a:pt x="77" y="31"/>
                        <a:pt x="77" y="34"/>
                        <a:pt x="78" y="37"/>
                      </a:cubicBezTo>
                      <a:cubicBezTo>
                        <a:pt x="82" y="46"/>
                        <a:pt x="82" y="46"/>
                        <a:pt x="82" y="46"/>
                      </a:cubicBezTo>
                      <a:cubicBezTo>
                        <a:pt x="52" y="125"/>
                        <a:pt x="52" y="125"/>
                        <a:pt x="52" y="125"/>
                      </a:cubicBezTo>
                      <a:cubicBezTo>
                        <a:pt x="26" y="124"/>
                        <a:pt x="26" y="124"/>
                        <a:pt x="26" y="124"/>
                      </a:cubicBezTo>
                      <a:cubicBezTo>
                        <a:pt x="22" y="123"/>
                        <a:pt x="18" y="126"/>
                        <a:pt x="16" y="130"/>
                      </a:cubicBezTo>
                      <a:cubicBezTo>
                        <a:pt x="1" y="170"/>
                        <a:pt x="1" y="170"/>
                        <a:pt x="1" y="170"/>
                      </a:cubicBezTo>
                      <a:cubicBezTo>
                        <a:pt x="0" y="173"/>
                        <a:pt x="0" y="176"/>
                        <a:pt x="1" y="178"/>
                      </a:cubicBezTo>
                      <a:cubicBezTo>
                        <a:pt x="2" y="181"/>
                        <a:pt x="4" y="183"/>
                        <a:pt x="7" y="184"/>
                      </a:cubicBezTo>
                      <a:cubicBezTo>
                        <a:pt x="67" y="207"/>
                        <a:pt x="67" y="207"/>
                        <a:pt x="67" y="207"/>
                      </a:cubicBezTo>
                      <a:cubicBezTo>
                        <a:pt x="32" y="297"/>
                        <a:pt x="32" y="297"/>
                        <a:pt x="32" y="297"/>
                      </a:cubicBezTo>
                      <a:cubicBezTo>
                        <a:pt x="30" y="302"/>
                        <a:pt x="33" y="308"/>
                        <a:pt x="38" y="310"/>
                      </a:cubicBezTo>
                      <a:cubicBezTo>
                        <a:pt x="40" y="311"/>
                        <a:pt x="41" y="311"/>
                        <a:pt x="42" y="311"/>
                      </a:cubicBezTo>
                      <a:cubicBezTo>
                        <a:pt x="46" y="311"/>
                        <a:pt x="50" y="308"/>
                        <a:pt x="52" y="304"/>
                      </a:cubicBezTo>
                      <a:cubicBezTo>
                        <a:pt x="86" y="214"/>
                        <a:pt x="86" y="214"/>
                        <a:pt x="86" y="214"/>
                      </a:cubicBezTo>
                      <a:cubicBezTo>
                        <a:pt x="146" y="237"/>
                        <a:pt x="146" y="237"/>
                        <a:pt x="146" y="237"/>
                      </a:cubicBezTo>
                      <a:cubicBezTo>
                        <a:pt x="147" y="238"/>
                        <a:pt x="149" y="238"/>
                        <a:pt x="150" y="238"/>
                      </a:cubicBezTo>
                      <a:cubicBezTo>
                        <a:pt x="154" y="238"/>
                        <a:pt x="158" y="235"/>
                        <a:pt x="160" y="231"/>
                      </a:cubicBezTo>
                      <a:cubicBezTo>
                        <a:pt x="175" y="191"/>
                        <a:pt x="175" y="191"/>
                        <a:pt x="175" y="191"/>
                      </a:cubicBezTo>
                      <a:cubicBezTo>
                        <a:pt x="177" y="187"/>
                        <a:pt x="176" y="182"/>
                        <a:pt x="172" y="179"/>
                      </a:cubicBezTo>
                      <a:cubicBezTo>
                        <a:pt x="152" y="163"/>
                        <a:pt x="152" y="163"/>
                        <a:pt x="152" y="163"/>
                      </a:cubicBezTo>
                      <a:cubicBezTo>
                        <a:pt x="182" y="84"/>
                        <a:pt x="182" y="84"/>
                        <a:pt x="182" y="84"/>
                      </a:cubicBezTo>
                      <a:cubicBezTo>
                        <a:pt x="192" y="80"/>
                        <a:pt x="192" y="80"/>
                        <a:pt x="192" y="80"/>
                      </a:cubicBezTo>
                      <a:cubicBezTo>
                        <a:pt x="194" y="79"/>
                        <a:pt x="196" y="77"/>
                        <a:pt x="197" y="74"/>
                      </a:cubicBezTo>
                      <a:cubicBezTo>
                        <a:pt x="205" y="54"/>
                        <a:pt x="205" y="54"/>
                        <a:pt x="205" y="54"/>
                      </a:cubicBezTo>
                      <a:cubicBezTo>
                        <a:pt x="207" y="49"/>
                        <a:pt x="204" y="43"/>
                        <a:pt x="199" y="40"/>
                      </a:cubicBezTo>
                      <a:close/>
                      <a:moveTo>
                        <a:pt x="179" y="62"/>
                      </a:moveTo>
                      <a:cubicBezTo>
                        <a:pt x="169" y="67"/>
                        <a:pt x="169" y="67"/>
                        <a:pt x="169" y="67"/>
                      </a:cubicBezTo>
                      <a:cubicBezTo>
                        <a:pt x="167" y="68"/>
                        <a:pt x="165" y="70"/>
                        <a:pt x="164" y="73"/>
                      </a:cubicBezTo>
                      <a:cubicBezTo>
                        <a:pt x="129" y="162"/>
                        <a:pt x="129" y="162"/>
                        <a:pt x="129" y="162"/>
                      </a:cubicBezTo>
                      <a:cubicBezTo>
                        <a:pt x="128" y="167"/>
                        <a:pt x="129" y="172"/>
                        <a:pt x="132" y="174"/>
                      </a:cubicBezTo>
                      <a:cubicBezTo>
                        <a:pt x="153" y="191"/>
                        <a:pt x="153" y="191"/>
                        <a:pt x="153" y="191"/>
                      </a:cubicBezTo>
                      <a:cubicBezTo>
                        <a:pt x="144" y="214"/>
                        <a:pt x="144" y="214"/>
                        <a:pt x="144" y="214"/>
                      </a:cubicBezTo>
                      <a:cubicBezTo>
                        <a:pt x="24" y="168"/>
                        <a:pt x="24" y="168"/>
                        <a:pt x="24" y="168"/>
                      </a:cubicBezTo>
                      <a:cubicBezTo>
                        <a:pt x="33" y="145"/>
                        <a:pt x="33" y="145"/>
                        <a:pt x="33" y="145"/>
                      </a:cubicBezTo>
                      <a:cubicBezTo>
                        <a:pt x="59" y="146"/>
                        <a:pt x="59" y="146"/>
                        <a:pt x="59" y="146"/>
                      </a:cubicBezTo>
                      <a:cubicBezTo>
                        <a:pt x="64" y="147"/>
                        <a:pt x="68" y="144"/>
                        <a:pt x="70" y="139"/>
                      </a:cubicBezTo>
                      <a:cubicBezTo>
                        <a:pt x="104" y="50"/>
                        <a:pt x="104" y="50"/>
                        <a:pt x="104" y="50"/>
                      </a:cubicBezTo>
                      <a:cubicBezTo>
                        <a:pt x="105" y="47"/>
                        <a:pt x="105" y="44"/>
                        <a:pt x="104" y="42"/>
                      </a:cubicBezTo>
                      <a:cubicBezTo>
                        <a:pt x="99" y="32"/>
                        <a:pt x="99" y="32"/>
                        <a:pt x="99" y="32"/>
                      </a:cubicBezTo>
                      <a:cubicBezTo>
                        <a:pt x="102" y="26"/>
                        <a:pt x="102" y="26"/>
                        <a:pt x="102" y="26"/>
                      </a:cubicBezTo>
                      <a:cubicBezTo>
                        <a:pt x="181" y="57"/>
                        <a:pt x="181" y="57"/>
                        <a:pt x="181" y="57"/>
                      </a:cubicBezTo>
                      <a:lnTo>
                        <a:pt x="179" y="62"/>
                      </a:ln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9" name="Rectangle 68"/>
              <p:cNvSpPr/>
              <p:nvPr/>
            </p:nvSpPr>
            <p:spPr>
              <a:xfrm>
                <a:off x="2020259" y="3136222"/>
                <a:ext cx="1333794" cy="4292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Highlight Results</a:t>
                </a:r>
              </a:p>
            </p:txBody>
          </p:sp>
          <p:grpSp>
            <p:nvGrpSpPr>
              <p:cNvPr id="70" name="Group 360"/>
              <p:cNvGrpSpPr>
                <a:grpSpLocks noChangeAspect="1"/>
              </p:cNvGrpSpPr>
              <p:nvPr/>
            </p:nvGrpSpPr>
            <p:grpSpPr bwMode="auto">
              <a:xfrm>
                <a:off x="5856423" y="1529878"/>
                <a:ext cx="550254" cy="548640"/>
                <a:chOff x="1935" y="1199"/>
                <a:chExt cx="341" cy="340"/>
              </a:xfrm>
              <a:solidFill>
                <a:schemeClr val="accent1"/>
              </a:solidFill>
            </p:grpSpPr>
            <p:sp>
              <p:nvSpPr>
                <p:cNvPr id="92" name="Freeform 361"/>
                <p:cNvSpPr>
                  <a:spLocks noEditPoints="1"/>
                </p:cNvSpPr>
                <p:nvPr/>
              </p:nvSpPr>
              <p:spPr bwMode="auto">
                <a:xfrm>
                  <a:off x="1998" y="1263"/>
                  <a:ext cx="214" cy="206"/>
                </a:xfrm>
                <a:custGeom>
                  <a:avLst/>
                  <a:gdLst>
                    <a:gd name="T0" fmla="*/ 257 w 321"/>
                    <a:gd name="T1" fmla="*/ 309 h 310"/>
                    <a:gd name="T2" fmla="*/ 251 w 321"/>
                    <a:gd name="T3" fmla="*/ 308 h 310"/>
                    <a:gd name="T4" fmla="*/ 161 w 321"/>
                    <a:gd name="T5" fmla="*/ 257 h 310"/>
                    <a:gd name="T6" fmla="*/ 70 w 321"/>
                    <a:gd name="T7" fmla="*/ 308 h 310"/>
                    <a:gd name="T8" fmla="*/ 58 w 321"/>
                    <a:gd name="T9" fmla="*/ 307 h 310"/>
                    <a:gd name="T10" fmla="*/ 54 w 321"/>
                    <a:gd name="T11" fmla="*/ 296 h 310"/>
                    <a:gd name="T12" fmla="*/ 74 w 321"/>
                    <a:gd name="T13" fmla="*/ 195 h 310"/>
                    <a:gd name="T14" fmla="*/ 4 w 321"/>
                    <a:gd name="T15" fmla="*/ 125 h 310"/>
                    <a:gd name="T16" fmla="*/ 1 w 321"/>
                    <a:gd name="T17" fmla="*/ 113 h 310"/>
                    <a:gd name="T18" fmla="*/ 10 w 321"/>
                    <a:gd name="T19" fmla="*/ 106 h 310"/>
                    <a:gd name="T20" fmla="*/ 111 w 321"/>
                    <a:gd name="T21" fmla="*/ 96 h 310"/>
                    <a:gd name="T22" fmla="*/ 151 w 321"/>
                    <a:gd name="T23" fmla="*/ 6 h 310"/>
                    <a:gd name="T24" fmla="*/ 161 w 321"/>
                    <a:gd name="T25" fmla="*/ 0 h 310"/>
                    <a:gd name="T26" fmla="*/ 170 w 321"/>
                    <a:gd name="T27" fmla="*/ 6 h 310"/>
                    <a:gd name="T28" fmla="*/ 211 w 321"/>
                    <a:gd name="T29" fmla="*/ 96 h 310"/>
                    <a:gd name="T30" fmla="*/ 311 w 321"/>
                    <a:gd name="T31" fmla="*/ 106 h 310"/>
                    <a:gd name="T32" fmla="*/ 320 w 321"/>
                    <a:gd name="T33" fmla="*/ 113 h 310"/>
                    <a:gd name="T34" fmla="*/ 318 w 321"/>
                    <a:gd name="T35" fmla="*/ 125 h 310"/>
                    <a:gd name="T36" fmla="*/ 247 w 321"/>
                    <a:gd name="T37" fmla="*/ 195 h 310"/>
                    <a:gd name="T38" fmla="*/ 267 w 321"/>
                    <a:gd name="T39" fmla="*/ 296 h 310"/>
                    <a:gd name="T40" fmla="*/ 263 w 321"/>
                    <a:gd name="T41" fmla="*/ 307 h 310"/>
                    <a:gd name="T42" fmla="*/ 257 w 321"/>
                    <a:gd name="T43" fmla="*/ 309 h 310"/>
                    <a:gd name="T44" fmla="*/ 161 w 321"/>
                    <a:gd name="T45" fmla="*/ 234 h 310"/>
                    <a:gd name="T46" fmla="*/ 166 w 321"/>
                    <a:gd name="T47" fmla="*/ 236 h 310"/>
                    <a:gd name="T48" fmla="*/ 242 w 321"/>
                    <a:gd name="T49" fmla="*/ 278 h 310"/>
                    <a:gd name="T50" fmla="*/ 225 w 321"/>
                    <a:gd name="T51" fmla="*/ 194 h 310"/>
                    <a:gd name="T52" fmla="*/ 228 w 321"/>
                    <a:gd name="T53" fmla="*/ 184 h 310"/>
                    <a:gd name="T54" fmla="*/ 287 w 321"/>
                    <a:gd name="T55" fmla="*/ 125 h 310"/>
                    <a:gd name="T56" fmla="*/ 202 w 321"/>
                    <a:gd name="T57" fmla="*/ 117 h 310"/>
                    <a:gd name="T58" fmla="*/ 194 w 321"/>
                    <a:gd name="T59" fmla="*/ 111 h 310"/>
                    <a:gd name="T60" fmla="*/ 161 w 321"/>
                    <a:gd name="T61" fmla="*/ 37 h 310"/>
                    <a:gd name="T62" fmla="*/ 128 w 321"/>
                    <a:gd name="T63" fmla="*/ 111 h 310"/>
                    <a:gd name="T64" fmla="*/ 119 w 321"/>
                    <a:gd name="T65" fmla="*/ 117 h 310"/>
                    <a:gd name="T66" fmla="*/ 35 w 321"/>
                    <a:gd name="T67" fmla="*/ 125 h 310"/>
                    <a:gd name="T68" fmla="*/ 94 w 321"/>
                    <a:gd name="T69" fmla="*/ 184 h 310"/>
                    <a:gd name="T70" fmla="*/ 96 w 321"/>
                    <a:gd name="T71" fmla="*/ 194 h 310"/>
                    <a:gd name="T72" fmla="*/ 80 w 321"/>
                    <a:gd name="T73" fmla="*/ 278 h 310"/>
                    <a:gd name="T74" fmla="*/ 155 w 321"/>
                    <a:gd name="T75" fmla="*/ 236 h 310"/>
                    <a:gd name="T76" fmla="*/ 161 w 321"/>
                    <a:gd name="T77" fmla="*/ 234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321" h="310">
                      <a:moveTo>
                        <a:pt x="257" y="309"/>
                      </a:moveTo>
                      <a:cubicBezTo>
                        <a:pt x="255" y="309"/>
                        <a:pt x="253" y="309"/>
                        <a:pt x="251" y="308"/>
                      </a:cubicBezTo>
                      <a:cubicBezTo>
                        <a:pt x="161" y="257"/>
                        <a:pt x="161" y="257"/>
                        <a:pt x="161" y="257"/>
                      </a:cubicBezTo>
                      <a:cubicBezTo>
                        <a:pt x="70" y="308"/>
                        <a:pt x="70" y="308"/>
                        <a:pt x="70" y="308"/>
                      </a:cubicBezTo>
                      <a:cubicBezTo>
                        <a:pt x="66" y="310"/>
                        <a:pt x="62" y="309"/>
                        <a:pt x="58" y="307"/>
                      </a:cubicBezTo>
                      <a:cubicBezTo>
                        <a:pt x="55" y="305"/>
                        <a:pt x="53" y="300"/>
                        <a:pt x="54" y="296"/>
                      </a:cubicBezTo>
                      <a:cubicBezTo>
                        <a:pt x="74" y="195"/>
                        <a:pt x="74" y="195"/>
                        <a:pt x="74" y="195"/>
                      </a:cubicBezTo>
                      <a:cubicBezTo>
                        <a:pt x="4" y="125"/>
                        <a:pt x="4" y="125"/>
                        <a:pt x="4" y="125"/>
                      </a:cubicBezTo>
                      <a:cubicBezTo>
                        <a:pt x="1" y="122"/>
                        <a:pt x="0" y="117"/>
                        <a:pt x="1" y="113"/>
                      </a:cubicBezTo>
                      <a:cubicBezTo>
                        <a:pt x="3" y="110"/>
                        <a:pt x="6" y="107"/>
                        <a:pt x="10" y="106"/>
                      </a:cubicBezTo>
                      <a:cubicBezTo>
                        <a:pt x="111" y="96"/>
                        <a:pt x="111" y="96"/>
                        <a:pt x="111" y="96"/>
                      </a:cubicBezTo>
                      <a:cubicBezTo>
                        <a:pt x="151" y="6"/>
                        <a:pt x="151" y="6"/>
                        <a:pt x="151" y="6"/>
                      </a:cubicBezTo>
                      <a:cubicBezTo>
                        <a:pt x="153" y="2"/>
                        <a:pt x="156" y="0"/>
                        <a:pt x="161" y="0"/>
                      </a:cubicBezTo>
                      <a:cubicBezTo>
                        <a:pt x="165" y="0"/>
                        <a:pt x="169" y="2"/>
                        <a:pt x="170" y="6"/>
                      </a:cubicBezTo>
                      <a:cubicBezTo>
                        <a:pt x="211" y="96"/>
                        <a:pt x="211" y="96"/>
                        <a:pt x="211" y="96"/>
                      </a:cubicBezTo>
                      <a:cubicBezTo>
                        <a:pt x="311" y="106"/>
                        <a:pt x="311" y="106"/>
                        <a:pt x="311" y="106"/>
                      </a:cubicBezTo>
                      <a:cubicBezTo>
                        <a:pt x="315" y="107"/>
                        <a:pt x="319" y="110"/>
                        <a:pt x="320" y="113"/>
                      </a:cubicBezTo>
                      <a:cubicBezTo>
                        <a:pt x="321" y="117"/>
                        <a:pt x="320" y="122"/>
                        <a:pt x="318" y="125"/>
                      </a:cubicBezTo>
                      <a:cubicBezTo>
                        <a:pt x="247" y="195"/>
                        <a:pt x="247" y="195"/>
                        <a:pt x="247" y="195"/>
                      </a:cubicBezTo>
                      <a:cubicBezTo>
                        <a:pt x="267" y="296"/>
                        <a:pt x="267" y="296"/>
                        <a:pt x="267" y="296"/>
                      </a:cubicBezTo>
                      <a:cubicBezTo>
                        <a:pt x="268" y="300"/>
                        <a:pt x="266" y="305"/>
                        <a:pt x="263" y="307"/>
                      </a:cubicBezTo>
                      <a:cubicBezTo>
                        <a:pt x="261" y="308"/>
                        <a:pt x="259" y="309"/>
                        <a:pt x="257" y="309"/>
                      </a:cubicBezTo>
                      <a:close/>
                      <a:moveTo>
                        <a:pt x="161" y="234"/>
                      </a:moveTo>
                      <a:cubicBezTo>
                        <a:pt x="162" y="234"/>
                        <a:pt x="164" y="235"/>
                        <a:pt x="166" y="236"/>
                      </a:cubicBezTo>
                      <a:cubicBezTo>
                        <a:pt x="242" y="278"/>
                        <a:pt x="242" y="278"/>
                        <a:pt x="242" y="278"/>
                      </a:cubicBezTo>
                      <a:cubicBezTo>
                        <a:pt x="225" y="194"/>
                        <a:pt x="225" y="194"/>
                        <a:pt x="225" y="194"/>
                      </a:cubicBezTo>
                      <a:cubicBezTo>
                        <a:pt x="224" y="190"/>
                        <a:pt x="225" y="187"/>
                        <a:pt x="228" y="184"/>
                      </a:cubicBezTo>
                      <a:cubicBezTo>
                        <a:pt x="287" y="125"/>
                        <a:pt x="287" y="125"/>
                        <a:pt x="287" y="125"/>
                      </a:cubicBezTo>
                      <a:cubicBezTo>
                        <a:pt x="202" y="117"/>
                        <a:pt x="202" y="117"/>
                        <a:pt x="202" y="117"/>
                      </a:cubicBezTo>
                      <a:cubicBezTo>
                        <a:pt x="198" y="117"/>
                        <a:pt x="195" y="114"/>
                        <a:pt x="194" y="111"/>
                      </a:cubicBezTo>
                      <a:cubicBezTo>
                        <a:pt x="161" y="37"/>
                        <a:pt x="161" y="37"/>
                        <a:pt x="161" y="37"/>
                      </a:cubicBezTo>
                      <a:cubicBezTo>
                        <a:pt x="128" y="111"/>
                        <a:pt x="128" y="111"/>
                        <a:pt x="128" y="111"/>
                      </a:cubicBezTo>
                      <a:cubicBezTo>
                        <a:pt x="126" y="114"/>
                        <a:pt x="123" y="117"/>
                        <a:pt x="119" y="117"/>
                      </a:cubicBezTo>
                      <a:cubicBezTo>
                        <a:pt x="35" y="125"/>
                        <a:pt x="35" y="125"/>
                        <a:pt x="35" y="125"/>
                      </a:cubicBezTo>
                      <a:cubicBezTo>
                        <a:pt x="94" y="184"/>
                        <a:pt x="94" y="184"/>
                        <a:pt x="94" y="184"/>
                      </a:cubicBezTo>
                      <a:cubicBezTo>
                        <a:pt x="96" y="187"/>
                        <a:pt x="97" y="190"/>
                        <a:pt x="96" y="194"/>
                      </a:cubicBezTo>
                      <a:cubicBezTo>
                        <a:pt x="80" y="278"/>
                        <a:pt x="80" y="278"/>
                        <a:pt x="80" y="278"/>
                      </a:cubicBezTo>
                      <a:cubicBezTo>
                        <a:pt x="155" y="236"/>
                        <a:pt x="155" y="236"/>
                        <a:pt x="155" y="236"/>
                      </a:cubicBezTo>
                      <a:cubicBezTo>
                        <a:pt x="157" y="235"/>
                        <a:pt x="159" y="234"/>
                        <a:pt x="161" y="23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362"/>
                <p:cNvSpPr>
                  <a:spLocks noEditPoints="1"/>
                </p:cNvSpPr>
                <p:nvPr/>
              </p:nvSpPr>
              <p:spPr bwMode="auto">
                <a:xfrm>
                  <a:off x="1935" y="1199"/>
                  <a:ext cx="341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1" name="Group 336"/>
              <p:cNvGrpSpPr>
                <a:grpSpLocks noChangeAspect="1"/>
              </p:cNvGrpSpPr>
              <p:nvPr/>
            </p:nvGrpSpPr>
            <p:grpSpPr bwMode="auto">
              <a:xfrm rot="60000">
                <a:off x="6135489" y="3338635"/>
                <a:ext cx="548640" cy="548640"/>
                <a:chOff x="4220" y="1197"/>
                <a:chExt cx="340" cy="340"/>
              </a:xfrm>
              <a:solidFill>
                <a:srgbClr val="2C5234"/>
              </a:solidFill>
            </p:grpSpPr>
            <p:sp>
              <p:nvSpPr>
                <p:cNvPr id="86" name="Freeform 337"/>
                <p:cNvSpPr>
                  <a:spLocks noEditPoints="1"/>
                </p:cNvSpPr>
                <p:nvPr/>
              </p:nvSpPr>
              <p:spPr bwMode="auto">
                <a:xfrm>
                  <a:off x="4220" y="1197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 338"/>
                <p:cNvSpPr>
                  <a:spLocks noEditPoints="1"/>
                </p:cNvSpPr>
                <p:nvPr/>
              </p:nvSpPr>
              <p:spPr bwMode="auto">
                <a:xfrm>
                  <a:off x="4312" y="1261"/>
                  <a:ext cx="156" cy="212"/>
                </a:xfrm>
                <a:custGeom>
                  <a:avLst/>
                  <a:gdLst>
                    <a:gd name="T0" fmla="*/ 234 w 235"/>
                    <a:gd name="T1" fmla="*/ 81 h 320"/>
                    <a:gd name="T2" fmla="*/ 232 w 235"/>
                    <a:gd name="T3" fmla="*/ 77 h 320"/>
                    <a:gd name="T4" fmla="*/ 157 w 235"/>
                    <a:gd name="T5" fmla="*/ 3 h 320"/>
                    <a:gd name="T6" fmla="*/ 154 w 235"/>
                    <a:gd name="T7" fmla="*/ 0 h 320"/>
                    <a:gd name="T8" fmla="*/ 150 w 235"/>
                    <a:gd name="T9" fmla="*/ 0 h 320"/>
                    <a:gd name="T10" fmla="*/ 11 w 235"/>
                    <a:gd name="T11" fmla="*/ 0 h 320"/>
                    <a:gd name="T12" fmla="*/ 0 w 235"/>
                    <a:gd name="T13" fmla="*/ 10 h 320"/>
                    <a:gd name="T14" fmla="*/ 0 w 235"/>
                    <a:gd name="T15" fmla="*/ 309 h 320"/>
                    <a:gd name="T16" fmla="*/ 11 w 235"/>
                    <a:gd name="T17" fmla="*/ 320 h 320"/>
                    <a:gd name="T18" fmla="*/ 224 w 235"/>
                    <a:gd name="T19" fmla="*/ 320 h 320"/>
                    <a:gd name="T20" fmla="*/ 235 w 235"/>
                    <a:gd name="T21" fmla="*/ 309 h 320"/>
                    <a:gd name="T22" fmla="*/ 235 w 235"/>
                    <a:gd name="T23" fmla="*/ 85 h 320"/>
                    <a:gd name="T24" fmla="*/ 234 w 235"/>
                    <a:gd name="T25" fmla="*/ 81 h 320"/>
                    <a:gd name="T26" fmla="*/ 160 w 235"/>
                    <a:gd name="T27" fmla="*/ 36 h 320"/>
                    <a:gd name="T28" fmla="*/ 199 w 235"/>
                    <a:gd name="T29" fmla="*/ 74 h 320"/>
                    <a:gd name="T30" fmla="*/ 160 w 235"/>
                    <a:gd name="T31" fmla="*/ 74 h 320"/>
                    <a:gd name="T32" fmla="*/ 160 w 235"/>
                    <a:gd name="T33" fmla="*/ 36 h 320"/>
                    <a:gd name="T34" fmla="*/ 22 w 235"/>
                    <a:gd name="T35" fmla="*/ 298 h 320"/>
                    <a:gd name="T36" fmla="*/ 22 w 235"/>
                    <a:gd name="T37" fmla="*/ 21 h 320"/>
                    <a:gd name="T38" fmla="*/ 139 w 235"/>
                    <a:gd name="T39" fmla="*/ 21 h 320"/>
                    <a:gd name="T40" fmla="*/ 139 w 235"/>
                    <a:gd name="T41" fmla="*/ 85 h 320"/>
                    <a:gd name="T42" fmla="*/ 150 w 235"/>
                    <a:gd name="T43" fmla="*/ 96 h 320"/>
                    <a:gd name="T44" fmla="*/ 214 w 235"/>
                    <a:gd name="T45" fmla="*/ 96 h 320"/>
                    <a:gd name="T46" fmla="*/ 214 w 235"/>
                    <a:gd name="T47" fmla="*/ 298 h 320"/>
                    <a:gd name="T48" fmla="*/ 22 w 235"/>
                    <a:gd name="T49" fmla="*/ 298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35" h="320">
                      <a:moveTo>
                        <a:pt x="234" y="81"/>
                      </a:moveTo>
                      <a:cubicBezTo>
                        <a:pt x="234" y="80"/>
                        <a:pt x="233" y="78"/>
                        <a:pt x="232" y="77"/>
                      </a:cubicBezTo>
                      <a:cubicBezTo>
                        <a:pt x="157" y="3"/>
                        <a:pt x="157" y="3"/>
                        <a:pt x="157" y="3"/>
                      </a:cubicBezTo>
                      <a:cubicBezTo>
                        <a:pt x="156" y="2"/>
                        <a:pt x="155" y="1"/>
                        <a:pt x="154" y="0"/>
                      </a:cubicBezTo>
                      <a:cubicBezTo>
                        <a:pt x="152" y="0"/>
                        <a:pt x="151" y="0"/>
                        <a:pt x="150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4"/>
                        <a:pt x="0" y="10"/>
                      </a:cubicBezTo>
                      <a:cubicBezTo>
                        <a:pt x="0" y="309"/>
                        <a:pt x="0" y="309"/>
                        <a:pt x="0" y="309"/>
                      </a:cubicBezTo>
                      <a:cubicBezTo>
                        <a:pt x="0" y="315"/>
                        <a:pt x="5" y="320"/>
                        <a:pt x="11" y="320"/>
                      </a:cubicBezTo>
                      <a:cubicBezTo>
                        <a:pt x="224" y="320"/>
                        <a:pt x="224" y="320"/>
                        <a:pt x="224" y="320"/>
                      </a:cubicBezTo>
                      <a:cubicBezTo>
                        <a:pt x="230" y="320"/>
                        <a:pt x="235" y="315"/>
                        <a:pt x="235" y="309"/>
                      </a:cubicBezTo>
                      <a:cubicBezTo>
                        <a:pt x="235" y="85"/>
                        <a:pt x="235" y="85"/>
                        <a:pt x="235" y="85"/>
                      </a:cubicBezTo>
                      <a:cubicBezTo>
                        <a:pt x="235" y="84"/>
                        <a:pt x="235" y="82"/>
                        <a:pt x="234" y="81"/>
                      </a:cubicBezTo>
                      <a:close/>
                      <a:moveTo>
                        <a:pt x="160" y="36"/>
                      </a:moveTo>
                      <a:cubicBezTo>
                        <a:pt x="199" y="74"/>
                        <a:pt x="199" y="74"/>
                        <a:pt x="199" y="74"/>
                      </a:cubicBezTo>
                      <a:cubicBezTo>
                        <a:pt x="160" y="74"/>
                        <a:pt x="160" y="74"/>
                        <a:pt x="160" y="74"/>
                      </a:cubicBezTo>
                      <a:lnTo>
                        <a:pt x="160" y="36"/>
                      </a:lnTo>
                      <a:close/>
                      <a:moveTo>
                        <a:pt x="22" y="298"/>
                      </a:moveTo>
                      <a:cubicBezTo>
                        <a:pt x="22" y="21"/>
                        <a:pt x="22" y="21"/>
                        <a:pt x="22" y="21"/>
                      </a:cubicBezTo>
                      <a:cubicBezTo>
                        <a:pt x="139" y="21"/>
                        <a:pt x="139" y="21"/>
                        <a:pt x="139" y="21"/>
                      </a:cubicBezTo>
                      <a:cubicBezTo>
                        <a:pt x="139" y="85"/>
                        <a:pt x="139" y="85"/>
                        <a:pt x="139" y="85"/>
                      </a:cubicBezTo>
                      <a:cubicBezTo>
                        <a:pt x="139" y="91"/>
                        <a:pt x="144" y="96"/>
                        <a:pt x="150" y="96"/>
                      </a:cubicBezTo>
                      <a:cubicBezTo>
                        <a:pt x="214" y="96"/>
                        <a:pt x="214" y="96"/>
                        <a:pt x="214" y="96"/>
                      </a:cubicBezTo>
                      <a:cubicBezTo>
                        <a:pt x="214" y="298"/>
                        <a:pt x="214" y="298"/>
                        <a:pt x="214" y="298"/>
                      </a:cubicBezTo>
                      <a:lnTo>
                        <a:pt x="22" y="298"/>
                      </a:ln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 339"/>
                <p:cNvSpPr>
                  <a:spLocks/>
                </p:cNvSpPr>
                <p:nvPr/>
              </p:nvSpPr>
              <p:spPr bwMode="auto">
                <a:xfrm>
                  <a:off x="4340" y="1431"/>
                  <a:ext cx="99" cy="14"/>
                </a:xfrm>
                <a:custGeom>
                  <a:avLst/>
                  <a:gdLst>
                    <a:gd name="T0" fmla="*/ 139 w 149"/>
                    <a:gd name="T1" fmla="*/ 0 h 21"/>
                    <a:gd name="T2" fmla="*/ 11 w 149"/>
                    <a:gd name="T3" fmla="*/ 0 h 21"/>
                    <a:gd name="T4" fmla="*/ 0 w 149"/>
                    <a:gd name="T5" fmla="*/ 10 h 21"/>
                    <a:gd name="T6" fmla="*/ 11 w 149"/>
                    <a:gd name="T7" fmla="*/ 21 h 21"/>
                    <a:gd name="T8" fmla="*/ 139 w 149"/>
                    <a:gd name="T9" fmla="*/ 21 h 21"/>
                    <a:gd name="T10" fmla="*/ 149 w 149"/>
                    <a:gd name="T11" fmla="*/ 10 h 21"/>
                    <a:gd name="T12" fmla="*/ 139 w 149"/>
                    <a:gd name="T13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21">
                      <a:moveTo>
                        <a:pt x="139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4"/>
                        <a:pt x="0" y="10"/>
                      </a:cubicBezTo>
                      <a:cubicBezTo>
                        <a:pt x="0" y="16"/>
                        <a:pt x="5" y="21"/>
                        <a:pt x="11" y="21"/>
                      </a:cubicBezTo>
                      <a:cubicBezTo>
                        <a:pt x="139" y="21"/>
                        <a:pt x="139" y="21"/>
                        <a:pt x="139" y="21"/>
                      </a:cubicBezTo>
                      <a:cubicBezTo>
                        <a:pt x="145" y="21"/>
                        <a:pt x="149" y="16"/>
                        <a:pt x="149" y="10"/>
                      </a:cubicBezTo>
                      <a:cubicBezTo>
                        <a:pt x="149" y="4"/>
                        <a:pt x="145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Freeform 340"/>
                <p:cNvSpPr>
                  <a:spLocks/>
                </p:cNvSpPr>
                <p:nvPr/>
              </p:nvSpPr>
              <p:spPr bwMode="auto">
                <a:xfrm>
                  <a:off x="4340" y="1402"/>
                  <a:ext cx="99" cy="14"/>
                </a:xfrm>
                <a:custGeom>
                  <a:avLst/>
                  <a:gdLst>
                    <a:gd name="T0" fmla="*/ 139 w 149"/>
                    <a:gd name="T1" fmla="*/ 0 h 21"/>
                    <a:gd name="T2" fmla="*/ 11 w 149"/>
                    <a:gd name="T3" fmla="*/ 0 h 21"/>
                    <a:gd name="T4" fmla="*/ 0 w 149"/>
                    <a:gd name="T5" fmla="*/ 11 h 21"/>
                    <a:gd name="T6" fmla="*/ 11 w 149"/>
                    <a:gd name="T7" fmla="*/ 21 h 21"/>
                    <a:gd name="T8" fmla="*/ 139 w 149"/>
                    <a:gd name="T9" fmla="*/ 21 h 21"/>
                    <a:gd name="T10" fmla="*/ 149 w 149"/>
                    <a:gd name="T11" fmla="*/ 11 h 21"/>
                    <a:gd name="T12" fmla="*/ 139 w 149"/>
                    <a:gd name="T13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21">
                      <a:moveTo>
                        <a:pt x="139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17"/>
                        <a:pt x="5" y="21"/>
                        <a:pt x="11" y="21"/>
                      </a:cubicBezTo>
                      <a:cubicBezTo>
                        <a:pt x="139" y="21"/>
                        <a:pt x="139" y="21"/>
                        <a:pt x="139" y="21"/>
                      </a:cubicBezTo>
                      <a:cubicBezTo>
                        <a:pt x="145" y="21"/>
                        <a:pt x="149" y="17"/>
                        <a:pt x="149" y="11"/>
                      </a:cubicBezTo>
                      <a:cubicBezTo>
                        <a:pt x="149" y="5"/>
                        <a:pt x="145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Freeform 341"/>
                <p:cNvSpPr>
                  <a:spLocks/>
                </p:cNvSpPr>
                <p:nvPr/>
              </p:nvSpPr>
              <p:spPr bwMode="auto">
                <a:xfrm>
                  <a:off x="4340" y="1374"/>
                  <a:ext cx="99" cy="14"/>
                </a:xfrm>
                <a:custGeom>
                  <a:avLst/>
                  <a:gdLst>
                    <a:gd name="T0" fmla="*/ 139 w 149"/>
                    <a:gd name="T1" fmla="*/ 0 h 22"/>
                    <a:gd name="T2" fmla="*/ 11 w 149"/>
                    <a:gd name="T3" fmla="*/ 0 h 22"/>
                    <a:gd name="T4" fmla="*/ 0 w 149"/>
                    <a:gd name="T5" fmla="*/ 11 h 22"/>
                    <a:gd name="T6" fmla="*/ 11 w 149"/>
                    <a:gd name="T7" fmla="*/ 22 h 22"/>
                    <a:gd name="T8" fmla="*/ 139 w 149"/>
                    <a:gd name="T9" fmla="*/ 22 h 22"/>
                    <a:gd name="T10" fmla="*/ 149 w 149"/>
                    <a:gd name="T11" fmla="*/ 11 h 22"/>
                    <a:gd name="T12" fmla="*/ 139 w 149"/>
                    <a:gd name="T13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22">
                      <a:moveTo>
                        <a:pt x="139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17"/>
                        <a:pt x="5" y="22"/>
                        <a:pt x="11" y="22"/>
                      </a:cubicBezTo>
                      <a:cubicBezTo>
                        <a:pt x="139" y="22"/>
                        <a:pt x="139" y="22"/>
                        <a:pt x="139" y="22"/>
                      </a:cubicBezTo>
                      <a:cubicBezTo>
                        <a:pt x="145" y="22"/>
                        <a:pt x="149" y="17"/>
                        <a:pt x="149" y="11"/>
                      </a:cubicBezTo>
                      <a:cubicBezTo>
                        <a:pt x="149" y="5"/>
                        <a:pt x="145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 342"/>
                <p:cNvSpPr>
                  <a:spLocks/>
                </p:cNvSpPr>
                <p:nvPr/>
              </p:nvSpPr>
              <p:spPr bwMode="auto">
                <a:xfrm>
                  <a:off x="4340" y="1346"/>
                  <a:ext cx="99" cy="14"/>
                </a:xfrm>
                <a:custGeom>
                  <a:avLst/>
                  <a:gdLst>
                    <a:gd name="T0" fmla="*/ 139 w 149"/>
                    <a:gd name="T1" fmla="*/ 0 h 21"/>
                    <a:gd name="T2" fmla="*/ 11 w 149"/>
                    <a:gd name="T3" fmla="*/ 0 h 21"/>
                    <a:gd name="T4" fmla="*/ 0 w 149"/>
                    <a:gd name="T5" fmla="*/ 10 h 21"/>
                    <a:gd name="T6" fmla="*/ 11 w 149"/>
                    <a:gd name="T7" fmla="*/ 21 h 21"/>
                    <a:gd name="T8" fmla="*/ 139 w 149"/>
                    <a:gd name="T9" fmla="*/ 21 h 21"/>
                    <a:gd name="T10" fmla="*/ 149 w 149"/>
                    <a:gd name="T11" fmla="*/ 10 h 21"/>
                    <a:gd name="T12" fmla="*/ 139 w 149"/>
                    <a:gd name="T13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9" h="21">
                      <a:moveTo>
                        <a:pt x="139" y="0"/>
                      </a:move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4"/>
                        <a:pt x="0" y="10"/>
                      </a:cubicBezTo>
                      <a:cubicBezTo>
                        <a:pt x="0" y="16"/>
                        <a:pt x="5" y="21"/>
                        <a:pt x="11" y="21"/>
                      </a:cubicBezTo>
                      <a:cubicBezTo>
                        <a:pt x="139" y="21"/>
                        <a:pt x="139" y="21"/>
                        <a:pt x="139" y="21"/>
                      </a:cubicBezTo>
                      <a:cubicBezTo>
                        <a:pt x="145" y="21"/>
                        <a:pt x="149" y="16"/>
                        <a:pt x="149" y="10"/>
                      </a:cubicBezTo>
                      <a:cubicBezTo>
                        <a:pt x="149" y="4"/>
                        <a:pt x="145" y="0"/>
                        <a:pt x="139" y="0"/>
                      </a:cubicBezTo>
                      <a:close/>
                    </a:path>
                  </a:pathLst>
                </a:custGeom>
                <a:solidFill>
                  <a:srgbClr val="C4D6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" name="Group 345"/>
              <p:cNvGrpSpPr>
                <a:grpSpLocks noChangeAspect="1"/>
              </p:cNvGrpSpPr>
              <p:nvPr/>
            </p:nvGrpSpPr>
            <p:grpSpPr bwMode="auto">
              <a:xfrm>
                <a:off x="3784833" y="1013158"/>
                <a:ext cx="548640" cy="548640"/>
                <a:chOff x="3451" y="1171"/>
                <a:chExt cx="340" cy="340"/>
              </a:xfrm>
              <a:solidFill>
                <a:srgbClr val="2C5234"/>
              </a:solidFill>
            </p:grpSpPr>
            <p:sp>
              <p:nvSpPr>
                <p:cNvPr id="84" name="Freeform 346"/>
                <p:cNvSpPr>
                  <a:spLocks noEditPoints="1"/>
                </p:cNvSpPr>
                <p:nvPr/>
              </p:nvSpPr>
              <p:spPr bwMode="auto">
                <a:xfrm>
                  <a:off x="3515" y="1241"/>
                  <a:ext cx="212" cy="192"/>
                </a:xfrm>
                <a:custGeom>
                  <a:avLst/>
                  <a:gdLst>
                    <a:gd name="T0" fmla="*/ 224 w 320"/>
                    <a:gd name="T1" fmla="*/ 288 h 288"/>
                    <a:gd name="T2" fmla="*/ 170 w 320"/>
                    <a:gd name="T3" fmla="*/ 288 h 288"/>
                    <a:gd name="T4" fmla="*/ 160 w 320"/>
                    <a:gd name="T5" fmla="*/ 278 h 288"/>
                    <a:gd name="T6" fmla="*/ 160 w 320"/>
                    <a:gd name="T7" fmla="*/ 267 h 288"/>
                    <a:gd name="T8" fmla="*/ 138 w 320"/>
                    <a:gd name="T9" fmla="*/ 267 h 288"/>
                    <a:gd name="T10" fmla="*/ 138 w 320"/>
                    <a:gd name="T11" fmla="*/ 278 h 288"/>
                    <a:gd name="T12" fmla="*/ 128 w 320"/>
                    <a:gd name="T13" fmla="*/ 288 h 288"/>
                    <a:gd name="T14" fmla="*/ 74 w 320"/>
                    <a:gd name="T15" fmla="*/ 288 h 288"/>
                    <a:gd name="T16" fmla="*/ 64 w 320"/>
                    <a:gd name="T17" fmla="*/ 278 h 288"/>
                    <a:gd name="T18" fmla="*/ 27 w 320"/>
                    <a:gd name="T19" fmla="*/ 235 h 288"/>
                    <a:gd name="T20" fmla="*/ 18 w 320"/>
                    <a:gd name="T21" fmla="*/ 230 h 288"/>
                    <a:gd name="T22" fmla="*/ 0 w 320"/>
                    <a:gd name="T23" fmla="*/ 160 h 288"/>
                    <a:gd name="T24" fmla="*/ 138 w 320"/>
                    <a:gd name="T25" fmla="*/ 22 h 288"/>
                    <a:gd name="T26" fmla="*/ 198 w 320"/>
                    <a:gd name="T27" fmla="*/ 30 h 288"/>
                    <a:gd name="T28" fmla="*/ 255 w 320"/>
                    <a:gd name="T29" fmla="*/ 0 h 288"/>
                    <a:gd name="T30" fmla="*/ 264 w 320"/>
                    <a:gd name="T31" fmla="*/ 4 h 288"/>
                    <a:gd name="T32" fmla="*/ 266 w 320"/>
                    <a:gd name="T33" fmla="*/ 14 h 288"/>
                    <a:gd name="T34" fmla="*/ 257 w 320"/>
                    <a:gd name="T35" fmla="*/ 49 h 288"/>
                    <a:gd name="T36" fmla="*/ 294 w 320"/>
                    <a:gd name="T37" fmla="*/ 96 h 288"/>
                    <a:gd name="T38" fmla="*/ 309 w 320"/>
                    <a:gd name="T39" fmla="*/ 96 h 288"/>
                    <a:gd name="T40" fmla="*/ 320 w 320"/>
                    <a:gd name="T41" fmla="*/ 107 h 288"/>
                    <a:gd name="T42" fmla="*/ 320 w 320"/>
                    <a:gd name="T43" fmla="*/ 171 h 288"/>
                    <a:gd name="T44" fmla="*/ 309 w 320"/>
                    <a:gd name="T45" fmla="*/ 182 h 288"/>
                    <a:gd name="T46" fmla="*/ 275 w 320"/>
                    <a:gd name="T47" fmla="*/ 182 h 288"/>
                    <a:gd name="T48" fmla="*/ 234 w 320"/>
                    <a:gd name="T49" fmla="*/ 259 h 288"/>
                    <a:gd name="T50" fmla="*/ 234 w 320"/>
                    <a:gd name="T51" fmla="*/ 278 h 288"/>
                    <a:gd name="T52" fmla="*/ 224 w 320"/>
                    <a:gd name="T53" fmla="*/ 288 h 288"/>
                    <a:gd name="T54" fmla="*/ 181 w 320"/>
                    <a:gd name="T55" fmla="*/ 267 h 288"/>
                    <a:gd name="T56" fmla="*/ 213 w 320"/>
                    <a:gd name="T57" fmla="*/ 267 h 288"/>
                    <a:gd name="T58" fmla="*/ 213 w 320"/>
                    <a:gd name="T59" fmla="*/ 255 h 288"/>
                    <a:gd name="T60" fmla="*/ 216 w 320"/>
                    <a:gd name="T61" fmla="*/ 248 h 288"/>
                    <a:gd name="T62" fmla="*/ 255 w 320"/>
                    <a:gd name="T63" fmla="*/ 170 h 288"/>
                    <a:gd name="T64" fmla="*/ 266 w 320"/>
                    <a:gd name="T65" fmla="*/ 160 h 288"/>
                    <a:gd name="T66" fmla="*/ 298 w 320"/>
                    <a:gd name="T67" fmla="*/ 160 h 288"/>
                    <a:gd name="T68" fmla="*/ 298 w 320"/>
                    <a:gd name="T69" fmla="*/ 118 h 288"/>
                    <a:gd name="T70" fmla="*/ 288 w 320"/>
                    <a:gd name="T71" fmla="*/ 118 h 288"/>
                    <a:gd name="T72" fmla="*/ 278 w 320"/>
                    <a:gd name="T73" fmla="*/ 112 h 288"/>
                    <a:gd name="T74" fmla="*/ 240 w 320"/>
                    <a:gd name="T75" fmla="*/ 63 h 288"/>
                    <a:gd name="T76" fmla="*/ 235 w 320"/>
                    <a:gd name="T77" fmla="*/ 51 h 288"/>
                    <a:gd name="T78" fmla="*/ 241 w 320"/>
                    <a:gd name="T79" fmla="*/ 25 h 288"/>
                    <a:gd name="T80" fmla="*/ 212 w 320"/>
                    <a:gd name="T81" fmla="*/ 48 h 288"/>
                    <a:gd name="T82" fmla="*/ 199 w 320"/>
                    <a:gd name="T83" fmla="*/ 53 h 288"/>
                    <a:gd name="T84" fmla="*/ 138 w 320"/>
                    <a:gd name="T85" fmla="*/ 43 h 288"/>
                    <a:gd name="T86" fmla="*/ 21 w 320"/>
                    <a:gd name="T87" fmla="*/ 160 h 288"/>
                    <a:gd name="T88" fmla="*/ 34 w 320"/>
                    <a:gd name="T89" fmla="*/ 214 h 288"/>
                    <a:gd name="T90" fmla="*/ 84 w 320"/>
                    <a:gd name="T91" fmla="*/ 267 h 288"/>
                    <a:gd name="T92" fmla="*/ 117 w 320"/>
                    <a:gd name="T93" fmla="*/ 267 h 288"/>
                    <a:gd name="T94" fmla="*/ 117 w 320"/>
                    <a:gd name="T95" fmla="*/ 256 h 288"/>
                    <a:gd name="T96" fmla="*/ 128 w 320"/>
                    <a:gd name="T97" fmla="*/ 246 h 288"/>
                    <a:gd name="T98" fmla="*/ 170 w 320"/>
                    <a:gd name="T99" fmla="*/ 246 h 288"/>
                    <a:gd name="T100" fmla="*/ 181 w 320"/>
                    <a:gd name="T101" fmla="*/ 256 h 288"/>
                    <a:gd name="T102" fmla="*/ 181 w 320"/>
                    <a:gd name="T103" fmla="*/ 267 h 288"/>
                    <a:gd name="T104" fmla="*/ 82 w 320"/>
                    <a:gd name="T105" fmla="*/ 104 h 288"/>
                    <a:gd name="T106" fmla="*/ 130 w 320"/>
                    <a:gd name="T107" fmla="*/ 79 h 288"/>
                    <a:gd name="T108" fmla="*/ 138 w 320"/>
                    <a:gd name="T109" fmla="*/ 66 h 288"/>
                    <a:gd name="T110" fmla="*/ 125 w 320"/>
                    <a:gd name="T111" fmla="*/ 58 h 288"/>
                    <a:gd name="T112" fmla="*/ 68 w 320"/>
                    <a:gd name="T113" fmla="*/ 88 h 288"/>
                    <a:gd name="T114" fmla="*/ 67 w 320"/>
                    <a:gd name="T115" fmla="*/ 103 h 288"/>
                    <a:gd name="T116" fmla="*/ 75 w 320"/>
                    <a:gd name="T117" fmla="*/ 107 h 288"/>
                    <a:gd name="T118" fmla="*/ 82 w 320"/>
                    <a:gd name="T119" fmla="*/ 104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320" h="288">
                      <a:moveTo>
                        <a:pt x="224" y="288"/>
                      </a:moveTo>
                      <a:cubicBezTo>
                        <a:pt x="170" y="288"/>
                        <a:pt x="170" y="288"/>
                        <a:pt x="170" y="288"/>
                      </a:cubicBezTo>
                      <a:cubicBezTo>
                        <a:pt x="164" y="288"/>
                        <a:pt x="160" y="284"/>
                        <a:pt x="160" y="278"/>
                      </a:cubicBezTo>
                      <a:cubicBezTo>
                        <a:pt x="160" y="267"/>
                        <a:pt x="160" y="267"/>
                        <a:pt x="160" y="267"/>
                      </a:cubicBezTo>
                      <a:cubicBezTo>
                        <a:pt x="138" y="267"/>
                        <a:pt x="138" y="267"/>
                        <a:pt x="138" y="267"/>
                      </a:cubicBezTo>
                      <a:cubicBezTo>
                        <a:pt x="138" y="278"/>
                        <a:pt x="138" y="278"/>
                        <a:pt x="138" y="278"/>
                      </a:cubicBezTo>
                      <a:cubicBezTo>
                        <a:pt x="138" y="284"/>
                        <a:pt x="134" y="288"/>
                        <a:pt x="128" y="288"/>
                      </a:cubicBezTo>
                      <a:cubicBezTo>
                        <a:pt x="74" y="288"/>
                        <a:pt x="74" y="288"/>
                        <a:pt x="74" y="288"/>
                      </a:cubicBezTo>
                      <a:cubicBezTo>
                        <a:pt x="68" y="288"/>
                        <a:pt x="64" y="284"/>
                        <a:pt x="64" y="278"/>
                      </a:cubicBezTo>
                      <a:cubicBezTo>
                        <a:pt x="64" y="237"/>
                        <a:pt x="29" y="235"/>
                        <a:pt x="27" y="235"/>
                      </a:cubicBezTo>
                      <a:cubicBezTo>
                        <a:pt x="23" y="235"/>
                        <a:pt x="20" y="233"/>
                        <a:pt x="18" y="230"/>
                      </a:cubicBezTo>
                      <a:cubicBezTo>
                        <a:pt x="6" y="209"/>
                        <a:pt x="0" y="185"/>
                        <a:pt x="0" y="160"/>
                      </a:cubicBezTo>
                      <a:cubicBezTo>
                        <a:pt x="0" y="84"/>
                        <a:pt x="62" y="22"/>
                        <a:pt x="138" y="22"/>
                      </a:cubicBezTo>
                      <a:cubicBezTo>
                        <a:pt x="160" y="22"/>
                        <a:pt x="179" y="24"/>
                        <a:pt x="198" y="30"/>
                      </a:cubicBezTo>
                      <a:cubicBezTo>
                        <a:pt x="217" y="3"/>
                        <a:pt x="253" y="0"/>
                        <a:pt x="255" y="0"/>
                      </a:cubicBezTo>
                      <a:cubicBezTo>
                        <a:pt x="259" y="0"/>
                        <a:pt x="262" y="2"/>
                        <a:pt x="264" y="4"/>
                      </a:cubicBezTo>
                      <a:cubicBezTo>
                        <a:pt x="266" y="7"/>
                        <a:pt x="267" y="10"/>
                        <a:pt x="266" y="14"/>
                      </a:cubicBezTo>
                      <a:cubicBezTo>
                        <a:pt x="257" y="49"/>
                        <a:pt x="257" y="49"/>
                        <a:pt x="257" y="49"/>
                      </a:cubicBezTo>
                      <a:cubicBezTo>
                        <a:pt x="275" y="63"/>
                        <a:pt x="288" y="85"/>
                        <a:pt x="294" y="96"/>
                      </a:cubicBezTo>
                      <a:cubicBezTo>
                        <a:pt x="309" y="96"/>
                        <a:pt x="309" y="96"/>
                        <a:pt x="309" y="96"/>
                      </a:cubicBezTo>
                      <a:cubicBezTo>
                        <a:pt x="315" y="96"/>
                        <a:pt x="320" y="101"/>
                        <a:pt x="320" y="107"/>
                      </a:cubicBezTo>
                      <a:cubicBezTo>
                        <a:pt x="320" y="171"/>
                        <a:pt x="320" y="171"/>
                        <a:pt x="320" y="171"/>
                      </a:cubicBezTo>
                      <a:cubicBezTo>
                        <a:pt x="320" y="177"/>
                        <a:pt x="315" y="182"/>
                        <a:pt x="309" y="182"/>
                      </a:cubicBezTo>
                      <a:cubicBezTo>
                        <a:pt x="275" y="182"/>
                        <a:pt x="275" y="182"/>
                        <a:pt x="275" y="182"/>
                      </a:cubicBezTo>
                      <a:cubicBezTo>
                        <a:pt x="269" y="217"/>
                        <a:pt x="249" y="244"/>
                        <a:pt x="234" y="259"/>
                      </a:cubicBezTo>
                      <a:cubicBezTo>
                        <a:pt x="234" y="278"/>
                        <a:pt x="234" y="278"/>
                        <a:pt x="234" y="278"/>
                      </a:cubicBezTo>
                      <a:cubicBezTo>
                        <a:pt x="234" y="284"/>
                        <a:pt x="230" y="288"/>
                        <a:pt x="224" y="288"/>
                      </a:cubicBezTo>
                      <a:close/>
                      <a:moveTo>
                        <a:pt x="181" y="267"/>
                      </a:moveTo>
                      <a:cubicBezTo>
                        <a:pt x="213" y="267"/>
                        <a:pt x="213" y="267"/>
                        <a:pt x="213" y="267"/>
                      </a:cubicBezTo>
                      <a:cubicBezTo>
                        <a:pt x="213" y="255"/>
                        <a:pt x="213" y="255"/>
                        <a:pt x="213" y="255"/>
                      </a:cubicBezTo>
                      <a:cubicBezTo>
                        <a:pt x="213" y="252"/>
                        <a:pt x="214" y="250"/>
                        <a:pt x="216" y="248"/>
                      </a:cubicBezTo>
                      <a:cubicBezTo>
                        <a:pt x="239" y="225"/>
                        <a:pt x="253" y="197"/>
                        <a:pt x="255" y="170"/>
                      </a:cubicBezTo>
                      <a:cubicBezTo>
                        <a:pt x="256" y="165"/>
                        <a:pt x="260" y="160"/>
                        <a:pt x="266" y="160"/>
                      </a:cubicBezTo>
                      <a:cubicBezTo>
                        <a:pt x="298" y="160"/>
                        <a:pt x="298" y="160"/>
                        <a:pt x="298" y="160"/>
                      </a:cubicBezTo>
                      <a:cubicBezTo>
                        <a:pt x="298" y="118"/>
                        <a:pt x="298" y="118"/>
                        <a:pt x="298" y="118"/>
                      </a:cubicBezTo>
                      <a:cubicBezTo>
                        <a:pt x="288" y="118"/>
                        <a:pt x="288" y="118"/>
                        <a:pt x="288" y="118"/>
                      </a:cubicBezTo>
                      <a:cubicBezTo>
                        <a:pt x="284" y="118"/>
                        <a:pt x="280" y="115"/>
                        <a:pt x="278" y="112"/>
                      </a:cubicBezTo>
                      <a:cubicBezTo>
                        <a:pt x="278" y="111"/>
                        <a:pt x="261" y="76"/>
                        <a:pt x="240" y="63"/>
                      </a:cubicBezTo>
                      <a:cubicBezTo>
                        <a:pt x="236" y="60"/>
                        <a:pt x="234" y="56"/>
                        <a:pt x="235" y="51"/>
                      </a:cubicBezTo>
                      <a:cubicBezTo>
                        <a:pt x="241" y="25"/>
                        <a:pt x="241" y="25"/>
                        <a:pt x="241" y="25"/>
                      </a:cubicBezTo>
                      <a:cubicBezTo>
                        <a:pt x="231" y="28"/>
                        <a:pt x="218" y="35"/>
                        <a:pt x="212" y="48"/>
                      </a:cubicBezTo>
                      <a:cubicBezTo>
                        <a:pt x="210" y="53"/>
                        <a:pt x="204" y="55"/>
                        <a:pt x="199" y="53"/>
                      </a:cubicBezTo>
                      <a:cubicBezTo>
                        <a:pt x="180" y="46"/>
                        <a:pt x="161" y="43"/>
                        <a:pt x="138" y="43"/>
                      </a:cubicBezTo>
                      <a:cubicBezTo>
                        <a:pt x="74" y="43"/>
                        <a:pt x="21" y="96"/>
                        <a:pt x="21" y="160"/>
                      </a:cubicBezTo>
                      <a:cubicBezTo>
                        <a:pt x="21" y="179"/>
                        <a:pt x="26" y="198"/>
                        <a:pt x="34" y="214"/>
                      </a:cubicBezTo>
                      <a:cubicBezTo>
                        <a:pt x="53" y="217"/>
                        <a:pt x="80" y="231"/>
                        <a:pt x="84" y="267"/>
                      </a:cubicBezTo>
                      <a:cubicBezTo>
                        <a:pt x="117" y="267"/>
                        <a:pt x="117" y="267"/>
                        <a:pt x="117" y="267"/>
                      </a:cubicBezTo>
                      <a:cubicBezTo>
                        <a:pt x="117" y="256"/>
                        <a:pt x="117" y="256"/>
                        <a:pt x="117" y="256"/>
                      </a:cubicBezTo>
                      <a:cubicBezTo>
                        <a:pt x="117" y="250"/>
                        <a:pt x="122" y="246"/>
                        <a:pt x="128" y="246"/>
                      </a:cubicBezTo>
                      <a:cubicBezTo>
                        <a:pt x="170" y="246"/>
                        <a:pt x="170" y="246"/>
                        <a:pt x="170" y="246"/>
                      </a:cubicBezTo>
                      <a:cubicBezTo>
                        <a:pt x="176" y="246"/>
                        <a:pt x="181" y="250"/>
                        <a:pt x="181" y="256"/>
                      </a:cubicBezTo>
                      <a:lnTo>
                        <a:pt x="181" y="267"/>
                      </a:lnTo>
                      <a:close/>
                      <a:moveTo>
                        <a:pt x="82" y="104"/>
                      </a:moveTo>
                      <a:cubicBezTo>
                        <a:pt x="96" y="92"/>
                        <a:pt x="113" y="83"/>
                        <a:pt x="130" y="79"/>
                      </a:cubicBezTo>
                      <a:cubicBezTo>
                        <a:pt x="136" y="77"/>
                        <a:pt x="139" y="71"/>
                        <a:pt x="138" y="66"/>
                      </a:cubicBezTo>
                      <a:cubicBezTo>
                        <a:pt x="137" y="60"/>
                        <a:pt x="131" y="57"/>
                        <a:pt x="125" y="58"/>
                      </a:cubicBezTo>
                      <a:cubicBezTo>
                        <a:pt x="104" y="63"/>
                        <a:pt x="84" y="74"/>
                        <a:pt x="68" y="88"/>
                      </a:cubicBezTo>
                      <a:cubicBezTo>
                        <a:pt x="64" y="92"/>
                        <a:pt x="63" y="99"/>
                        <a:pt x="67" y="103"/>
                      </a:cubicBezTo>
                      <a:cubicBezTo>
                        <a:pt x="69" y="106"/>
                        <a:pt x="72" y="107"/>
                        <a:pt x="75" y="107"/>
                      </a:cubicBezTo>
                      <a:cubicBezTo>
                        <a:pt x="78" y="107"/>
                        <a:pt x="80" y="106"/>
                        <a:pt x="82" y="1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 347"/>
                <p:cNvSpPr>
                  <a:spLocks noEditPoints="1"/>
                </p:cNvSpPr>
                <p:nvPr/>
              </p:nvSpPr>
              <p:spPr bwMode="auto">
                <a:xfrm>
                  <a:off x="3451" y="1171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3" name="Rectangle 72"/>
              <p:cNvSpPr/>
              <p:nvPr/>
            </p:nvSpPr>
            <p:spPr>
              <a:xfrm>
                <a:off x="5167866" y="2284733"/>
                <a:ext cx="1333794" cy="59432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1000" b="1" dirty="0"/>
                  <a:t>Briefly Explain Business Problem </a:t>
                </a:r>
                <a:endParaRPr lang="en-US" sz="1000" b="1" dirty="0">
                  <a:ea typeface="Verdana"/>
                  <a:cs typeface="Verdana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3507233" y="1869401"/>
                <a:ext cx="1333794" cy="2641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Create a Story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4344798" y="4718574"/>
                <a:ext cx="1333794" cy="26414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1000" b="1" dirty="0"/>
                  <a:t>Keep It Simple</a:t>
                </a:r>
                <a:endParaRPr lang="en-US" dirty="0">
                  <a:ea typeface="+mn-ea"/>
                  <a:cs typeface="+mn-cs"/>
                </a:endParaRPr>
              </a:p>
            </p:txBody>
          </p:sp>
          <p:grpSp>
            <p:nvGrpSpPr>
              <p:cNvPr id="76" name="Group 920"/>
              <p:cNvGrpSpPr>
                <a:grpSpLocks noChangeAspect="1"/>
              </p:cNvGrpSpPr>
              <p:nvPr/>
            </p:nvGrpSpPr>
            <p:grpSpPr bwMode="auto">
              <a:xfrm>
                <a:off x="2734221" y="4751408"/>
                <a:ext cx="548640" cy="548640"/>
                <a:chOff x="5645" y="4510"/>
                <a:chExt cx="340" cy="340"/>
              </a:xfrm>
              <a:solidFill>
                <a:schemeClr val="accent1"/>
              </a:solidFill>
            </p:grpSpPr>
            <p:sp>
              <p:nvSpPr>
                <p:cNvPr id="82" name="Freeform 921"/>
                <p:cNvSpPr>
                  <a:spLocks noEditPoints="1"/>
                </p:cNvSpPr>
                <p:nvPr/>
              </p:nvSpPr>
              <p:spPr bwMode="auto">
                <a:xfrm>
                  <a:off x="5765" y="4574"/>
                  <a:ext cx="99" cy="212"/>
                </a:xfrm>
                <a:custGeom>
                  <a:avLst/>
                  <a:gdLst>
                    <a:gd name="T0" fmla="*/ 139 w 149"/>
                    <a:gd name="T1" fmla="*/ 256 h 320"/>
                    <a:gd name="T2" fmla="*/ 136 w 149"/>
                    <a:gd name="T3" fmla="*/ 256 h 320"/>
                    <a:gd name="T4" fmla="*/ 108 w 149"/>
                    <a:gd name="T5" fmla="*/ 142 h 320"/>
                    <a:gd name="T6" fmla="*/ 128 w 149"/>
                    <a:gd name="T7" fmla="*/ 96 h 320"/>
                    <a:gd name="T8" fmla="*/ 98 w 149"/>
                    <a:gd name="T9" fmla="*/ 53 h 320"/>
                    <a:gd name="T10" fmla="*/ 107 w 149"/>
                    <a:gd name="T11" fmla="*/ 32 h 320"/>
                    <a:gd name="T12" fmla="*/ 75 w 149"/>
                    <a:gd name="T13" fmla="*/ 0 h 320"/>
                    <a:gd name="T14" fmla="*/ 43 w 149"/>
                    <a:gd name="T15" fmla="*/ 32 h 320"/>
                    <a:gd name="T16" fmla="*/ 51 w 149"/>
                    <a:gd name="T17" fmla="*/ 53 h 320"/>
                    <a:gd name="T18" fmla="*/ 21 w 149"/>
                    <a:gd name="T19" fmla="*/ 96 h 320"/>
                    <a:gd name="T20" fmla="*/ 41 w 149"/>
                    <a:gd name="T21" fmla="*/ 142 h 320"/>
                    <a:gd name="T22" fmla="*/ 13 w 149"/>
                    <a:gd name="T23" fmla="*/ 256 h 320"/>
                    <a:gd name="T24" fmla="*/ 11 w 149"/>
                    <a:gd name="T25" fmla="*/ 256 h 320"/>
                    <a:gd name="T26" fmla="*/ 0 w 149"/>
                    <a:gd name="T27" fmla="*/ 266 h 320"/>
                    <a:gd name="T28" fmla="*/ 0 w 149"/>
                    <a:gd name="T29" fmla="*/ 309 h 320"/>
                    <a:gd name="T30" fmla="*/ 11 w 149"/>
                    <a:gd name="T31" fmla="*/ 320 h 320"/>
                    <a:gd name="T32" fmla="*/ 139 w 149"/>
                    <a:gd name="T33" fmla="*/ 320 h 320"/>
                    <a:gd name="T34" fmla="*/ 149 w 149"/>
                    <a:gd name="T35" fmla="*/ 309 h 320"/>
                    <a:gd name="T36" fmla="*/ 149 w 149"/>
                    <a:gd name="T37" fmla="*/ 266 h 320"/>
                    <a:gd name="T38" fmla="*/ 139 w 149"/>
                    <a:gd name="T39" fmla="*/ 256 h 320"/>
                    <a:gd name="T40" fmla="*/ 75 w 149"/>
                    <a:gd name="T41" fmla="*/ 21 h 320"/>
                    <a:gd name="T42" fmla="*/ 85 w 149"/>
                    <a:gd name="T43" fmla="*/ 32 h 320"/>
                    <a:gd name="T44" fmla="*/ 75 w 149"/>
                    <a:gd name="T45" fmla="*/ 42 h 320"/>
                    <a:gd name="T46" fmla="*/ 64 w 149"/>
                    <a:gd name="T47" fmla="*/ 32 h 320"/>
                    <a:gd name="T48" fmla="*/ 75 w 149"/>
                    <a:gd name="T49" fmla="*/ 21 h 320"/>
                    <a:gd name="T50" fmla="*/ 75 w 149"/>
                    <a:gd name="T51" fmla="*/ 64 h 320"/>
                    <a:gd name="T52" fmla="*/ 92 w 149"/>
                    <a:gd name="T53" fmla="*/ 74 h 320"/>
                    <a:gd name="T54" fmla="*/ 78 w 149"/>
                    <a:gd name="T55" fmla="*/ 88 h 320"/>
                    <a:gd name="T56" fmla="*/ 78 w 149"/>
                    <a:gd name="T57" fmla="*/ 103 h 320"/>
                    <a:gd name="T58" fmla="*/ 85 w 149"/>
                    <a:gd name="T59" fmla="*/ 106 h 320"/>
                    <a:gd name="T60" fmla="*/ 93 w 149"/>
                    <a:gd name="T61" fmla="*/ 103 h 320"/>
                    <a:gd name="T62" fmla="*/ 106 w 149"/>
                    <a:gd name="T63" fmla="*/ 90 h 320"/>
                    <a:gd name="T64" fmla="*/ 107 w 149"/>
                    <a:gd name="T65" fmla="*/ 96 h 320"/>
                    <a:gd name="T66" fmla="*/ 92 w 149"/>
                    <a:gd name="T67" fmla="*/ 128 h 320"/>
                    <a:gd name="T68" fmla="*/ 57 w 149"/>
                    <a:gd name="T69" fmla="*/ 128 h 320"/>
                    <a:gd name="T70" fmla="*/ 43 w 149"/>
                    <a:gd name="T71" fmla="*/ 96 h 320"/>
                    <a:gd name="T72" fmla="*/ 75 w 149"/>
                    <a:gd name="T73" fmla="*/ 64 h 320"/>
                    <a:gd name="T74" fmla="*/ 62 w 149"/>
                    <a:gd name="T75" fmla="*/ 149 h 320"/>
                    <a:gd name="T76" fmla="*/ 88 w 149"/>
                    <a:gd name="T77" fmla="*/ 149 h 320"/>
                    <a:gd name="T78" fmla="*/ 114 w 149"/>
                    <a:gd name="T79" fmla="*/ 256 h 320"/>
                    <a:gd name="T80" fmla="*/ 35 w 149"/>
                    <a:gd name="T81" fmla="*/ 256 h 320"/>
                    <a:gd name="T82" fmla="*/ 62 w 149"/>
                    <a:gd name="T83" fmla="*/ 149 h 320"/>
                    <a:gd name="T84" fmla="*/ 128 w 149"/>
                    <a:gd name="T85" fmla="*/ 298 h 320"/>
                    <a:gd name="T86" fmla="*/ 21 w 149"/>
                    <a:gd name="T87" fmla="*/ 298 h 320"/>
                    <a:gd name="T88" fmla="*/ 21 w 149"/>
                    <a:gd name="T89" fmla="*/ 277 h 320"/>
                    <a:gd name="T90" fmla="*/ 128 w 149"/>
                    <a:gd name="T91" fmla="*/ 277 h 320"/>
                    <a:gd name="T92" fmla="*/ 128 w 149"/>
                    <a:gd name="T93" fmla="*/ 298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49" h="320">
                      <a:moveTo>
                        <a:pt x="139" y="256"/>
                      </a:moveTo>
                      <a:cubicBezTo>
                        <a:pt x="136" y="256"/>
                        <a:pt x="136" y="256"/>
                        <a:pt x="136" y="256"/>
                      </a:cubicBezTo>
                      <a:cubicBezTo>
                        <a:pt x="108" y="142"/>
                        <a:pt x="108" y="142"/>
                        <a:pt x="108" y="142"/>
                      </a:cubicBezTo>
                      <a:cubicBezTo>
                        <a:pt x="116" y="135"/>
                        <a:pt x="128" y="119"/>
                        <a:pt x="128" y="96"/>
                      </a:cubicBezTo>
                      <a:cubicBezTo>
                        <a:pt x="128" y="76"/>
                        <a:pt x="112" y="62"/>
                        <a:pt x="98" y="53"/>
                      </a:cubicBezTo>
                      <a:cubicBezTo>
                        <a:pt x="103" y="47"/>
                        <a:pt x="107" y="40"/>
                        <a:pt x="107" y="32"/>
                      </a:cubicBezTo>
                      <a:cubicBezTo>
                        <a:pt x="107" y="14"/>
                        <a:pt x="92" y="0"/>
                        <a:pt x="75" y="0"/>
                      </a:cubicBezTo>
                      <a:cubicBezTo>
                        <a:pt x="57" y="0"/>
                        <a:pt x="43" y="14"/>
                        <a:pt x="43" y="32"/>
                      </a:cubicBezTo>
                      <a:cubicBezTo>
                        <a:pt x="43" y="40"/>
                        <a:pt x="46" y="47"/>
                        <a:pt x="51" y="53"/>
                      </a:cubicBezTo>
                      <a:cubicBezTo>
                        <a:pt x="37" y="62"/>
                        <a:pt x="21" y="76"/>
                        <a:pt x="21" y="96"/>
                      </a:cubicBezTo>
                      <a:cubicBezTo>
                        <a:pt x="21" y="119"/>
                        <a:pt x="34" y="135"/>
                        <a:pt x="41" y="142"/>
                      </a:cubicBezTo>
                      <a:cubicBezTo>
                        <a:pt x="13" y="256"/>
                        <a:pt x="13" y="256"/>
                        <a:pt x="13" y="256"/>
                      </a:cubicBezTo>
                      <a:cubicBezTo>
                        <a:pt x="11" y="256"/>
                        <a:pt x="11" y="256"/>
                        <a:pt x="11" y="256"/>
                      </a:cubicBezTo>
                      <a:cubicBezTo>
                        <a:pt x="5" y="256"/>
                        <a:pt x="0" y="260"/>
                        <a:pt x="0" y="266"/>
                      </a:cubicBezTo>
                      <a:cubicBezTo>
                        <a:pt x="0" y="309"/>
                        <a:pt x="0" y="309"/>
                        <a:pt x="0" y="309"/>
                      </a:cubicBezTo>
                      <a:cubicBezTo>
                        <a:pt x="0" y="315"/>
                        <a:pt x="5" y="320"/>
                        <a:pt x="11" y="320"/>
                      </a:cubicBezTo>
                      <a:cubicBezTo>
                        <a:pt x="139" y="320"/>
                        <a:pt x="139" y="320"/>
                        <a:pt x="139" y="320"/>
                      </a:cubicBezTo>
                      <a:cubicBezTo>
                        <a:pt x="145" y="320"/>
                        <a:pt x="149" y="315"/>
                        <a:pt x="149" y="309"/>
                      </a:cubicBezTo>
                      <a:cubicBezTo>
                        <a:pt x="149" y="266"/>
                        <a:pt x="149" y="266"/>
                        <a:pt x="149" y="266"/>
                      </a:cubicBezTo>
                      <a:cubicBezTo>
                        <a:pt x="149" y="260"/>
                        <a:pt x="145" y="256"/>
                        <a:pt x="139" y="256"/>
                      </a:cubicBezTo>
                      <a:close/>
                      <a:moveTo>
                        <a:pt x="75" y="21"/>
                      </a:moveTo>
                      <a:cubicBezTo>
                        <a:pt x="81" y="21"/>
                        <a:pt x="85" y="26"/>
                        <a:pt x="85" y="32"/>
                      </a:cubicBezTo>
                      <a:cubicBezTo>
                        <a:pt x="85" y="38"/>
                        <a:pt x="81" y="42"/>
                        <a:pt x="75" y="42"/>
                      </a:cubicBezTo>
                      <a:cubicBezTo>
                        <a:pt x="69" y="42"/>
                        <a:pt x="64" y="38"/>
                        <a:pt x="64" y="32"/>
                      </a:cubicBezTo>
                      <a:cubicBezTo>
                        <a:pt x="64" y="26"/>
                        <a:pt x="69" y="21"/>
                        <a:pt x="75" y="21"/>
                      </a:cubicBezTo>
                      <a:close/>
                      <a:moveTo>
                        <a:pt x="75" y="64"/>
                      </a:moveTo>
                      <a:cubicBezTo>
                        <a:pt x="79" y="67"/>
                        <a:pt x="86" y="70"/>
                        <a:pt x="92" y="74"/>
                      </a:cubicBezTo>
                      <a:cubicBezTo>
                        <a:pt x="78" y="88"/>
                        <a:pt x="78" y="88"/>
                        <a:pt x="78" y="88"/>
                      </a:cubicBezTo>
                      <a:cubicBezTo>
                        <a:pt x="74" y="92"/>
                        <a:pt x="74" y="99"/>
                        <a:pt x="78" y="103"/>
                      </a:cubicBezTo>
                      <a:cubicBezTo>
                        <a:pt x="80" y="105"/>
                        <a:pt x="83" y="106"/>
                        <a:pt x="85" y="106"/>
                      </a:cubicBezTo>
                      <a:cubicBezTo>
                        <a:pt x="88" y="106"/>
                        <a:pt x="91" y="105"/>
                        <a:pt x="93" y="103"/>
                      </a:cubicBezTo>
                      <a:cubicBezTo>
                        <a:pt x="106" y="90"/>
                        <a:pt x="106" y="90"/>
                        <a:pt x="106" y="90"/>
                      </a:cubicBezTo>
                      <a:cubicBezTo>
                        <a:pt x="106" y="92"/>
                        <a:pt x="107" y="94"/>
                        <a:pt x="107" y="96"/>
                      </a:cubicBezTo>
                      <a:cubicBezTo>
                        <a:pt x="107" y="113"/>
                        <a:pt x="97" y="123"/>
                        <a:pt x="92" y="128"/>
                      </a:cubicBezTo>
                      <a:cubicBezTo>
                        <a:pt x="57" y="128"/>
                        <a:pt x="57" y="128"/>
                        <a:pt x="57" y="128"/>
                      </a:cubicBezTo>
                      <a:cubicBezTo>
                        <a:pt x="53" y="123"/>
                        <a:pt x="43" y="112"/>
                        <a:pt x="43" y="96"/>
                      </a:cubicBezTo>
                      <a:cubicBezTo>
                        <a:pt x="43" y="81"/>
                        <a:pt x="64" y="69"/>
                        <a:pt x="75" y="64"/>
                      </a:cubicBezTo>
                      <a:close/>
                      <a:moveTo>
                        <a:pt x="62" y="149"/>
                      </a:moveTo>
                      <a:cubicBezTo>
                        <a:pt x="88" y="149"/>
                        <a:pt x="88" y="149"/>
                        <a:pt x="88" y="149"/>
                      </a:cubicBezTo>
                      <a:cubicBezTo>
                        <a:pt x="114" y="256"/>
                        <a:pt x="114" y="256"/>
                        <a:pt x="114" y="256"/>
                      </a:cubicBezTo>
                      <a:cubicBezTo>
                        <a:pt x="35" y="256"/>
                        <a:pt x="35" y="256"/>
                        <a:pt x="35" y="256"/>
                      </a:cubicBezTo>
                      <a:lnTo>
                        <a:pt x="62" y="149"/>
                      </a:lnTo>
                      <a:close/>
                      <a:moveTo>
                        <a:pt x="128" y="298"/>
                      </a:moveTo>
                      <a:cubicBezTo>
                        <a:pt x="21" y="298"/>
                        <a:pt x="21" y="298"/>
                        <a:pt x="21" y="298"/>
                      </a:cubicBezTo>
                      <a:cubicBezTo>
                        <a:pt x="21" y="277"/>
                        <a:pt x="21" y="277"/>
                        <a:pt x="21" y="277"/>
                      </a:cubicBezTo>
                      <a:cubicBezTo>
                        <a:pt x="128" y="277"/>
                        <a:pt x="128" y="277"/>
                        <a:pt x="128" y="277"/>
                      </a:cubicBezTo>
                      <a:lnTo>
                        <a:pt x="128" y="29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Freeform 922"/>
                <p:cNvSpPr>
                  <a:spLocks noEditPoints="1"/>
                </p:cNvSpPr>
                <p:nvPr/>
              </p:nvSpPr>
              <p:spPr bwMode="auto">
                <a:xfrm>
                  <a:off x="5645" y="4510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541"/>
              <p:cNvGrpSpPr>
                <a:grpSpLocks noChangeAspect="1"/>
              </p:cNvGrpSpPr>
              <p:nvPr/>
            </p:nvGrpSpPr>
            <p:grpSpPr bwMode="auto">
              <a:xfrm>
                <a:off x="4868222" y="5350984"/>
                <a:ext cx="548639" cy="548640"/>
                <a:chOff x="5326" y="2494"/>
                <a:chExt cx="340" cy="340"/>
              </a:xfrm>
              <a:solidFill>
                <a:srgbClr val="004F59"/>
              </a:solidFill>
            </p:grpSpPr>
            <p:sp>
              <p:nvSpPr>
                <p:cNvPr id="80" name="Freeform 542"/>
                <p:cNvSpPr>
                  <a:spLocks noEditPoints="1"/>
                </p:cNvSpPr>
                <p:nvPr/>
              </p:nvSpPr>
              <p:spPr bwMode="auto">
                <a:xfrm>
                  <a:off x="5430" y="2558"/>
                  <a:ext cx="132" cy="212"/>
                </a:xfrm>
                <a:custGeom>
                  <a:avLst/>
                  <a:gdLst>
                    <a:gd name="T0" fmla="*/ 99 w 199"/>
                    <a:gd name="T1" fmla="*/ 0 h 320"/>
                    <a:gd name="T2" fmla="*/ 99 w 199"/>
                    <a:gd name="T3" fmla="*/ 0 h 320"/>
                    <a:gd name="T4" fmla="*/ 99 w 199"/>
                    <a:gd name="T5" fmla="*/ 0 h 320"/>
                    <a:gd name="T6" fmla="*/ 99 w 199"/>
                    <a:gd name="T7" fmla="*/ 0 h 320"/>
                    <a:gd name="T8" fmla="*/ 98 w 199"/>
                    <a:gd name="T9" fmla="*/ 0 h 320"/>
                    <a:gd name="T10" fmla="*/ 0 w 199"/>
                    <a:gd name="T11" fmla="*/ 95 h 320"/>
                    <a:gd name="T12" fmla="*/ 19 w 199"/>
                    <a:gd name="T13" fmla="*/ 158 h 320"/>
                    <a:gd name="T14" fmla="*/ 45 w 199"/>
                    <a:gd name="T15" fmla="*/ 213 h 320"/>
                    <a:gd name="T16" fmla="*/ 45 w 199"/>
                    <a:gd name="T17" fmla="*/ 245 h 320"/>
                    <a:gd name="T18" fmla="*/ 46 w 199"/>
                    <a:gd name="T19" fmla="*/ 246 h 320"/>
                    <a:gd name="T20" fmla="*/ 45 w 199"/>
                    <a:gd name="T21" fmla="*/ 247 h 320"/>
                    <a:gd name="T22" fmla="*/ 56 w 199"/>
                    <a:gd name="T23" fmla="*/ 311 h 320"/>
                    <a:gd name="T24" fmla="*/ 67 w 199"/>
                    <a:gd name="T25" fmla="*/ 320 h 320"/>
                    <a:gd name="T26" fmla="*/ 131 w 199"/>
                    <a:gd name="T27" fmla="*/ 320 h 320"/>
                    <a:gd name="T28" fmla="*/ 141 w 199"/>
                    <a:gd name="T29" fmla="*/ 311 h 320"/>
                    <a:gd name="T30" fmla="*/ 152 w 199"/>
                    <a:gd name="T31" fmla="*/ 247 h 320"/>
                    <a:gd name="T32" fmla="*/ 152 w 199"/>
                    <a:gd name="T33" fmla="*/ 246 h 320"/>
                    <a:gd name="T34" fmla="*/ 152 w 199"/>
                    <a:gd name="T35" fmla="*/ 245 h 320"/>
                    <a:gd name="T36" fmla="*/ 152 w 199"/>
                    <a:gd name="T37" fmla="*/ 213 h 320"/>
                    <a:gd name="T38" fmla="*/ 179 w 199"/>
                    <a:gd name="T39" fmla="*/ 158 h 320"/>
                    <a:gd name="T40" fmla="*/ 199 w 199"/>
                    <a:gd name="T41" fmla="*/ 95 h 320"/>
                    <a:gd name="T42" fmla="*/ 99 w 199"/>
                    <a:gd name="T43" fmla="*/ 0 h 320"/>
                    <a:gd name="T44" fmla="*/ 122 w 199"/>
                    <a:gd name="T45" fmla="*/ 298 h 320"/>
                    <a:gd name="T46" fmla="*/ 76 w 199"/>
                    <a:gd name="T47" fmla="*/ 298 h 320"/>
                    <a:gd name="T48" fmla="*/ 69 w 199"/>
                    <a:gd name="T49" fmla="*/ 256 h 320"/>
                    <a:gd name="T50" fmla="*/ 129 w 199"/>
                    <a:gd name="T51" fmla="*/ 256 h 320"/>
                    <a:gd name="T52" fmla="*/ 122 w 199"/>
                    <a:gd name="T53" fmla="*/ 298 h 320"/>
                    <a:gd name="T54" fmla="*/ 161 w 199"/>
                    <a:gd name="T55" fmla="*/ 147 h 320"/>
                    <a:gd name="T56" fmla="*/ 131 w 199"/>
                    <a:gd name="T57" fmla="*/ 213 h 320"/>
                    <a:gd name="T58" fmla="*/ 131 w 199"/>
                    <a:gd name="T59" fmla="*/ 234 h 320"/>
                    <a:gd name="T60" fmla="*/ 109 w 199"/>
                    <a:gd name="T61" fmla="*/ 234 h 320"/>
                    <a:gd name="T62" fmla="*/ 109 w 199"/>
                    <a:gd name="T63" fmla="*/ 153 h 320"/>
                    <a:gd name="T64" fmla="*/ 128 w 199"/>
                    <a:gd name="T65" fmla="*/ 135 h 320"/>
                    <a:gd name="T66" fmla="*/ 128 w 199"/>
                    <a:gd name="T67" fmla="*/ 120 h 320"/>
                    <a:gd name="T68" fmla="*/ 112 w 199"/>
                    <a:gd name="T69" fmla="*/ 120 h 320"/>
                    <a:gd name="T70" fmla="*/ 99 w 199"/>
                    <a:gd name="T71" fmla="*/ 134 h 320"/>
                    <a:gd name="T72" fmla="*/ 85 w 199"/>
                    <a:gd name="T73" fmla="*/ 120 h 320"/>
                    <a:gd name="T74" fmla="*/ 70 w 199"/>
                    <a:gd name="T75" fmla="*/ 120 h 320"/>
                    <a:gd name="T76" fmla="*/ 70 w 199"/>
                    <a:gd name="T77" fmla="*/ 135 h 320"/>
                    <a:gd name="T78" fmla="*/ 88 w 199"/>
                    <a:gd name="T79" fmla="*/ 153 h 320"/>
                    <a:gd name="T80" fmla="*/ 88 w 199"/>
                    <a:gd name="T81" fmla="*/ 234 h 320"/>
                    <a:gd name="T82" fmla="*/ 67 w 199"/>
                    <a:gd name="T83" fmla="*/ 234 h 320"/>
                    <a:gd name="T84" fmla="*/ 67 w 199"/>
                    <a:gd name="T85" fmla="*/ 213 h 320"/>
                    <a:gd name="T86" fmla="*/ 37 w 199"/>
                    <a:gd name="T87" fmla="*/ 146 h 320"/>
                    <a:gd name="T88" fmla="*/ 21 w 199"/>
                    <a:gd name="T89" fmla="*/ 95 h 320"/>
                    <a:gd name="T90" fmla="*/ 99 w 199"/>
                    <a:gd name="T91" fmla="*/ 21 h 320"/>
                    <a:gd name="T92" fmla="*/ 177 w 199"/>
                    <a:gd name="T93" fmla="*/ 95 h 320"/>
                    <a:gd name="T94" fmla="*/ 161 w 199"/>
                    <a:gd name="T95" fmla="*/ 147 h 3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99" h="320">
                      <a:moveTo>
                        <a:pt x="99" y="0"/>
                      </a:move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99" y="0"/>
                        <a:pt x="99" y="0"/>
                        <a:pt x="98" y="0"/>
                      </a:cubicBezTo>
                      <a:cubicBezTo>
                        <a:pt x="45" y="0"/>
                        <a:pt x="0" y="44"/>
                        <a:pt x="0" y="95"/>
                      </a:cubicBezTo>
                      <a:cubicBezTo>
                        <a:pt x="0" y="129"/>
                        <a:pt x="18" y="157"/>
                        <a:pt x="19" y="158"/>
                      </a:cubicBezTo>
                      <a:cubicBezTo>
                        <a:pt x="32" y="179"/>
                        <a:pt x="45" y="206"/>
                        <a:pt x="45" y="213"/>
                      </a:cubicBezTo>
                      <a:cubicBezTo>
                        <a:pt x="45" y="245"/>
                        <a:pt x="45" y="245"/>
                        <a:pt x="45" y="245"/>
                      </a:cubicBezTo>
                      <a:cubicBezTo>
                        <a:pt x="45" y="245"/>
                        <a:pt x="45" y="246"/>
                        <a:pt x="46" y="246"/>
                      </a:cubicBezTo>
                      <a:cubicBezTo>
                        <a:pt x="46" y="246"/>
                        <a:pt x="45" y="246"/>
                        <a:pt x="45" y="247"/>
                      </a:cubicBezTo>
                      <a:cubicBezTo>
                        <a:pt x="56" y="311"/>
                        <a:pt x="56" y="311"/>
                        <a:pt x="56" y="311"/>
                      </a:cubicBezTo>
                      <a:cubicBezTo>
                        <a:pt x="57" y="316"/>
                        <a:pt x="61" y="320"/>
                        <a:pt x="67" y="320"/>
                      </a:cubicBezTo>
                      <a:cubicBezTo>
                        <a:pt x="131" y="320"/>
                        <a:pt x="131" y="320"/>
                        <a:pt x="131" y="320"/>
                      </a:cubicBezTo>
                      <a:cubicBezTo>
                        <a:pt x="136" y="320"/>
                        <a:pt x="140" y="316"/>
                        <a:pt x="141" y="311"/>
                      </a:cubicBezTo>
                      <a:cubicBezTo>
                        <a:pt x="152" y="247"/>
                        <a:pt x="152" y="247"/>
                        <a:pt x="152" y="247"/>
                      </a:cubicBezTo>
                      <a:cubicBezTo>
                        <a:pt x="152" y="246"/>
                        <a:pt x="152" y="246"/>
                        <a:pt x="152" y="246"/>
                      </a:cubicBezTo>
                      <a:cubicBezTo>
                        <a:pt x="152" y="246"/>
                        <a:pt x="152" y="245"/>
                        <a:pt x="152" y="245"/>
                      </a:cubicBezTo>
                      <a:cubicBezTo>
                        <a:pt x="152" y="213"/>
                        <a:pt x="152" y="213"/>
                        <a:pt x="152" y="213"/>
                      </a:cubicBezTo>
                      <a:cubicBezTo>
                        <a:pt x="152" y="206"/>
                        <a:pt x="166" y="179"/>
                        <a:pt x="179" y="158"/>
                      </a:cubicBezTo>
                      <a:cubicBezTo>
                        <a:pt x="180" y="157"/>
                        <a:pt x="199" y="129"/>
                        <a:pt x="199" y="95"/>
                      </a:cubicBezTo>
                      <a:cubicBezTo>
                        <a:pt x="199" y="44"/>
                        <a:pt x="153" y="0"/>
                        <a:pt x="99" y="0"/>
                      </a:cubicBezTo>
                      <a:close/>
                      <a:moveTo>
                        <a:pt x="122" y="298"/>
                      </a:moveTo>
                      <a:cubicBezTo>
                        <a:pt x="76" y="298"/>
                        <a:pt x="76" y="298"/>
                        <a:pt x="76" y="298"/>
                      </a:cubicBezTo>
                      <a:cubicBezTo>
                        <a:pt x="69" y="256"/>
                        <a:pt x="69" y="256"/>
                        <a:pt x="69" y="256"/>
                      </a:cubicBezTo>
                      <a:cubicBezTo>
                        <a:pt x="129" y="256"/>
                        <a:pt x="129" y="256"/>
                        <a:pt x="129" y="256"/>
                      </a:cubicBezTo>
                      <a:lnTo>
                        <a:pt x="122" y="298"/>
                      </a:lnTo>
                      <a:close/>
                      <a:moveTo>
                        <a:pt x="161" y="147"/>
                      </a:moveTo>
                      <a:cubicBezTo>
                        <a:pt x="154" y="158"/>
                        <a:pt x="131" y="196"/>
                        <a:pt x="131" y="213"/>
                      </a:cubicBezTo>
                      <a:cubicBezTo>
                        <a:pt x="131" y="234"/>
                        <a:pt x="131" y="234"/>
                        <a:pt x="131" y="234"/>
                      </a:cubicBezTo>
                      <a:cubicBezTo>
                        <a:pt x="109" y="234"/>
                        <a:pt x="109" y="234"/>
                        <a:pt x="109" y="234"/>
                      </a:cubicBezTo>
                      <a:cubicBezTo>
                        <a:pt x="109" y="153"/>
                        <a:pt x="109" y="153"/>
                        <a:pt x="109" y="153"/>
                      </a:cubicBezTo>
                      <a:cubicBezTo>
                        <a:pt x="128" y="135"/>
                        <a:pt x="128" y="135"/>
                        <a:pt x="128" y="135"/>
                      </a:cubicBezTo>
                      <a:cubicBezTo>
                        <a:pt x="132" y="131"/>
                        <a:pt x="132" y="124"/>
                        <a:pt x="128" y="120"/>
                      </a:cubicBezTo>
                      <a:cubicBezTo>
                        <a:pt x="123" y="116"/>
                        <a:pt x="117" y="116"/>
                        <a:pt x="112" y="120"/>
                      </a:cubicBezTo>
                      <a:cubicBezTo>
                        <a:pt x="99" y="134"/>
                        <a:pt x="99" y="134"/>
                        <a:pt x="99" y="134"/>
                      </a:cubicBezTo>
                      <a:cubicBezTo>
                        <a:pt x="85" y="120"/>
                        <a:pt x="85" y="120"/>
                        <a:pt x="85" y="120"/>
                      </a:cubicBezTo>
                      <a:cubicBezTo>
                        <a:pt x="81" y="116"/>
                        <a:pt x="74" y="116"/>
                        <a:pt x="70" y="120"/>
                      </a:cubicBezTo>
                      <a:cubicBezTo>
                        <a:pt x="66" y="124"/>
                        <a:pt x="66" y="131"/>
                        <a:pt x="70" y="135"/>
                      </a:cubicBezTo>
                      <a:cubicBezTo>
                        <a:pt x="88" y="153"/>
                        <a:pt x="88" y="153"/>
                        <a:pt x="88" y="153"/>
                      </a:cubicBezTo>
                      <a:cubicBezTo>
                        <a:pt x="88" y="234"/>
                        <a:pt x="88" y="234"/>
                        <a:pt x="88" y="234"/>
                      </a:cubicBezTo>
                      <a:cubicBezTo>
                        <a:pt x="67" y="234"/>
                        <a:pt x="67" y="234"/>
                        <a:pt x="67" y="234"/>
                      </a:cubicBezTo>
                      <a:cubicBezTo>
                        <a:pt x="67" y="213"/>
                        <a:pt x="67" y="213"/>
                        <a:pt x="67" y="213"/>
                      </a:cubicBezTo>
                      <a:cubicBezTo>
                        <a:pt x="67" y="196"/>
                        <a:pt x="44" y="158"/>
                        <a:pt x="37" y="146"/>
                      </a:cubicBezTo>
                      <a:cubicBezTo>
                        <a:pt x="37" y="146"/>
                        <a:pt x="21" y="123"/>
                        <a:pt x="21" y="95"/>
                      </a:cubicBezTo>
                      <a:cubicBezTo>
                        <a:pt x="21" y="55"/>
                        <a:pt x="57" y="21"/>
                        <a:pt x="99" y="21"/>
                      </a:cubicBezTo>
                      <a:cubicBezTo>
                        <a:pt x="141" y="21"/>
                        <a:pt x="177" y="55"/>
                        <a:pt x="177" y="95"/>
                      </a:cubicBezTo>
                      <a:cubicBezTo>
                        <a:pt x="177" y="122"/>
                        <a:pt x="161" y="146"/>
                        <a:pt x="161" y="14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 543"/>
                <p:cNvSpPr>
                  <a:spLocks noEditPoints="1"/>
                </p:cNvSpPr>
                <p:nvPr/>
              </p:nvSpPr>
              <p:spPr bwMode="auto">
                <a:xfrm>
                  <a:off x="5326" y="2494"/>
                  <a:ext cx="340" cy="340"/>
                </a:xfrm>
                <a:custGeom>
                  <a:avLst/>
                  <a:gdLst>
                    <a:gd name="T0" fmla="*/ 256 w 512"/>
                    <a:gd name="T1" fmla="*/ 21 h 512"/>
                    <a:gd name="T2" fmla="*/ 490 w 512"/>
                    <a:gd name="T3" fmla="*/ 256 h 512"/>
                    <a:gd name="T4" fmla="*/ 256 w 512"/>
                    <a:gd name="T5" fmla="*/ 490 h 512"/>
                    <a:gd name="T6" fmla="*/ 21 w 512"/>
                    <a:gd name="T7" fmla="*/ 256 h 512"/>
                    <a:gd name="T8" fmla="*/ 256 w 512"/>
                    <a:gd name="T9" fmla="*/ 21 h 512"/>
                    <a:gd name="T10" fmla="*/ 256 w 512"/>
                    <a:gd name="T11" fmla="*/ 0 h 512"/>
                    <a:gd name="T12" fmla="*/ 0 w 512"/>
                    <a:gd name="T13" fmla="*/ 256 h 512"/>
                    <a:gd name="T14" fmla="*/ 256 w 512"/>
                    <a:gd name="T15" fmla="*/ 512 h 512"/>
                    <a:gd name="T16" fmla="*/ 512 w 512"/>
                    <a:gd name="T17" fmla="*/ 256 h 512"/>
                    <a:gd name="T18" fmla="*/ 256 w 512"/>
                    <a:gd name="T19" fmla="*/ 0 h 5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12" h="512">
                      <a:moveTo>
                        <a:pt x="256" y="21"/>
                      </a:moveTo>
                      <a:cubicBezTo>
                        <a:pt x="385" y="21"/>
                        <a:pt x="490" y="126"/>
                        <a:pt x="490" y="256"/>
                      </a:cubicBezTo>
                      <a:cubicBezTo>
                        <a:pt x="490" y="385"/>
                        <a:pt x="385" y="490"/>
                        <a:pt x="256" y="490"/>
                      </a:cubicBezTo>
                      <a:cubicBezTo>
                        <a:pt x="126" y="490"/>
                        <a:pt x="21" y="385"/>
                        <a:pt x="21" y="256"/>
                      </a:cubicBezTo>
                      <a:cubicBezTo>
                        <a:pt x="21" y="126"/>
                        <a:pt x="126" y="21"/>
                        <a:pt x="256" y="21"/>
                      </a:cubicBezTo>
                      <a:moveTo>
                        <a:pt x="256" y="0"/>
                      </a:moveTo>
                      <a:cubicBezTo>
                        <a:pt x="114" y="0"/>
                        <a:pt x="0" y="114"/>
                        <a:pt x="0" y="256"/>
                      </a:cubicBezTo>
                      <a:cubicBezTo>
                        <a:pt x="0" y="397"/>
                        <a:pt x="114" y="512"/>
                        <a:pt x="256" y="512"/>
                      </a:cubicBezTo>
                      <a:cubicBezTo>
                        <a:pt x="397" y="512"/>
                        <a:pt x="512" y="397"/>
                        <a:pt x="512" y="256"/>
                      </a:cubicBezTo>
                      <a:cubicBezTo>
                        <a:pt x="512" y="114"/>
                        <a:pt x="397" y="0"/>
                        <a:pt x="2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5753410" y="4132395"/>
                <a:ext cx="1333794" cy="594326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1000" b="1" dirty="0">
                    <a:ea typeface="Verdana"/>
                    <a:cs typeface="Verdana"/>
                  </a:rPr>
                  <a:t>Leverage Effective Models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662083" y="4120275"/>
                <a:ext cx="1333794" cy="59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Avoid Technical Jargon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188584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A2C2-7477-412E-8E78-6101CD8E3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Effective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70135158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A172-A855-45DB-BE99-F7FA9B192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25872865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73E2B7-CB33-46B3-9165-31777869A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378" y="1007015"/>
            <a:ext cx="9029604" cy="4708525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 dirty="0">
                <a:ea typeface="+mn-lt"/>
                <a:cs typeface="+mn-lt"/>
                <a:hlinkClick r:id="rId2"/>
              </a:rPr>
              <a:t>Deliver a great presentation (linkedin.com)</a:t>
            </a:r>
            <a:endParaRPr lang="en-US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 dirty="0">
                <a:ea typeface="+mn-lt"/>
                <a:cs typeface="+mn-lt"/>
                <a:hlinkClick r:id="rId3"/>
              </a:rPr>
              <a:t>A Data Scientist's Guide to Communicating Results - insideBIGDATA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sz="1800" dirty="0">
                <a:ea typeface="+mn-lt"/>
                <a:cs typeface="+mn-lt"/>
                <a:hlinkClick r:id="rId4"/>
              </a:rPr>
              <a:t>How to Communicate Clearly About Machine Learning. | by Daniel Rothmann | Towards Data Science</a:t>
            </a: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 dirty="0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 dirty="0">
              <a:ea typeface="Verdana"/>
            </a:endParaRPr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sz="18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2871588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A172-A855-45DB-BE99-F7FA9B192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7601987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spcBef>
            <a:spcPts val="200"/>
          </a:spcBef>
          <a:buSzPct val="100000"/>
          <a:defRPr sz="1200" dirty="0" smtClean="0"/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 [Read-Only]" id="{747678D8-1E3A-4E91-B049-69D7C2820B25}" vid="{DC5301C9-FEEC-481D-B604-AC964BC0CB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BF4162EC0FAE40B85C08B0D6B43EA0" ma:contentTypeVersion="9" ma:contentTypeDescription="Create a new document." ma:contentTypeScope="" ma:versionID="cc3bbfd18d6e363daf298659379ec1fa">
  <xsd:schema xmlns:xsd="http://www.w3.org/2001/XMLSchema" xmlns:xs="http://www.w3.org/2001/XMLSchema" xmlns:p="http://schemas.microsoft.com/office/2006/metadata/properties" xmlns:ns2="00523178-ab77-4e05-81af-4169c722f23c" targetNamespace="http://schemas.microsoft.com/office/2006/metadata/properties" ma:root="true" ma:fieldsID="444f6c3d1244644f9c3a0f6377711873" ns2:_="">
    <xsd:import namespace="00523178-ab77-4e05-81af-4169c722f2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23178-ab77-4e05-81af-4169c722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E0E168-51FD-47BE-8564-7305AA4857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8DF787-1E1F-4763-A362-7F0323BE04D8}"/>
</file>

<file path=customXml/itemProps3.xml><?xml version="1.0" encoding="utf-8"?>
<ds:datastoreItem xmlns:ds="http://schemas.openxmlformats.org/officeDocument/2006/customXml" ds:itemID="{86AE7194-8158-4149-B3B8-793E2A6C2E7D}">
  <ds:schemaRefs>
    <ds:schemaRef ds:uri="http://www.w3.org/XML/1998/namespace"/>
    <ds:schemaRef ds:uri="http://purl.org/dc/dcmitype/"/>
    <ds:schemaRef ds:uri="ed18517b-d780-4686-9689-2934e9b1c2cc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Deloitte_16_9_Onscreen_US</Template>
  <TotalTime>2114</TotalTime>
  <Words>252</Words>
  <Application>Microsoft Office PowerPoint</Application>
  <PresentationFormat>Widescreen</PresentationFormat>
  <Paragraphs>46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Deloitte_US_Onscreen</vt:lpstr>
      <vt:lpstr>PowerPoint Presentation</vt:lpstr>
      <vt:lpstr>PowerPoint Presentation</vt:lpstr>
      <vt:lpstr>Identify &amp; Analyze Audience</vt:lpstr>
      <vt:lpstr>Questions to Ask About Audience  </vt:lpstr>
      <vt:lpstr>Case Study</vt:lpstr>
      <vt:lpstr>PowerPoint Presentation</vt:lpstr>
      <vt:lpstr>Common Mistakes</vt:lpstr>
      <vt:lpstr>Common Mistakes</vt:lpstr>
      <vt:lpstr>Best Practices</vt:lpstr>
      <vt:lpstr>Communicating ML Results Best Practices</vt:lpstr>
      <vt:lpstr>Effective Data Visualization</vt:lpstr>
      <vt:lpstr>Additional Resources</vt:lpstr>
      <vt:lpstr>PowerPoint Presentation</vt:lpstr>
      <vt:lpstr>Questions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Esporrin, Matthew</dc:creator>
  <cp:lastModifiedBy>Stanley, Tyler</cp:lastModifiedBy>
  <cp:revision>82</cp:revision>
  <cp:lastPrinted>2014-06-25T02:16:22Z</cp:lastPrinted>
  <dcterms:created xsi:type="dcterms:W3CDTF">2020-05-20T21:15:26Z</dcterms:created>
  <dcterms:modified xsi:type="dcterms:W3CDTF">2021-02-23T15:53:40Z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0x01010027BF4162EC0FAE40B85C08B0D6B43EA0</vt:lpwstr>
  </property>
</Properties>
</file>