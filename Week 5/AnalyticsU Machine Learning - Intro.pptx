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2.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7.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8.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4.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5.xml" ContentType="application/vnd.openxmlformats-officedocument.presentationml.tags+xml"/>
  <Override PartName="/ppt/tags/tag36.xml" ContentType="application/vnd.openxmlformats-officedocument.presentationml.tags+xml"/>
  <Override PartName="/ppt/notesSlides/notesSlide16.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76" r:id="rId5"/>
    <p:sldMasterId id="2147483757" r:id="rId6"/>
  </p:sldMasterIdLst>
  <p:notesMasterIdLst>
    <p:notesMasterId r:id="rId30"/>
  </p:notesMasterIdLst>
  <p:handoutMasterIdLst>
    <p:handoutMasterId r:id="rId31"/>
  </p:handoutMasterIdLst>
  <p:sldIdLst>
    <p:sldId id="340" r:id="rId7"/>
    <p:sldId id="362" r:id="rId8"/>
    <p:sldId id="360" r:id="rId9"/>
    <p:sldId id="363" r:id="rId10"/>
    <p:sldId id="413" r:id="rId11"/>
    <p:sldId id="372" r:id="rId12"/>
    <p:sldId id="366" r:id="rId13"/>
    <p:sldId id="384" r:id="rId14"/>
    <p:sldId id="385" r:id="rId15"/>
    <p:sldId id="364" r:id="rId16"/>
    <p:sldId id="381" r:id="rId17"/>
    <p:sldId id="401" r:id="rId18"/>
    <p:sldId id="412" r:id="rId19"/>
    <p:sldId id="382" r:id="rId20"/>
    <p:sldId id="367" r:id="rId21"/>
    <p:sldId id="386" r:id="rId22"/>
    <p:sldId id="404" r:id="rId23"/>
    <p:sldId id="405" r:id="rId24"/>
    <p:sldId id="406" r:id="rId25"/>
    <p:sldId id="407" r:id="rId26"/>
    <p:sldId id="402" r:id="rId27"/>
    <p:sldId id="409" r:id="rId28"/>
    <p:sldId id="411" r:id="rId29"/>
  </p:sldIdLst>
  <p:sldSz cx="12192000" cy="6858000"/>
  <p:notesSz cx="7315200" cy="9601200"/>
  <p:custDataLst>
    <p:tags r:id="rId32"/>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047" userDrawn="1">
          <p15:clr>
            <a:srgbClr val="A4A3A4"/>
          </p15:clr>
        </p15:guide>
        <p15:guide id="12" orient="horz" pos="1440" userDrawn="1">
          <p15:clr>
            <a:srgbClr val="A4A3A4"/>
          </p15:clr>
        </p15:guide>
        <p15:guide id="13" orient="horz" pos="2568" userDrawn="1">
          <p15:clr>
            <a:srgbClr val="A4A3A4"/>
          </p15:clr>
        </p15:guide>
        <p15:guide id="14" orient="horz" pos="3370" userDrawn="1">
          <p15:clr>
            <a:srgbClr val="A4A3A4"/>
          </p15:clr>
        </p15:guide>
        <p15:guide id="15" orient="horz" pos="3589" userDrawn="1">
          <p15:clr>
            <a:srgbClr val="A4A3A4"/>
          </p15:clr>
        </p15:guide>
        <p15:guide id="16" pos="4224"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der Kuur, Cindy K" initials="CV" lastIdx="7" clrIdx="0">
    <p:extLst>
      <p:ext uri="{19B8F6BF-5375-455C-9EA6-DF929625EA0E}">
        <p15:presenceInfo xmlns:p15="http://schemas.microsoft.com/office/powerpoint/2012/main" userId="Vander Kuur, Cindy K" providerId="None"/>
      </p:ext>
    </p:extLst>
  </p:cmAuthor>
  <p:cmAuthor id="2" name="Esporrin, Matthew" initials="ME" lastIdx="1" clrIdx="1">
    <p:extLst>
      <p:ext uri="{19B8F6BF-5375-455C-9EA6-DF929625EA0E}">
        <p15:presenceInfo xmlns:p15="http://schemas.microsoft.com/office/powerpoint/2012/main" userId="Esporrin, Matthew" providerId="None"/>
      </p:ext>
    </p:extLst>
  </p:cmAuthor>
  <p:cmAuthor id="3" name="Glotzhober, Daisy" initials="GD" lastIdx="1" clrIdx="2">
    <p:extLst>
      <p:ext uri="{19B8F6BF-5375-455C-9EA6-DF929625EA0E}">
        <p15:presenceInfo xmlns:p15="http://schemas.microsoft.com/office/powerpoint/2012/main" userId="S::dglotzhober@deloitte.com::48165905-6993-4e70-be7d-9d227d83c1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86BC25"/>
    <a:srgbClr val="000000"/>
    <a:srgbClr val="FFCD00"/>
    <a:srgbClr val="ED8B00"/>
    <a:srgbClr val="DB291C"/>
    <a:srgbClr val="FF9900"/>
    <a:srgbClr val="3C8A2E"/>
    <a:srgbClr val="DCDCDC"/>
    <a:srgbClr val="B4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7C960E-45D3-4B71-869D-BD2E37E92CB2}" v="123" dt="2021-02-05T13:41:29.994"/>
    <p1510:client id="{B141D15E-C4D0-49A0-B62A-9E98149B464B}" vWet="1" dt="2021-02-05T13:21:26.0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guide orient="horz" pos="2047"/>
        <p:guide orient="horz" pos="1440"/>
        <p:guide orient="horz" pos="2568"/>
        <p:guide orient="horz" pos="3370"/>
        <p:guide orient="horz" pos="3589"/>
        <p:guide pos="4224"/>
      </p:guideLst>
    </p:cSldViewPr>
  </p:slide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iley, Peter" userId="025b827e-c6c5-41fe-831e-7f0eb6b6a8cc" providerId="ADAL" clId="{17070012-7F5C-4A5F-828F-914BEDF476DD}"/>
    <pc:docChg chg="undo custSel addSld delSld modSld sldOrd modMainMaster">
      <pc:chgData name="Coiley, Peter" userId="025b827e-c6c5-41fe-831e-7f0eb6b6a8cc" providerId="ADAL" clId="{17070012-7F5C-4A5F-828F-914BEDF476DD}" dt="2021-01-26T13:52:25.439" v="23359"/>
      <pc:docMkLst>
        <pc:docMk/>
      </pc:docMkLst>
      <pc:sldChg chg="addSp delSp modSp add del modTransition">
        <pc:chgData name="Coiley, Peter" userId="025b827e-c6c5-41fe-831e-7f0eb6b6a8cc" providerId="ADAL" clId="{17070012-7F5C-4A5F-828F-914BEDF476DD}" dt="2020-12-24T14:46:58.327" v="70"/>
        <pc:sldMkLst>
          <pc:docMk/>
          <pc:sldMk cId="0" sldId="295"/>
        </pc:sldMkLst>
        <pc:spChg chg="mod">
          <ac:chgData name="Coiley, Peter" userId="025b827e-c6c5-41fe-831e-7f0eb6b6a8cc" providerId="ADAL" clId="{17070012-7F5C-4A5F-828F-914BEDF476DD}" dt="2020-12-24T14:46:50.111" v="69" actId="1076"/>
          <ac:spMkLst>
            <pc:docMk/>
            <pc:sldMk cId="0" sldId="295"/>
            <ac:spMk id="28" creationId="{00000000-0000-0000-0000-000000000000}"/>
          </ac:spMkLst>
        </pc:spChg>
        <pc:spChg chg="add del mod">
          <ac:chgData name="Coiley, Peter" userId="025b827e-c6c5-41fe-831e-7f0eb6b6a8cc" providerId="ADAL" clId="{17070012-7F5C-4A5F-828F-914BEDF476DD}" dt="2020-12-24T14:46:44.406" v="67"/>
          <ac:spMkLst>
            <pc:docMk/>
            <pc:sldMk cId="0" sldId="295"/>
            <ac:spMk id="32" creationId="{1BC68A7B-20AB-4097-BD4D-DD85E9A4EF47}"/>
          </ac:spMkLst>
        </pc:spChg>
      </pc:sldChg>
      <pc:sldChg chg="add del">
        <pc:chgData name="Coiley, Peter" userId="025b827e-c6c5-41fe-831e-7f0eb6b6a8cc" providerId="ADAL" clId="{17070012-7F5C-4A5F-828F-914BEDF476DD}" dt="2020-12-24T20:35:42.424" v="7937" actId="2696"/>
        <pc:sldMkLst>
          <pc:docMk/>
          <pc:sldMk cId="74317048" sldId="331"/>
        </pc:sldMkLst>
      </pc:sldChg>
      <pc:sldChg chg="addSp delSp modSp setBg">
        <pc:chgData name="Coiley, Peter" userId="025b827e-c6c5-41fe-831e-7f0eb6b6a8cc" providerId="ADAL" clId="{17070012-7F5C-4A5F-828F-914BEDF476DD}" dt="2021-01-14T11:42:44.497" v="10947"/>
        <pc:sldMkLst>
          <pc:docMk/>
          <pc:sldMk cId="1224926455" sldId="340"/>
        </pc:sldMkLst>
        <pc:spChg chg="add del mod">
          <ac:chgData name="Coiley, Peter" userId="025b827e-c6c5-41fe-831e-7f0eb6b6a8cc" providerId="ADAL" clId="{17070012-7F5C-4A5F-828F-914BEDF476DD}" dt="2021-01-09T15:24:00.468" v="10370" actId="478"/>
          <ac:spMkLst>
            <pc:docMk/>
            <pc:sldMk cId="1224926455" sldId="340"/>
            <ac:spMk id="3" creationId="{F180A154-1466-4AC6-81A8-82BFA3913F20}"/>
          </ac:spMkLst>
        </pc:spChg>
        <pc:spChg chg="add del mod">
          <ac:chgData name="Coiley, Peter" userId="025b827e-c6c5-41fe-831e-7f0eb6b6a8cc" providerId="ADAL" clId="{17070012-7F5C-4A5F-828F-914BEDF476DD}" dt="2021-01-09T15:25:12.425" v="10372" actId="478"/>
          <ac:spMkLst>
            <pc:docMk/>
            <pc:sldMk cId="1224926455" sldId="340"/>
            <ac:spMk id="7" creationId="{DF333A61-F3DB-472C-9C15-F5DFA168EC22}"/>
          </ac:spMkLst>
        </pc:spChg>
        <pc:spChg chg="mod">
          <ac:chgData name="Coiley, Peter" userId="025b827e-c6c5-41fe-831e-7f0eb6b6a8cc" providerId="ADAL" clId="{17070012-7F5C-4A5F-828F-914BEDF476DD}" dt="2021-01-09T15:29:16.456" v="10436" actId="1076"/>
          <ac:spMkLst>
            <pc:docMk/>
            <pc:sldMk cId="1224926455" sldId="340"/>
            <ac:spMk id="8" creationId="{6F979740-C439-45CC-A44C-B5D6FE4D1849}"/>
          </ac:spMkLst>
        </pc:spChg>
        <pc:grpChg chg="add del mod">
          <ac:chgData name="Coiley, Peter" userId="025b827e-c6c5-41fe-831e-7f0eb6b6a8cc" providerId="ADAL" clId="{17070012-7F5C-4A5F-828F-914BEDF476DD}" dt="2021-01-14T11:40:56.105" v="10775" actId="478"/>
          <ac:grpSpMkLst>
            <pc:docMk/>
            <pc:sldMk cId="1224926455" sldId="340"/>
            <ac:grpSpMk id="12" creationId="{C5448474-FEDC-45CD-BE85-41D59463B523}"/>
          </ac:grpSpMkLst>
        </pc:grpChg>
        <pc:grpChg chg="add">
          <ac:chgData name="Coiley, Peter" userId="025b827e-c6c5-41fe-831e-7f0eb6b6a8cc" providerId="ADAL" clId="{17070012-7F5C-4A5F-828F-914BEDF476DD}" dt="2021-01-14T11:42:44.497" v="10947"/>
          <ac:grpSpMkLst>
            <pc:docMk/>
            <pc:sldMk cId="1224926455" sldId="340"/>
            <ac:grpSpMk id="24" creationId="{C51D5239-1727-48BB-B9B3-46426DB26D79}"/>
          </ac:grpSpMkLst>
        </pc:grpChg>
        <pc:picChg chg="add del mod">
          <ac:chgData name="Coiley, Peter" userId="025b827e-c6c5-41fe-831e-7f0eb6b6a8cc" providerId="ADAL" clId="{17070012-7F5C-4A5F-828F-914BEDF476DD}" dt="2021-01-09T15:23:59.016" v="10368" actId="931"/>
          <ac:picMkLst>
            <pc:docMk/>
            <pc:sldMk cId="1224926455" sldId="340"/>
            <ac:picMk id="5" creationId="{F3AFAA40-8520-4752-9293-041DF22F4AD1}"/>
          </ac:picMkLst>
        </pc:picChg>
        <pc:picChg chg="add del">
          <ac:chgData name="Coiley, Peter" userId="025b827e-c6c5-41fe-831e-7f0eb6b6a8cc" providerId="ADAL" clId="{17070012-7F5C-4A5F-828F-914BEDF476DD}" dt="2021-01-09T15:25:09.656" v="10371" actId="478"/>
          <ac:picMkLst>
            <pc:docMk/>
            <pc:sldMk cId="1224926455" sldId="340"/>
            <ac:picMk id="9" creationId="{00000000-0000-0000-0000-000000000000}"/>
          </ac:picMkLst>
        </pc:picChg>
        <pc:picChg chg="add del mod ord">
          <ac:chgData name="Coiley, Peter" userId="025b827e-c6c5-41fe-831e-7f0eb6b6a8cc" providerId="ADAL" clId="{17070012-7F5C-4A5F-828F-914BEDF476DD}" dt="2021-01-14T11:40:51.392" v="10774" actId="478"/>
          <ac:picMkLst>
            <pc:docMk/>
            <pc:sldMk cId="1224926455" sldId="340"/>
            <ac:picMk id="11" creationId="{5E4321F0-6953-4839-B4C1-7C30811AA1CA}"/>
          </ac:picMkLst>
        </pc:picChg>
        <pc:picChg chg="add mod">
          <ac:chgData name="Coiley, Peter" userId="025b827e-c6c5-41fe-831e-7f0eb6b6a8cc" providerId="ADAL" clId="{17070012-7F5C-4A5F-828F-914BEDF476DD}" dt="2021-01-14T11:42:24.745" v="10946" actId="1076"/>
          <ac:picMkLst>
            <pc:docMk/>
            <pc:sldMk cId="1224926455" sldId="340"/>
            <ac:picMk id="23" creationId="{5944A16F-48E2-4D74-901D-6EC33AEB57C5}"/>
          </ac:picMkLst>
        </pc:picChg>
      </pc:sldChg>
      <pc:sldChg chg="addSp delSp modSp ord">
        <pc:chgData name="Coiley, Peter" userId="025b827e-c6c5-41fe-831e-7f0eb6b6a8cc" providerId="ADAL" clId="{17070012-7F5C-4A5F-828F-914BEDF476DD}" dt="2021-01-14T11:44:02.570" v="10999" actId="1037"/>
        <pc:sldMkLst>
          <pc:docMk/>
          <pc:sldMk cId="347593100" sldId="360"/>
        </pc:sldMkLst>
        <pc:spChg chg="mod">
          <ac:chgData name="Coiley, Peter" userId="025b827e-c6c5-41fe-831e-7f0eb6b6a8cc" providerId="ADAL" clId="{17070012-7F5C-4A5F-828F-914BEDF476DD}" dt="2020-12-24T15:22:50.429" v="1033" actId="2711"/>
          <ac:spMkLst>
            <pc:docMk/>
            <pc:sldMk cId="347593100" sldId="360"/>
            <ac:spMk id="2" creationId="{AD342767-7BF5-443C-9C6E-EEFA2F46B457}"/>
          </ac:spMkLst>
        </pc:spChg>
        <pc:spChg chg="del mod">
          <ac:chgData name="Coiley, Peter" userId="025b827e-c6c5-41fe-831e-7f0eb6b6a8cc" providerId="ADAL" clId="{17070012-7F5C-4A5F-828F-914BEDF476DD}" dt="2021-01-09T15:34:32.569" v="10489" actId="478"/>
          <ac:spMkLst>
            <pc:docMk/>
            <pc:sldMk cId="347593100" sldId="360"/>
            <ac:spMk id="3" creationId="{EE37896C-1095-4BAE-8FA9-FDEA605F2E33}"/>
          </ac:spMkLst>
        </pc:spChg>
        <pc:spChg chg="mod">
          <ac:chgData name="Coiley, Peter" userId="025b827e-c6c5-41fe-831e-7f0eb6b6a8cc" providerId="ADAL" clId="{17070012-7F5C-4A5F-828F-914BEDF476DD}" dt="2021-01-09T15:34:14.749" v="10487" actId="2085"/>
          <ac:spMkLst>
            <pc:docMk/>
            <pc:sldMk cId="347593100" sldId="360"/>
            <ac:spMk id="6" creationId="{66E7E144-976B-4FE1-A3DD-F4589CF2F223}"/>
          </ac:spMkLst>
        </pc:spChg>
        <pc:spChg chg="mod">
          <ac:chgData name="Coiley, Peter" userId="025b827e-c6c5-41fe-831e-7f0eb6b6a8cc" providerId="ADAL" clId="{17070012-7F5C-4A5F-828F-914BEDF476DD}" dt="2021-01-09T15:34:14.749" v="10487" actId="2085"/>
          <ac:spMkLst>
            <pc:docMk/>
            <pc:sldMk cId="347593100" sldId="360"/>
            <ac:spMk id="7" creationId="{E943DD47-A499-46F2-882A-23DD314BD96F}"/>
          </ac:spMkLst>
        </pc:spChg>
        <pc:spChg chg="mod">
          <ac:chgData name="Coiley, Peter" userId="025b827e-c6c5-41fe-831e-7f0eb6b6a8cc" providerId="ADAL" clId="{17070012-7F5C-4A5F-828F-914BEDF476DD}" dt="2021-01-14T11:44:02.570" v="10999" actId="1037"/>
          <ac:spMkLst>
            <pc:docMk/>
            <pc:sldMk cId="347593100" sldId="360"/>
            <ac:spMk id="8" creationId="{3751304C-C17E-4957-835E-ACA15EDF03C6}"/>
          </ac:spMkLst>
        </pc:spChg>
        <pc:spChg chg="mod">
          <ac:chgData name="Coiley, Peter" userId="025b827e-c6c5-41fe-831e-7f0eb6b6a8cc" providerId="ADAL" clId="{17070012-7F5C-4A5F-828F-914BEDF476DD}" dt="2021-01-09T15:34:16.135" v="10488" actId="2085"/>
          <ac:spMkLst>
            <pc:docMk/>
            <pc:sldMk cId="347593100" sldId="360"/>
            <ac:spMk id="10" creationId="{E94170AB-34C1-4DF7-A323-FE388C965D17}"/>
          </ac:spMkLst>
        </pc:spChg>
        <pc:spChg chg="mod">
          <ac:chgData name="Coiley, Peter" userId="025b827e-c6c5-41fe-831e-7f0eb6b6a8cc" providerId="ADAL" clId="{17070012-7F5C-4A5F-828F-914BEDF476DD}" dt="2021-01-09T15:34:16.135" v="10488" actId="2085"/>
          <ac:spMkLst>
            <pc:docMk/>
            <pc:sldMk cId="347593100" sldId="360"/>
            <ac:spMk id="11" creationId="{F3B80E34-1381-4852-B62A-CC2011E356CD}"/>
          </ac:spMkLst>
        </pc:spChg>
        <pc:spChg chg="del mod">
          <ac:chgData name="Coiley, Peter" userId="025b827e-c6c5-41fe-831e-7f0eb6b6a8cc" providerId="ADAL" clId="{17070012-7F5C-4A5F-828F-914BEDF476DD}" dt="2021-01-14T11:43:52.957" v="10962" actId="478"/>
          <ac:spMkLst>
            <pc:docMk/>
            <pc:sldMk cId="347593100" sldId="360"/>
            <ac:spMk id="12" creationId="{632B7E94-B32E-43D6-BF8A-13FC1D831469}"/>
          </ac:spMkLst>
        </pc:spChg>
        <pc:spChg chg="mod">
          <ac:chgData name="Coiley, Peter" userId="025b827e-c6c5-41fe-831e-7f0eb6b6a8cc" providerId="ADAL" clId="{17070012-7F5C-4A5F-828F-914BEDF476DD}" dt="2021-01-14T11:44:02.570" v="10999" actId="1037"/>
          <ac:spMkLst>
            <pc:docMk/>
            <pc:sldMk cId="347593100" sldId="360"/>
            <ac:spMk id="13" creationId="{241E72AC-E745-4A2C-9B05-308382D9BD2E}"/>
          </ac:spMkLst>
        </pc:spChg>
        <pc:spChg chg="mod">
          <ac:chgData name="Coiley, Peter" userId="025b827e-c6c5-41fe-831e-7f0eb6b6a8cc" providerId="ADAL" clId="{17070012-7F5C-4A5F-828F-914BEDF476DD}" dt="2021-01-09T15:34:08.274" v="10486" actId="2085"/>
          <ac:spMkLst>
            <pc:docMk/>
            <pc:sldMk cId="347593100" sldId="360"/>
            <ac:spMk id="15" creationId="{E5A78BC0-83A2-4EB2-A89B-F8E400697094}"/>
          </ac:spMkLst>
        </pc:spChg>
        <pc:spChg chg="mod">
          <ac:chgData name="Coiley, Peter" userId="025b827e-c6c5-41fe-831e-7f0eb6b6a8cc" providerId="ADAL" clId="{17070012-7F5C-4A5F-828F-914BEDF476DD}" dt="2021-01-09T15:34:08.274" v="10486" actId="2085"/>
          <ac:spMkLst>
            <pc:docMk/>
            <pc:sldMk cId="347593100" sldId="360"/>
            <ac:spMk id="16" creationId="{5AC616DE-9FC8-44B7-9147-821EB41E7811}"/>
          </ac:spMkLst>
        </pc:spChg>
        <pc:spChg chg="mod">
          <ac:chgData name="Coiley, Peter" userId="025b827e-c6c5-41fe-831e-7f0eb6b6a8cc" providerId="ADAL" clId="{17070012-7F5C-4A5F-828F-914BEDF476DD}" dt="2021-01-14T11:44:02.570" v="10999" actId="1037"/>
          <ac:spMkLst>
            <pc:docMk/>
            <pc:sldMk cId="347593100" sldId="360"/>
            <ac:spMk id="17" creationId="{86F9E1C7-FD8B-472C-A278-1A4A04D32567}"/>
          </ac:spMkLst>
        </pc:spChg>
        <pc:spChg chg="mod topLvl">
          <ac:chgData name="Coiley, Peter" userId="025b827e-c6c5-41fe-831e-7f0eb6b6a8cc" providerId="ADAL" clId="{17070012-7F5C-4A5F-828F-914BEDF476DD}" dt="2021-01-09T15:33:32.652" v="10484" actId="164"/>
          <ac:spMkLst>
            <pc:docMk/>
            <pc:sldMk cId="347593100" sldId="360"/>
            <ac:spMk id="19" creationId="{E60432EC-6702-484D-857E-687FD78B01A9}"/>
          </ac:spMkLst>
        </pc:spChg>
        <pc:spChg chg="mod topLvl">
          <ac:chgData name="Coiley, Peter" userId="025b827e-c6c5-41fe-831e-7f0eb6b6a8cc" providerId="ADAL" clId="{17070012-7F5C-4A5F-828F-914BEDF476DD}" dt="2021-01-09T15:33:32.652" v="10484" actId="164"/>
          <ac:spMkLst>
            <pc:docMk/>
            <pc:sldMk cId="347593100" sldId="360"/>
            <ac:spMk id="20" creationId="{4632DDA1-AED9-4ACB-ABAB-900A200B2002}"/>
          </ac:spMkLst>
        </pc:spChg>
        <pc:spChg chg="del mod">
          <ac:chgData name="Coiley, Peter" userId="025b827e-c6c5-41fe-831e-7f0eb6b6a8cc" providerId="ADAL" clId="{17070012-7F5C-4A5F-828F-914BEDF476DD}" dt="2020-12-24T15:23:25.690" v="1077" actId="478"/>
          <ac:spMkLst>
            <pc:docMk/>
            <pc:sldMk cId="347593100" sldId="360"/>
            <ac:spMk id="21" creationId="{6871E30E-B353-4842-B981-3C457604875D}"/>
          </ac:spMkLst>
        </pc:spChg>
        <pc:spChg chg="mod topLvl">
          <ac:chgData name="Coiley, Peter" userId="025b827e-c6c5-41fe-831e-7f0eb6b6a8cc" providerId="ADAL" clId="{17070012-7F5C-4A5F-828F-914BEDF476DD}" dt="2021-01-09T15:33:32.652" v="10484" actId="164"/>
          <ac:spMkLst>
            <pc:docMk/>
            <pc:sldMk cId="347593100" sldId="360"/>
            <ac:spMk id="21" creationId="{9BAB08B5-DB8B-41A0-A444-6BDA7F29580A}"/>
          </ac:spMkLst>
        </pc:spChg>
        <pc:spChg chg="mod topLvl">
          <ac:chgData name="Coiley, Peter" userId="025b827e-c6c5-41fe-831e-7f0eb6b6a8cc" providerId="ADAL" clId="{17070012-7F5C-4A5F-828F-914BEDF476DD}" dt="2021-01-09T15:33:32.652" v="10484" actId="164"/>
          <ac:spMkLst>
            <pc:docMk/>
            <pc:sldMk cId="347593100" sldId="360"/>
            <ac:spMk id="22" creationId="{C3A3C545-3FB5-4A73-BF79-3B6232AD2FA5}"/>
          </ac:spMkLst>
        </pc:spChg>
        <pc:spChg chg="mod topLvl">
          <ac:chgData name="Coiley, Peter" userId="025b827e-c6c5-41fe-831e-7f0eb6b6a8cc" providerId="ADAL" clId="{17070012-7F5C-4A5F-828F-914BEDF476DD}" dt="2021-01-09T15:33:32.652" v="10484" actId="164"/>
          <ac:spMkLst>
            <pc:docMk/>
            <pc:sldMk cId="347593100" sldId="360"/>
            <ac:spMk id="23" creationId="{0C2D65C4-E413-4D19-9157-A22B7E5F879D}"/>
          </ac:spMkLst>
        </pc:spChg>
        <pc:spChg chg="mod topLvl">
          <ac:chgData name="Coiley, Peter" userId="025b827e-c6c5-41fe-831e-7f0eb6b6a8cc" providerId="ADAL" clId="{17070012-7F5C-4A5F-828F-914BEDF476DD}" dt="2021-01-09T15:33:32.652" v="10484" actId="164"/>
          <ac:spMkLst>
            <pc:docMk/>
            <pc:sldMk cId="347593100" sldId="360"/>
            <ac:spMk id="24" creationId="{C339036B-F9F1-43B7-94B5-344D0D706F37}"/>
          </ac:spMkLst>
        </pc:spChg>
        <pc:spChg chg="mod topLvl">
          <ac:chgData name="Coiley, Peter" userId="025b827e-c6c5-41fe-831e-7f0eb6b6a8cc" providerId="ADAL" clId="{17070012-7F5C-4A5F-828F-914BEDF476DD}" dt="2021-01-09T15:33:32.652" v="10484" actId="164"/>
          <ac:spMkLst>
            <pc:docMk/>
            <pc:sldMk cId="347593100" sldId="360"/>
            <ac:spMk id="25" creationId="{F31138BB-98CA-4D4C-869C-3947B7884C5B}"/>
          </ac:spMkLst>
        </pc:spChg>
        <pc:spChg chg="mod topLvl">
          <ac:chgData name="Coiley, Peter" userId="025b827e-c6c5-41fe-831e-7f0eb6b6a8cc" providerId="ADAL" clId="{17070012-7F5C-4A5F-828F-914BEDF476DD}" dt="2021-01-09T15:33:32.652" v="10484" actId="164"/>
          <ac:spMkLst>
            <pc:docMk/>
            <pc:sldMk cId="347593100" sldId="360"/>
            <ac:spMk id="26" creationId="{309F1DFE-C80F-4728-AA32-38003C63306C}"/>
          </ac:spMkLst>
        </pc:spChg>
        <pc:spChg chg="mod topLvl">
          <ac:chgData name="Coiley, Peter" userId="025b827e-c6c5-41fe-831e-7f0eb6b6a8cc" providerId="ADAL" clId="{17070012-7F5C-4A5F-828F-914BEDF476DD}" dt="2021-01-09T15:33:32.652" v="10484" actId="164"/>
          <ac:spMkLst>
            <pc:docMk/>
            <pc:sldMk cId="347593100" sldId="360"/>
            <ac:spMk id="27" creationId="{18B4663F-484E-4107-9436-6BC13114B8A2}"/>
          </ac:spMkLst>
        </pc:spChg>
        <pc:spChg chg="mod topLvl">
          <ac:chgData name="Coiley, Peter" userId="025b827e-c6c5-41fe-831e-7f0eb6b6a8cc" providerId="ADAL" clId="{17070012-7F5C-4A5F-828F-914BEDF476DD}" dt="2021-01-09T15:33:32.652" v="10484" actId="164"/>
          <ac:spMkLst>
            <pc:docMk/>
            <pc:sldMk cId="347593100" sldId="360"/>
            <ac:spMk id="28" creationId="{B8A50647-7971-4FC4-BD24-04B592C113DB}"/>
          </ac:spMkLst>
        </pc:spChg>
        <pc:spChg chg="add mod">
          <ac:chgData name="Coiley, Peter" userId="025b827e-c6c5-41fe-831e-7f0eb6b6a8cc" providerId="ADAL" clId="{17070012-7F5C-4A5F-828F-914BEDF476DD}" dt="2021-01-09T15:32:52.658" v="10475" actId="571"/>
          <ac:spMkLst>
            <pc:docMk/>
            <pc:sldMk cId="347593100" sldId="360"/>
            <ac:spMk id="29" creationId="{EF03B44D-40D3-453B-94DE-B7E7AD515BFC}"/>
          </ac:spMkLst>
        </pc:spChg>
        <pc:spChg chg="add del mod topLvl">
          <ac:chgData name="Coiley, Peter" userId="025b827e-c6c5-41fe-831e-7f0eb6b6a8cc" providerId="ADAL" clId="{17070012-7F5C-4A5F-828F-914BEDF476DD}" dt="2021-01-09T15:33:34.774" v="10485" actId="478"/>
          <ac:spMkLst>
            <pc:docMk/>
            <pc:sldMk cId="347593100" sldId="360"/>
            <ac:spMk id="30" creationId="{1CD459E3-0AFA-47CB-A2E8-1A3865CB80D4}"/>
          </ac:spMkLst>
        </pc:spChg>
        <pc:grpChg chg="add mod">
          <ac:chgData name="Coiley, Peter" userId="025b827e-c6c5-41fe-831e-7f0eb6b6a8cc" providerId="ADAL" clId="{17070012-7F5C-4A5F-828F-914BEDF476DD}" dt="2021-01-09T15:33:16.628" v="10482" actId="164"/>
          <ac:grpSpMkLst>
            <pc:docMk/>
            <pc:sldMk cId="347593100" sldId="360"/>
            <ac:grpSpMk id="4" creationId="{976B0693-6CB2-428F-B094-55ABE724BEE7}"/>
          </ac:grpSpMkLst>
        </pc:grpChg>
        <pc:grpChg chg="mod">
          <ac:chgData name="Coiley, Peter" userId="025b827e-c6c5-41fe-831e-7f0eb6b6a8cc" providerId="ADAL" clId="{17070012-7F5C-4A5F-828F-914BEDF476DD}" dt="2021-01-14T11:44:02.570" v="10999" actId="1037"/>
          <ac:grpSpMkLst>
            <pc:docMk/>
            <pc:sldMk cId="347593100" sldId="360"/>
            <ac:grpSpMk id="5" creationId="{3805A445-D07F-413D-977C-78E5CAEC08D6}"/>
          </ac:grpSpMkLst>
        </pc:grpChg>
        <pc:grpChg chg="del mod">
          <ac:chgData name="Coiley, Peter" userId="025b827e-c6c5-41fe-831e-7f0eb6b6a8cc" providerId="ADAL" clId="{17070012-7F5C-4A5F-828F-914BEDF476DD}" dt="2021-01-14T11:43:52.957" v="10962" actId="478"/>
          <ac:grpSpMkLst>
            <pc:docMk/>
            <pc:sldMk cId="347593100" sldId="360"/>
            <ac:grpSpMk id="9" creationId="{FE763488-B8EA-4496-B827-B5DD8D7A7B19}"/>
          </ac:grpSpMkLst>
        </pc:grpChg>
        <pc:grpChg chg="mod">
          <ac:chgData name="Coiley, Peter" userId="025b827e-c6c5-41fe-831e-7f0eb6b6a8cc" providerId="ADAL" clId="{17070012-7F5C-4A5F-828F-914BEDF476DD}" dt="2021-01-14T11:44:02.570" v="10999" actId="1037"/>
          <ac:grpSpMkLst>
            <pc:docMk/>
            <pc:sldMk cId="347593100" sldId="360"/>
            <ac:grpSpMk id="14" creationId="{291A9AB7-72C1-40B1-9971-3C754ECA3A7B}"/>
          </ac:grpSpMkLst>
        </pc:grpChg>
        <pc:grpChg chg="add del mod">
          <ac:chgData name="Coiley, Peter" userId="025b827e-c6c5-41fe-831e-7f0eb6b6a8cc" providerId="ADAL" clId="{17070012-7F5C-4A5F-828F-914BEDF476DD}" dt="2021-01-09T15:32:59.413" v="10477" actId="165"/>
          <ac:grpSpMkLst>
            <pc:docMk/>
            <pc:sldMk cId="347593100" sldId="360"/>
            <ac:grpSpMk id="18" creationId="{CC01BE25-9AB6-41C8-AA2F-3573E08765CA}"/>
          </ac:grpSpMkLst>
        </pc:grpChg>
        <pc:grpChg chg="add">
          <ac:chgData name="Coiley, Peter" userId="025b827e-c6c5-41fe-831e-7f0eb6b6a8cc" providerId="ADAL" clId="{17070012-7F5C-4A5F-828F-914BEDF476DD}" dt="2021-01-14T11:43:24.027" v="10959"/>
          <ac:grpSpMkLst>
            <pc:docMk/>
            <pc:sldMk cId="347593100" sldId="360"/>
            <ac:grpSpMk id="29" creationId="{BC8EF9CD-1EF7-4447-9886-237DF1F1CA86}"/>
          </ac:grpSpMkLst>
        </pc:grpChg>
        <pc:grpChg chg="add del mod">
          <ac:chgData name="Coiley, Peter" userId="025b827e-c6c5-41fe-831e-7f0eb6b6a8cc" providerId="ADAL" clId="{17070012-7F5C-4A5F-828F-914BEDF476DD}" dt="2021-01-14T11:43:12.712" v="10950" actId="478"/>
          <ac:grpSpMkLst>
            <pc:docMk/>
            <pc:sldMk cId="347593100" sldId="360"/>
            <ac:grpSpMk id="31" creationId="{CFCE8EE1-9C3E-4104-B5B2-8B2271DE55E3}"/>
          </ac:grpSpMkLst>
        </pc:grpChg>
        <pc:picChg chg="mod">
          <ac:chgData name="Coiley, Peter" userId="025b827e-c6c5-41fe-831e-7f0eb6b6a8cc" providerId="ADAL" clId="{17070012-7F5C-4A5F-828F-914BEDF476DD}" dt="2021-01-14T11:44:02.570" v="10999" actId="1037"/>
          <ac:picMkLst>
            <pc:docMk/>
            <pc:sldMk cId="347593100" sldId="360"/>
            <ac:picMk id="3074" creationId="{F11284A2-DE82-45AE-BB6C-D55F3C40FD7E}"/>
          </ac:picMkLst>
        </pc:picChg>
      </pc:sldChg>
      <pc:sldChg chg="addSp delSp modSp setBg">
        <pc:chgData name="Coiley, Peter" userId="025b827e-c6c5-41fe-831e-7f0eb6b6a8cc" providerId="ADAL" clId="{17070012-7F5C-4A5F-828F-914BEDF476DD}" dt="2021-01-21T22:46:11.953" v="20044" actId="20577"/>
        <pc:sldMkLst>
          <pc:docMk/>
          <pc:sldMk cId="2646312330" sldId="362"/>
        </pc:sldMkLst>
        <pc:spChg chg="add del mod">
          <ac:chgData name="Coiley, Peter" userId="025b827e-c6c5-41fe-831e-7f0eb6b6a8cc" providerId="ADAL" clId="{17070012-7F5C-4A5F-828F-914BEDF476DD}" dt="2021-01-09T15:30:55.297" v="10468" actId="1036"/>
          <ac:spMkLst>
            <pc:docMk/>
            <pc:sldMk cId="2646312330" sldId="362"/>
            <ac:spMk id="2" creationId="{704BE7B2-6EDD-4948-803E-073FFA070BDB}"/>
          </ac:spMkLst>
        </pc:spChg>
        <pc:spChg chg="add del mod">
          <ac:chgData name="Coiley, Peter" userId="025b827e-c6c5-41fe-831e-7f0eb6b6a8cc" providerId="ADAL" clId="{17070012-7F5C-4A5F-828F-914BEDF476DD}" dt="2021-01-21T22:46:11.953" v="20044" actId="20577"/>
          <ac:spMkLst>
            <pc:docMk/>
            <pc:sldMk cId="2646312330" sldId="362"/>
            <ac:spMk id="3" creationId="{EF9FDC2E-0703-45A6-8429-B6883AB76565}"/>
          </ac:spMkLst>
        </pc:spChg>
        <pc:spChg chg="del mod">
          <ac:chgData name="Coiley, Peter" userId="025b827e-c6c5-41fe-831e-7f0eb6b6a8cc" providerId="ADAL" clId="{17070012-7F5C-4A5F-828F-914BEDF476DD}" dt="2021-01-09T14:53:02.930" v="9784" actId="478"/>
          <ac:spMkLst>
            <pc:docMk/>
            <pc:sldMk cId="2646312330" sldId="362"/>
            <ac:spMk id="6" creationId="{3E3A769E-EEB9-42A3-9D6F-D3F0CE73267C}"/>
          </ac:spMkLst>
        </pc:spChg>
        <pc:spChg chg="add del mod">
          <ac:chgData name="Coiley, Peter" userId="025b827e-c6c5-41fe-831e-7f0eb6b6a8cc" providerId="ADAL" clId="{17070012-7F5C-4A5F-828F-914BEDF476DD}" dt="2021-01-09T14:53:29.019" v="9849" actId="478"/>
          <ac:spMkLst>
            <pc:docMk/>
            <pc:sldMk cId="2646312330" sldId="362"/>
            <ac:spMk id="7" creationId="{BA06BFFE-7488-4A57-84EC-91CB30488784}"/>
          </ac:spMkLst>
        </pc:spChg>
        <pc:spChg chg="add del mod">
          <ac:chgData name="Coiley, Peter" userId="025b827e-c6c5-41fe-831e-7f0eb6b6a8cc" providerId="ADAL" clId="{17070012-7F5C-4A5F-828F-914BEDF476DD}" dt="2021-01-09T15:30:29.912" v="10444"/>
          <ac:spMkLst>
            <pc:docMk/>
            <pc:sldMk cId="2646312330" sldId="362"/>
            <ac:spMk id="8" creationId="{8633D575-F25F-4FB3-A8CA-31D9E48F918C}"/>
          </ac:spMkLst>
        </pc:spChg>
        <pc:spChg chg="add mod">
          <ac:chgData name="Coiley, Peter" userId="025b827e-c6c5-41fe-831e-7f0eb6b6a8cc" providerId="ADAL" clId="{17070012-7F5C-4A5F-828F-914BEDF476DD}" dt="2020-12-24T14:44:43.785" v="57" actId="571"/>
          <ac:spMkLst>
            <pc:docMk/>
            <pc:sldMk cId="2646312330" sldId="362"/>
            <ac:spMk id="8" creationId="{C0FD3F06-3925-440E-8049-80E84B686859}"/>
          </ac:spMkLst>
        </pc:spChg>
        <pc:spChg chg="add del mod">
          <ac:chgData name="Coiley, Peter" userId="025b827e-c6c5-41fe-831e-7f0eb6b6a8cc" providerId="ADAL" clId="{17070012-7F5C-4A5F-828F-914BEDF476DD}" dt="2021-01-09T15:30:29.912" v="10444"/>
          <ac:spMkLst>
            <pc:docMk/>
            <pc:sldMk cId="2646312330" sldId="362"/>
            <ac:spMk id="9" creationId="{47916FDE-D115-4094-9263-56DD012B177A}"/>
          </ac:spMkLst>
        </pc:spChg>
        <pc:spChg chg="add mod">
          <ac:chgData name="Coiley, Peter" userId="025b827e-c6c5-41fe-831e-7f0eb6b6a8cc" providerId="ADAL" clId="{17070012-7F5C-4A5F-828F-914BEDF476DD}" dt="2020-12-24T14:44:43.785" v="57" actId="571"/>
          <ac:spMkLst>
            <pc:docMk/>
            <pc:sldMk cId="2646312330" sldId="362"/>
            <ac:spMk id="9" creationId="{6062D9DF-179B-4548-AE1E-FB1FB76952A4}"/>
          </ac:spMkLst>
        </pc:spChg>
        <pc:grpChg chg="add del">
          <ac:chgData name="Coiley, Peter" userId="025b827e-c6c5-41fe-831e-7f0eb6b6a8cc" providerId="ADAL" clId="{17070012-7F5C-4A5F-828F-914BEDF476DD}" dt="2021-01-09T15:30:20.817" v="10440" actId="478"/>
          <ac:grpSpMkLst>
            <pc:docMk/>
            <pc:sldMk cId="2646312330" sldId="362"/>
            <ac:grpSpMk id="11" creationId="{CB26F17C-7B86-47B6-9346-E135DD131BE7}"/>
          </ac:grpSpMkLst>
        </pc:grpChg>
        <pc:grpChg chg="add del mod">
          <ac:chgData name="Coiley, Peter" userId="025b827e-c6c5-41fe-831e-7f0eb6b6a8cc" providerId="ADAL" clId="{17070012-7F5C-4A5F-828F-914BEDF476DD}" dt="2021-01-14T11:43:29.764" v="10961" actId="478"/>
          <ac:grpSpMkLst>
            <pc:docMk/>
            <pc:sldMk cId="2646312330" sldId="362"/>
            <ac:grpSpMk id="16" creationId="{8CF0D577-8E95-4DE2-B6DD-F605CABC9A4E}"/>
          </ac:grpSpMkLst>
        </pc:grpChg>
        <pc:grpChg chg="add">
          <ac:chgData name="Coiley, Peter" userId="025b827e-c6c5-41fe-831e-7f0eb6b6a8cc" providerId="ADAL" clId="{17070012-7F5C-4A5F-828F-914BEDF476DD}" dt="2021-01-09T15:30:15.695" v="10439"/>
          <ac:grpSpMkLst>
            <pc:docMk/>
            <pc:sldMk cId="2646312330" sldId="362"/>
            <ac:grpSpMk id="22" creationId="{877561EF-07EC-4C37-8FEC-283B912754F7}"/>
          </ac:grpSpMkLst>
        </pc:grpChg>
        <pc:picChg chg="add del mod ord modCrop">
          <ac:chgData name="Coiley, Peter" userId="025b827e-c6c5-41fe-831e-7f0eb6b6a8cc" providerId="ADAL" clId="{17070012-7F5C-4A5F-828F-914BEDF476DD}" dt="2021-01-09T15:30:44.506" v="10449" actId="1076"/>
          <ac:picMkLst>
            <pc:docMk/>
            <pc:sldMk cId="2646312330" sldId="362"/>
            <ac:picMk id="5" creationId="{B8211717-963E-4E71-BF21-BA5E0CE959D5}"/>
          </ac:picMkLst>
        </pc:picChg>
        <pc:picChg chg="add del mod">
          <ac:chgData name="Coiley, Peter" userId="025b827e-c6c5-41fe-831e-7f0eb6b6a8cc" providerId="ADAL" clId="{17070012-7F5C-4A5F-828F-914BEDF476DD}" dt="2021-01-09T14:58:31.862" v="9972" actId="478"/>
          <ac:picMkLst>
            <pc:docMk/>
            <pc:sldMk cId="2646312330" sldId="362"/>
            <ac:picMk id="21506" creationId="{53D54C4B-C0A1-4F9A-9563-297B0816BA05}"/>
          </ac:picMkLst>
        </pc:picChg>
        <pc:picChg chg="add del mod">
          <ac:chgData name="Coiley, Peter" userId="025b827e-c6c5-41fe-831e-7f0eb6b6a8cc" providerId="ADAL" clId="{17070012-7F5C-4A5F-828F-914BEDF476DD}" dt="2021-01-09T14:59:03.218" v="9976" actId="478"/>
          <ac:picMkLst>
            <pc:docMk/>
            <pc:sldMk cId="2646312330" sldId="362"/>
            <ac:picMk id="21508" creationId="{F8CE1D71-D1B8-414D-8E19-9410E0CD8D77}"/>
          </ac:picMkLst>
        </pc:picChg>
        <pc:picChg chg="add del mod">
          <ac:chgData name="Coiley, Peter" userId="025b827e-c6c5-41fe-831e-7f0eb6b6a8cc" providerId="ADAL" clId="{17070012-7F5C-4A5F-828F-914BEDF476DD}" dt="2021-01-09T14:59:37.382" v="9982" actId="478"/>
          <ac:picMkLst>
            <pc:docMk/>
            <pc:sldMk cId="2646312330" sldId="362"/>
            <ac:picMk id="21510" creationId="{CA9B7E5B-0180-49D3-A8F4-7963D855DDDB}"/>
          </ac:picMkLst>
        </pc:picChg>
      </pc:sldChg>
      <pc:sldChg chg="modSp">
        <pc:chgData name="Coiley, Peter" userId="025b827e-c6c5-41fe-831e-7f0eb6b6a8cc" providerId="ADAL" clId="{17070012-7F5C-4A5F-828F-914BEDF476DD}" dt="2020-12-24T19:45:55.617" v="5436" actId="2711"/>
        <pc:sldMkLst>
          <pc:docMk/>
          <pc:sldMk cId="1791049774" sldId="363"/>
        </pc:sldMkLst>
        <pc:spChg chg="mod">
          <ac:chgData name="Coiley, Peter" userId="025b827e-c6c5-41fe-831e-7f0eb6b6a8cc" providerId="ADAL" clId="{17070012-7F5C-4A5F-828F-914BEDF476DD}" dt="2020-12-24T19:45:55.617" v="5436" actId="2711"/>
          <ac:spMkLst>
            <pc:docMk/>
            <pc:sldMk cId="1791049774" sldId="363"/>
            <ac:spMk id="2" creationId="{F26FE2E0-68CE-470A-9FA8-AF5F2824C624}"/>
          </ac:spMkLst>
        </pc:spChg>
      </pc:sldChg>
      <pc:sldChg chg="modSp">
        <pc:chgData name="Coiley, Peter" userId="025b827e-c6c5-41fe-831e-7f0eb6b6a8cc" providerId="ADAL" clId="{17070012-7F5C-4A5F-828F-914BEDF476DD}" dt="2021-01-21T22:46:23.325" v="20056" actId="20577"/>
        <pc:sldMkLst>
          <pc:docMk/>
          <pc:sldMk cId="3414183236" sldId="364"/>
        </pc:sldMkLst>
        <pc:spChg chg="mod">
          <ac:chgData name="Coiley, Peter" userId="025b827e-c6c5-41fe-831e-7f0eb6b6a8cc" providerId="ADAL" clId="{17070012-7F5C-4A5F-828F-914BEDF476DD}" dt="2021-01-21T22:46:23.325" v="20056" actId="20577"/>
          <ac:spMkLst>
            <pc:docMk/>
            <pc:sldMk cId="3414183236" sldId="364"/>
            <ac:spMk id="2" creationId="{BFE57958-6BCD-44B0-9B81-291C796DC63F}"/>
          </ac:spMkLst>
        </pc:spChg>
      </pc:sldChg>
      <pc:sldChg chg="add del">
        <pc:chgData name="Coiley, Peter" userId="025b827e-c6c5-41fe-831e-7f0eb6b6a8cc" providerId="ADAL" clId="{17070012-7F5C-4A5F-828F-914BEDF476DD}" dt="2020-12-24T14:42:09.776" v="14" actId="2696"/>
        <pc:sldMkLst>
          <pc:docMk/>
          <pc:sldMk cId="3112184582" sldId="365"/>
        </pc:sldMkLst>
      </pc:sldChg>
      <pc:sldChg chg="modSp ord">
        <pc:chgData name="Coiley, Peter" userId="025b827e-c6c5-41fe-831e-7f0eb6b6a8cc" providerId="ADAL" clId="{17070012-7F5C-4A5F-828F-914BEDF476DD}" dt="2021-01-14T14:17:43.243" v="16344"/>
        <pc:sldMkLst>
          <pc:docMk/>
          <pc:sldMk cId="2386012226" sldId="366"/>
        </pc:sldMkLst>
        <pc:spChg chg="mod">
          <ac:chgData name="Coiley, Peter" userId="025b827e-c6c5-41fe-831e-7f0eb6b6a8cc" providerId="ADAL" clId="{17070012-7F5C-4A5F-828F-914BEDF476DD}" dt="2020-12-24T19:45:38.332" v="5430" actId="2711"/>
          <ac:spMkLst>
            <pc:docMk/>
            <pc:sldMk cId="2386012226" sldId="366"/>
            <ac:spMk id="2" creationId="{BFE57958-6BCD-44B0-9B81-291C796DC63F}"/>
          </ac:spMkLst>
        </pc:spChg>
      </pc:sldChg>
      <pc:sldChg chg="add">
        <pc:chgData name="Coiley, Peter" userId="025b827e-c6c5-41fe-831e-7f0eb6b6a8cc" providerId="ADAL" clId="{17070012-7F5C-4A5F-828F-914BEDF476DD}" dt="2021-01-20T16:19:53.148" v="18881"/>
        <pc:sldMkLst>
          <pc:docMk/>
          <pc:sldMk cId="195496913" sldId="367"/>
        </pc:sldMkLst>
      </pc:sldChg>
      <pc:sldChg chg="addSp delSp modSp del">
        <pc:chgData name="Coiley, Peter" userId="025b827e-c6c5-41fe-831e-7f0eb6b6a8cc" providerId="ADAL" clId="{17070012-7F5C-4A5F-828F-914BEDF476DD}" dt="2021-01-20T15:01:52.347" v="17743" actId="2696"/>
        <pc:sldMkLst>
          <pc:docMk/>
          <pc:sldMk cId="2587286533" sldId="367"/>
        </pc:sldMkLst>
        <pc:spChg chg="mod">
          <ac:chgData name="Coiley, Peter" userId="025b827e-c6c5-41fe-831e-7f0eb6b6a8cc" providerId="ADAL" clId="{17070012-7F5C-4A5F-828F-914BEDF476DD}" dt="2020-12-24T19:45:26.272" v="5424" actId="113"/>
          <ac:spMkLst>
            <pc:docMk/>
            <pc:sldMk cId="2587286533" sldId="367"/>
            <ac:spMk id="2" creationId="{D254A172-A855-45DB-BE99-F7FA9B1923B6}"/>
          </ac:spMkLst>
        </pc:spChg>
        <pc:spChg chg="add del">
          <ac:chgData name="Coiley, Peter" userId="025b827e-c6c5-41fe-831e-7f0eb6b6a8cc" providerId="ADAL" clId="{17070012-7F5C-4A5F-828F-914BEDF476DD}" dt="2020-12-24T15:48:26.627" v="1584"/>
          <ac:spMkLst>
            <pc:docMk/>
            <pc:sldMk cId="2587286533" sldId="367"/>
            <ac:spMk id="3" creationId="{DEEB8287-3FF4-4CA4-8EBC-C08F55B30896}"/>
          </ac:spMkLst>
        </pc:spChg>
      </pc:sldChg>
      <pc:sldChg chg="add del">
        <pc:chgData name="Coiley, Peter" userId="025b827e-c6c5-41fe-831e-7f0eb6b6a8cc" providerId="ADAL" clId="{17070012-7F5C-4A5F-828F-914BEDF476DD}" dt="2021-01-20T16:19:46.434" v="18875" actId="2696"/>
        <pc:sldMkLst>
          <pc:docMk/>
          <pc:sldMk cId="3985590825" sldId="367"/>
        </pc:sldMkLst>
      </pc:sldChg>
      <pc:sldChg chg="modSp del">
        <pc:chgData name="Coiley, Peter" userId="025b827e-c6c5-41fe-831e-7f0eb6b6a8cc" providerId="ADAL" clId="{17070012-7F5C-4A5F-828F-914BEDF476DD}" dt="2021-01-20T16:38:20.867" v="19945" actId="2696"/>
        <pc:sldMkLst>
          <pc:docMk/>
          <pc:sldMk cId="2760198725" sldId="368"/>
        </pc:sldMkLst>
        <pc:spChg chg="mod">
          <ac:chgData name="Coiley, Peter" userId="025b827e-c6c5-41fe-831e-7f0eb6b6a8cc" providerId="ADAL" clId="{17070012-7F5C-4A5F-828F-914BEDF476DD}" dt="2021-01-20T15:08:13.349" v="17967" actId="20577"/>
          <ac:spMkLst>
            <pc:docMk/>
            <pc:sldMk cId="2760198725" sldId="368"/>
            <ac:spMk id="2" creationId="{D254A172-A855-45DB-BE99-F7FA9B1923B6}"/>
          </ac:spMkLst>
        </pc:spChg>
      </pc:sldChg>
      <pc:sldChg chg="del">
        <pc:chgData name="Coiley, Peter" userId="025b827e-c6c5-41fe-831e-7f0eb6b6a8cc" providerId="ADAL" clId="{17070012-7F5C-4A5F-828F-914BEDF476DD}" dt="2020-12-24T16:22:16.304" v="3516" actId="2696"/>
        <pc:sldMkLst>
          <pc:docMk/>
          <pc:sldMk cId="3676913813" sldId="369"/>
        </pc:sldMkLst>
      </pc:sldChg>
      <pc:sldChg chg="del">
        <pc:chgData name="Coiley, Peter" userId="025b827e-c6c5-41fe-831e-7f0eb6b6a8cc" providerId="ADAL" clId="{17070012-7F5C-4A5F-828F-914BEDF476DD}" dt="2020-12-24T16:45:30.719" v="4142" actId="2696"/>
        <pc:sldMkLst>
          <pc:docMk/>
          <pc:sldMk cId="504702534" sldId="370"/>
        </pc:sldMkLst>
      </pc:sldChg>
      <pc:sldChg chg="del">
        <pc:chgData name="Coiley, Peter" userId="025b827e-c6c5-41fe-831e-7f0eb6b6a8cc" providerId="ADAL" clId="{17070012-7F5C-4A5F-828F-914BEDF476DD}" dt="2020-12-24T16:45:29.039" v="4141" actId="2696"/>
        <pc:sldMkLst>
          <pc:docMk/>
          <pc:sldMk cId="1702219722" sldId="371"/>
        </pc:sldMkLst>
      </pc:sldChg>
      <pc:sldChg chg="modSp add del">
        <pc:chgData name="Coiley, Peter" userId="025b827e-c6c5-41fe-831e-7f0eb6b6a8cc" providerId="ADAL" clId="{17070012-7F5C-4A5F-828F-914BEDF476DD}" dt="2021-01-04T13:11:23.972" v="8156" actId="20577"/>
        <pc:sldMkLst>
          <pc:docMk/>
          <pc:sldMk cId="3492326968" sldId="372"/>
        </pc:sldMkLst>
        <pc:spChg chg="mod">
          <ac:chgData name="Coiley, Peter" userId="025b827e-c6c5-41fe-831e-7f0eb6b6a8cc" providerId="ADAL" clId="{17070012-7F5C-4A5F-828F-914BEDF476DD}" dt="2021-01-04T13:10:39.700" v="8152" actId="6549"/>
          <ac:spMkLst>
            <pc:docMk/>
            <pc:sldMk cId="3492326968" sldId="372"/>
            <ac:spMk id="9" creationId="{91300BAF-6950-4A5F-9C7C-0DC706B6E771}"/>
          </ac:spMkLst>
        </pc:spChg>
        <pc:spChg chg="mod">
          <ac:chgData name="Coiley, Peter" userId="025b827e-c6c5-41fe-831e-7f0eb6b6a8cc" providerId="ADAL" clId="{17070012-7F5C-4A5F-828F-914BEDF476DD}" dt="2020-12-24T15:22:28.371" v="1030" actId="403"/>
          <ac:spMkLst>
            <pc:docMk/>
            <pc:sldMk cId="3492326968" sldId="372"/>
            <ac:spMk id="34" creationId="{C560C772-E0A0-4F1E-92F1-CA076CC5FF28}"/>
          </ac:spMkLst>
        </pc:spChg>
        <pc:spChg chg="mod">
          <ac:chgData name="Coiley, Peter" userId="025b827e-c6c5-41fe-831e-7f0eb6b6a8cc" providerId="ADAL" clId="{17070012-7F5C-4A5F-828F-914BEDF476DD}" dt="2021-01-04T13:10:32.876" v="8151" actId="20577"/>
          <ac:spMkLst>
            <pc:docMk/>
            <pc:sldMk cId="3492326968" sldId="372"/>
            <ac:spMk id="35" creationId="{D78A4532-4F35-4A82-9450-DB30BE776903}"/>
          </ac:spMkLst>
        </pc:spChg>
        <pc:spChg chg="mod">
          <ac:chgData name="Coiley, Peter" userId="025b827e-c6c5-41fe-831e-7f0eb6b6a8cc" providerId="ADAL" clId="{17070012-7F5C-4A5F-828F-914BEDF476DD}" dt="2020-12-24T15:22:15.388" v="1028" actId="2711"/>
          <ac:spMkLst>
            <pc:docMk/>
            <pc:sldMk cId="3492326968" sldId="372"/>
            <ac:spMk id="40" creationId="{3E5E7AF3-69B6-4CBC-8A54-BE931BEB492C}"/>
          </ac:spMkLst>
        </pc:spChg>
        <pc:spChg chg="mod">
          <ac:chgData name="Coiley, Peter" userId="025b827e-c6c5-41fe-831e-7f0eb6b6a8cc" providerId="ADAL" clId="{17070012-7F5C-4A5F-828F-914BEDF476DD}" dt="2020-12-24T15:22:15.388" v="1028" actId="2711"/>
          <ac:spMkLst>
            <pc:docMk/>
            <pc:sldMk cId="3492326968" sldId="372"/>
            <ac:spMk id="41" creationId="{BD9DC61E-B173-4EFE-BA4F-C5ED17EEF922}"/>
          </ac:spMkLst>
        </pc:spChg>
        <pc:spChg chg="mod">
          <ac:chgData name="Coiley, Peter" userId="025b827e-c6c5-41fe-831e-7f0eb6b6a8cc" providerId="ADAL" clId="{17070012-7F5C-4A5F-828F-914BEDF476DD}" dt="2020-12-24T15:22:15.388" v="1028" actId="2711"/>
          <ac:spMkLst>
            <pc:docMk/>
            <pc:sldMk cId="3492326968" sldId="372"/>
            <ac:spMk id="42" creationId="{422C0819-D992-48B2-BA4C-96E22AF4C6ED}"/>
          </ac:spMkLst>
        </pc:spChg>
        <pc:spChg chg="mod">
          <ac:chgData name="Coiley, Peter" userId="025b827e-c6c5-41fe-831e-7f0eb6b6a8cc" providerId="ADAL" clId="{17070012-7F5C-4A5F-828F-914BEDF476DD}" dt="2020-12-24T15:22:15.388" v="1028" actId="2711"/>
          <ac:spMkLst>
            <pc:docMk/>
            <pc:sldMk cId="3492326968" sldId="372"/>
            <ac:spMk id="43" creationId="{736663C2-5216-4A5E-901B-7AE76A4B37BC}"/>
          </ac:spMkLst>
        </pc:spChg>
        <pc:spChg chg="mod">
          <ac:chgData name="Coiley, Peter" userId="025b827e-c6c5-41fe-831e-7f0eb6b6a8cc" providerId="ADAL" clId="{17070012-7F5C-4A5F-828F-914BEDF476DD}" dt="2020-12-24T15:22:15.388" v="1028" actId="2711"/>
          <ac:spMkLst>
            <pc:docMk/>
            <pc:sldMk cId="3492326968" sldId="372"/>
            <ac:spMk id="44" creationId="{34671076-8AC7-4CBC-B045-C8BD0F68A5FC}"/>
          </ac:spMkLst>
        </pc:spChg>
        <pc:spChg chg="mod">
          <ac:chgData name="Coiley, Peter" userId="025b827e-c6c5-41fe-831e-7f0eb6b6a8cc" providerId="ADAL" clId="{17070012-7F5C-4A5F-828F-914BEDF476DD}" dt="2020-12-24T15:22:15.388" v="1028" actId="2711"/>
          <ac:spMkLst>
            <pc:docMk/>
            <pc:sldMk cId="3492326968" sldId="372"/>
            <ac:spMk id="45" creationId="{7CFE50FD-60E0-40F4-8C03-BDF64A331191}"/>
          </ac:spMkLst>
        </pc:spChg>
        <pc:spChg chg="mod">
          <ac:chgData name="Coiley, Peter" userId="025b827e-c6c5-41fe-831e-7f0eb6b6a8cc" providerId="ADAL" clId="{17070012-7F5C-4A5F-828F-914BEDF476DD}" dt="2021-01-04T13:11:23.972" v="8156" actId="20577"/>
          <ac:spMkLst>
            <pc:docMk/>
            <pc:sldMk cId="3492326968" sldId="372"/>
            <ac:spMk id="46" creationId="{558FB41E-37EA-47D0-9169-872232AAF397}"/>
          </ac:spMkLst>
        </pc:spChg>
        <pc:spChg chg="mod">
          <ac:chgData name="Coiley, Peter" userId="025b827e-c6c5-41fe-831e-7f0eb6b6a8cc" providerId="ADAL" clId="{17070012-7F5C-4A5F-828F-914BEDF476DD}" dt="2020-12-24T15:22:15.388" v="1028" actId="2711"/>
          <ac:spMkLst>
            <pc:docMk/>
            <pc:sldMk cId="3492326968" sldId="372"/>
            <ac:spMk id="78" creationId="{1E906DC6-E92D-48B2-B43B-E4F5C4AED758}"/>
          </ac:spMkLst>
        </pc:spChg>
        <pc:picChg chg="mod">
          <ac:chgData name="Coiley, Peter" userId="025b827e-c6c5-41fe-831e-7f0eb6b6a8cc" providerId="ADAL" clId="{17070012-7F5C-4A5F-828F-914BEDF476DD}" dt="2020-12-24T15:22:15.388" v="1028" actId="2711"/>
          <ac:picMkLst>
            <pc:docMk/>
            <pc:sldMk cId="3492326968" sldId="372"/>
            <ac:picMk id="32" creationId="{556AAA69-AAD8-4B23-A3CD-E9B71C073362}"/>
          </ac:picMkLst>
        </pc:picChg>
        <pc:picChg chg="mod">
          <ac:chgData name="Coiley, Peter" userId="025b827e-c6c5-41fe-831e-7f0eb6b6a8cc" providerId="ADAL" clId="{17070012-7F5C-4A5F-828F-914BEDF476DD}" dt="2020-12-24T15:22:15.388" v="1028" actId="2711"/>
          <ac:picMkLst>
            <pc:docMk/>
            <pc:sldMk cId="3492326968" sldId="372"/>
            <ac:picMk id="33" creationId="{D5AAA7FE-FA47-4141-B6B5-6459B346C800}"/>
          </ac:picMkLst>
        </pc:picChg>
        <pc:picChg chg="mod">
          <ac:chgData name="Coiley, Peter" userId="025b827e-c6c5-41fe-831e-7f0eb6b6a8cc" providerId="ADAL" clId="{17070012-7F5C-4A5F-828F-914BEDF476DD}" dt="2020-12-24T15:22:15.388" v="1028" actId="2711"/>
          <ac:picMkLst>
            <pc:docMk/>
            <pc:sldMk cId="3492326968" sldId="372"/>
            <ac:picMk id="38" creationId="{E63A5D14-03B2-4CA1-8B11-7B1108A0DCEC}"/>
          </ac:picMkLst>
        </pc:picChg>
        <pc:picChg chg="mod">
          <ac:chgData name="Coiley, Peter" userId="025b827e-c6c5-41fe-831e-7f0eb6b6a8cc" providerId="ADAL" clId="{17070012-7F5C-4A5F-828F-914BEDF476DD}" dt="2020-12-24T15:22:15.388" v="1028" actId="2711"/>
          <ac:picMkLst>
            <pc:docMk/>
            <pc:sldMk cId="3492326968" sldId="372"/>
            <ac:picMk id="39" creationId="{BE0B9AC2-EB88-4F2E-BCFD-8C3AF89FA158}"/>
          </ac:picMkLst>
        </pc:picChg>
        <pc:cxnChg chg="mod">
          <ac:chgData name="Coiley, Peter" userId="025b827e-c6c5-41fe-831e-7f0eb6b6a8cc" providerId="ADAL" clId="{17070012-7F5C-4A5F-828F-914BEDF476DD}" dt="2020-12-24T15:22:15.388" v="1028" actId="2711"/>
          <ac:cxnSpMkLst>
            <pc:docMk/>
            <pc:sldMk cId="3492326968" sldId="372"/>
            <ac:cxnSpMk id="36" creationId="{6888DC91-8955-4685-9760-83E7317CDF25}"/>
          </ac:cxnSpMkLst>
        </pc:cxnChg>
        <pc:cxnChg chg="mod">
          <ac:chgData name="Coiley, Peter" userId="025b827e-c6c5-41fe-831e-7f0eb6b6a8cc" providerId="ADAL" clId="{17070012-7F5C-4A5F-828F-914BEDF476DD}" dt="2020-12-24T15:22:15.388" v="1028" actId="2711"/>
          <ac:cxnSpMkLst>
            <pc:docMk/>
            <pc:sldMk cId="3492326968" sldId="372"/>
            <ac:cxnSpMk id="37" creationId="{2823A766-90BA-4422-A6A8-3CD1D59FEE2D}"/>
          </ac:cxnSpMkLst>
        </pc:cxnChg>
      </pc:sldChg>
      <pc:sldChg chg="add del">
        <pc:chgData name="Coiley, Peter" userId="025b827e-c6c5-41fe-831e-7f0eb6b6a8cc" providerId="ADAL" clId="{17070012-7F5C-4A5F-828F-914BEDF476DD}" dt="2020-12-24T14:37:16.964" v="7" actId="2696"/>
        <pc:sldMkLst>
          <pc:docMk/>
          <pc:sldMk cId="251254980" sldId="373"/>
        </pc:sldMkLst>
      </pc:sldChg>
      <pc:sldChg chg="addSp delSp modSp add del">
        <pc:chgData name="Coiley, Peter" userId="025b827e-c6c5-41fe-831e-7f0eb6b6a8cc" providerId="ADAL" clId="{17070012-7F5C-4A5F-828F-914BEDF476DD}" dt="2020-12-24T15:28:42.951" v="1151" actId="2696"/>
        <pc:sldMkLst>
          <pc:docMk/>
          <pc:sldMk cId="848716585" sldId="373"/>
        </pc:sldMkLst>
        <pc:spChg chg="mod">
          <ac:chgData name="Coiley, Peter" userId="025b827e-c6c5-41fe-831e-7f0eb6b6a8cc" providerId="ADAL" clId="{17070012-7F5C-4A5F-828F-914BEDF476DD}" dt="2020-12-24T15:26:24.149" v="1092" actId="14100"/>
          <ac:spMkLst>
            <pc:docMk/>
            <pc:sldMk cId="848716585" sldId="373"/>
            <ac:spMk id="2" creationId="{F28E3737-77C7-4018-A2D7-DD4D7FB32C56}"/>
          </ac:spMkLst>
        </pc:spChg>
        <pc:spChg chg="add del mod">
          <ac:chgData name="Coiley, Peter" userId="025b827e-c6c5-41fe-831e-7f0eb6b6a8cc" providerId="ADAL" clId="{17070012-7F5C-4A5F-828F-914BEDF476DD}" dt="2020-12-24T15:27:24.521" v="1100" actId="478"/>
          <ac:spMkLst>
            <pc:docMk/>
            <pc:sldMk cId="848716585" sldId="373"/>
            <ac:spMk id="6" creationId="{79421804-6293-422E-917F-73D574FB4223}"/>
          </ac:spMkLst>
        </pc:spChg>
        <pc:spChg chg="mod">
          <ac:chgData name="Coiley, Peter" userId="025b827e-c6c5-41fe-831e-7f0eb6b6a8cc" providerId="ADAL" clId="{17070012-7F5C-4A5F-828F-914BEDF476DD}" dt="2020-12-24T15:24:06.449" v="1080" actId="2711"/>
          <ac:spMkLst>
            <pc:docMk/>
            <pc:sldMk cId="848716585" sldId="373"/>
            <ac:spMk id="37" creationId="{38DA3663-CD92-497D-9A20-CBDAB913D012}"/>
          </ac:spMkLst>
        </pc:spChg>
        <pc:spChg chg="mod">
          <ac:chgData name="Coiley, Peter" userId="025b827e-c6c5-41fe-831e-7f0eb6b6a8cc" providerId="ADAL" clId="{17070012-7F5C-4A5F-828F-914BEDF476DD}" dt="2020-12-24T15:24:06.449" v="1080" actId="2711"/>
          <ac:spMkLst>
            <pc:docMk/>
            <pc:sldMk cId="848716585" sldId="373"/>
            <ac:spMk id="38" creationId="{40CDCA91-1577-437A-ABC6-9DE437AF325D}"/>
          </ac:spMkLst>
        </pc:spChg>
        <pc:spChg chg="mod">
          <ac:chgData name="Coiley, Peter" userId="025b827e-c6c5-41fe-831e-7f0eb6b6a8cc" providerId="ADAL" clId="{17070012-7F5C-4A5F-828F-914BEDF476DD}" dt="2020-12-24T15:24:06.449" v="1080" actId="2711"/>
          <ac:spMkLst>
            <pc:docMk/>
            <pc:sldMk cId="848716585" sldId="373"/>
            <ac:spMk id="39" creationId="{8D16444A-9C7A-4AB6-B53F-2AF961C2EFA6}"/>
          </ac:spMkLst>
        </pc:spChg>
        <pc:spChg chg="mod">
          <ac:chgData name="Coiley, Peter" userId="025b827e-c6c5-41fe-831e-7f0eb6b6a8cc" providerId="ADAL" clId="{17070012-7F5C-4A5F-828F-914BEDF476DD}" dt="2020-12-24T15:24:06.449" v="1080" actId="2711"/>
          <ac:spMkLst>
            <pc:docMk/>
            <pc:sldMk cId="848716585" sldId="373"/>
            <ac:spMk id="40" creationId="{5F4071C5-B2A4-4DB4-AB31-764F27F9BE4E}"/>
          </ac:spMkLst>
        </pc:spChg>
        <pc:spChg chg="mod">
          <ac:chgData name="Coiley, Peter" userId="025b827e-c6c5-41fe-831e-7f0eb6b6a8cc" providerId="ADAL" clId="{17070012-7F5C-4A5F-828F-914BEDF476DD}" dt="2020-12-24T15:24:06.449" v="1080" actId="2711"/>
          <ac:spMkLst>
            <pc:docMk/>
            <pc:sldMk cId="848716585" sldId="373"/>
            <ac:spMk id="41" creationId="{D2E8EF3E-5603-48F1-802E-D76E15F4FFE0}"/>
          </ac:spMkLst>
        </pc:spChg>
        <pc:spChg chg="mod">
          <ac:chgData name="Coiley, Peter" userId="025b827e-c6c5-41fe-831e-7f0eb6b6a8cc" providerId="ADAL" clId="{17070012-7F5C-4A5F-828F-914BEDF476DD}" dt="2020-12-24T15:24:06.449" v="1080" actId="2711"/>
          <ac:spMkLst>
            <pc:docMk/>
            <pc:sldMk cId="848716585" sldId="373"/>
            <ac:spMk id="42" creationId="{14B8ED4E-F7B9-4A82-9E91-B45C007F845B}"/>
          </ac:spMkLst>
        </pc:spChg>
        <pc:spChg chg="mod">
          <ac:chgData name="Coiley, Peter" userId="025b827e-c6c5-41fe-831e-7f0eb6b6a8cc" providerId="ADAL" clId="{17070012-7F5C-4A5F-828F-914BEDF476DD}" dt="2020-12-24T15:24:06.449" v="1080" actId="2711"/>
          <ac:spMkLst>
            <pc:docMk/>
            <pc:sldMk cId="848716585" sldId="373"/>
            <ac:spMk id="43" creationId="{ADE1E3B4-6DE6-43A7-AAF5-69F481223303}"/>
          </ac:spMkLst>
        </pc:spChg>
        <pc:spChg chg="mod">
          <ac:chgData name="Coiley, Peter" userId="025b827e-c6c5-41fe-831e-7f0eb6b6a8cc" providerId="ADAL" clId="{17070012-7F5C-4A5F-828F-914BEDF476DD}" dt="2020-12-24T15:24:06.449" v="1080" actId="2711"/>
          <ac:spMkLst>
            <pc:docMk/>
            <pc:sldMk cId="848716585" sldId="373"/>
            <ac:spMk id="44" creationId="{374851E6-1BE1-4247-B400-EAF24FF7F631}"/>
          </ac:spMkLst>
        </pc:spChg>
        <pc:spChg chg="mod">
          <ac:chgData name="Coiley, Peter" userId="025b827e-c6c5-41fe-831e-7f0eb6b6a8cc" providerId="ADAL" clId="{17070012-7F5C-4A5F-828F-914BEDF476DD}" dt="2020-12-24T15:24:06.449" v="1080" actId="2711"/>
          <ac:spMkLst>
            <pc:docMk/>
            <pc:sldMk cId="848716585" sldId="373"/>
            <ac:spMk id="47" creationId="{7B4561F8-D956-4EC5-8286-7134654C6B52}"/>
          </ac:spMkLst>
        </pc:spChg>
        <pc:spChg chg="mod">
          <ac:chgData name="Coiley, Peter" userId="025b827e-c6c5-41fe-831e-7f0eb6b6a8cc" providerId="ADAL" clId="{17070012-7F5C-4A5F-828F-914BEDF476DD}" dt="2020-12-24T15:24:06.449" v="1080" actId="2711"/>
          <ac:spMkLst>
            <pc:docMk/>
            <pc:sldMk cId="848716585" sldId="373"/>
            <ac:spMk id="48" creationId="{0B9EEC3E-E0D6-4649-A85D-EADC45360311}"/>
          </ac:spMkLst>
        </pc:spChg>
        <pc:spChg chg="del mod">
          <ac:chgData name="Coiley, Peter" userId="025b827e-c6c5-41fe-831e-7f0eb6b6a8cc" providerId="ADAL" clId="{17070012-7F5C-4A5F-828F-914BEDF476DD}" dt="2020-12-24T15:27:23.058" v="1099" actId="478"/>
          <ac:spMkLst>
            <pc:docMk/>
            <pc:sldMk cId="848716585" sldId="373"/>
            <ac:spMk id="77" creationId="{66F21BFB-68CA-4104-B690-82F665689E10}"/>
          </ac:spMkLst>
        </pc:spChg>
        <pc:spChg chg="mod">
          <ac:chgData name="Coiley, Peter" userId="025b827e-c6c5-41fe-831e-7f0eb6b6a8cc" providerId="ADAL" clId="{17070012-7F5C-4A5F-828F-914BEDF476DD}" dt="2020-12-24T15:26:21.582" v="1091" actId="1076"/>
          <ac:spMkLst>
            <pc:docMk/>
            <pc:sldMk cId="848716585" sldId="373"/>
            <ac:spMk id="78" creationId="{1E906DC6-E92D-48B2-B43B-E4F5C4AED758}"/>
          </ac:spMkLst>
        </pc:spChg>
        <pc:graphicFrameChg chg="mod">
          <ac:chgData name="Coiley, Peter" userId="025b827e-c6c5-41fe-831e-7f0eb6b6a8cc" providerId="ADAL" clId="{17070012-7F5C-4A5F-828F-914BEDF476DD}" dt="2020-12-24T15:24:06.449" v="1080" actId="2711"/>
          <ac:graphicFrameMkLst>
            <pc:docMk/>
            <pc:sldMk cId="848716585" sldId="373"/>
            <ac:graphicFrameMk id="36" creationId="{8329B08E-1878-42F5-A6B5-B0060941DA8F}"/>
          </ac:graphicFrameMkLst>
        </pc:graphicFrameChg>
      </pc:sldChg>
      <pc:sldChg chg="add del">
        <pc:chgData name="Coiley, Peter" userId="025b827e-c6c5-41fe-831e-7f0eb6b6a8cc" providerId="ADAL" clId="{17070012-7F5C-4A5F-828F-914BEDF476DD}" dt="2020-12-24T14:37:05.674" v="5" actId="2696"/>
        <pc:sldMkLst>
          <pc:docMk/>
          <pc:sldMk cId="1650070459" sldId="373"/>
        </pc:sldMkLst>
      </pc:sldChg>
      <pc:sldChg chg="add del">
        <pc:chgData name="Coiley, Peter" userId="025b827e-c6c5-41fe-831e-7f0eb6b6a8cc" providerId="ADAL" clId="{17070012-7F5C-4A5F-828F-914BEDF476DD}" dt="2020-12-24T14:42:36.632" v="54" actId="2696"/>
        <pc:sldMkLst>
          <pc:docMk/>
          <pc:sldMk cId="3725795591" sldId="374"/>
        </pc:sldMkLst>
      </pc:sldChg>
      <pc:sldChg chg="modSp add del ord">
        <pc:chgData name="Coiley, Peter" userId="025b827e-c6c5-41fe-831e-7f0eb6b6a8cc" providerId="ADAL" clId="{17070012-7F5C-4A5F-828F-914BEDF476DD}" dt="2020-12-24T15:45:54.490" v="1537" actId="2696"/>
        <pc:sldMkLst>
          <pc:docMk/>
          <pc:sldMk cId="1982550122" sldId="375"/>
        </pc:sldMkLst>
        <pc:spChg chg="mod">
          <ac:chgData name="Coiley, Peter" userId="025b827e-c6c5-41fe-831e-7f0eb6b6a8cc" providerId="ADAL" clId="{17070012-7F5C-4A5F-828F-914BEDF476DD}" dt="2020-12-24T15:32:47.514" v="1176" actId="14100"/>
          <ac:spMkLst>
            <pc:docMk/>
            <pc:sldMk cId="1982550122" sldId="375"/>
            <ac:spMk id="2" creationId="{F28E3737-77C7-4018-A2D7-DD4D7FB32C56}"/>
          </ac:spMkLst>
        </pc:spChg>
        <pc:spChg chg="mod">
          <ac:chgData name="Coiley, Peter" userId="025b827e-c6c5-41fe-831e-7f0eb6b6a8cc" providerId="ADAL" clId="{17070012-7F5C-4A5F-828F-914BEDF476DD}" dt="2020-12-24T15:32:36.818" v="1174" actId="2711"/>
          <ac:spMkLst>
            <pc:docMk/>
            <pc:sldMk cId="1982550122" sldId="375"/>
            <ac:spMk id="20" creationId="{38E4E001-525D-46DC-81CD-51C618FB833A}"/>
          </ac:spMkLst>
        </pc:spChg>
        <pc:spChg chg="mod">
          <ac:chgData name="Coiley, Peter" userId="025b827e-c6c5-41fe-831e-7f0eb6b6a8cc" providerId="ADAL" clId="{17070012-7F5C-4A5F-828F-914BEDF476DD}" dt="2020-12-24T15:32:36.818" v="1174" actId="2711"/>
          <ac:spMkLst>
            <pc:docMk/>
            <pc:sldMk cId="1982550122" sldId="375"/>
            <ac:spMk id="78" creationId="{1E906DC6-E92D-48B2-B43B-E4F5C4AED758}"/>
          </ac:spMkLst>
        </pc:spChg>
      </pc:sldChg>
      <pc:sldChg chg="add del">
        <pc:chgData name="Coiley, Peter" userId="025b827e-c6c5-41fe-831e-7f0eb6b6a8cc" providerId="ADAL" clId="{17070012-7F5C-4A5F-828F-914BEDF476DD}" dt="2020-12-24T15:46:57.868" v="1582" actId="2696"/>
        <pc:sldMkLst>
          <pc:docMk/>
          <pc:sldMk cId="3295804856" sldId="376"/>
        </pc:sldMkLst>
      </pc:sldChg>
      <pc:sldChg chg="addSp delSp modSp add del ord">
        <pc:chgData name="Coiley, Peter" userId="025b827e-c6c5-41fe-831e-7f0eb6b6a8cc" providerId="ADAL" clId="{17070012-7F5C-4A5F-828F-914BEDF476DD}" dt="2020-12-24T15:35:55.487" v="1245" actId="2696"/>
        <pc:sldMkLst>
          <pc:docMk/>
          <pc:sldMk cId="1318472889" sldId="377"/>
        </pc:sldMkLst>
        <pc:spChg chg="mod">
          <ac:chgData name="Coiley, Peter" userId="025b827e-c6c5-41fe-831e-7f0eb6b6a8cc" providerId="ADAL" clId="{17070012-7F5C-4A5F-828F-914BEDF476DD}" dt="2020-12-24T15:33:02.074" v="1177" actId="255"/>
          <ac:spMkLst>
            <pc:docMk/>
            <pc:sldMk cId="1318472889" sldId="377"/>
            <ac:spMk id="2" creationId="{012CB4AD-B677-4783-9251-F2A6E67EA1B8}"/>
          </ac:spMkLst>
        </pc:spChg>
        <pc:spChg chg="mod">
          <ac:chgData name="Coiley, Peter" userId="025b827e-c6c5-41fe-831e-7f0eb6b6a8cc" providerId="ADAL" clId="{17070012-7F5C-4A5F-828F-914BEDF476DD}" dt="2020-12-24T15:32:11.093" v="1171" actId="403"/>
          <ac:spMkLst>
            <pc:docMk/>
            <pc:sldMk cId="1318472889" sldId="377"/>
            <ac:spMk id="3" creationId="{BA31FFD4-B29E-424F-92CF-3DAA4773E7B5}"/>
          </ac:spMkLst>
        </pc:spChg>
        <pc:spChg chg="add mod">
          <ac:chgData name="Coiley, Peter" userId="025b827e-c6c5-41fe-831e-7f0eb6b6a8cc" providerId="ADAL" clId="{17070012-7F5C-4A5F-828F-914BEDF476DD}" dt="2020-12-24T14:51:09.474" v="173" actId="14100"/>
          <ac:spMkLst>
            <pc:docMk/>
            <pc:sldMk cId="1318472889" sldId="377"/>
            <ac:spMk id="4" creationId="{668A161C-10DB-4DAE-B67E-B3F8A0E2C59C}"/>
          </ac:spMkLst>
        </pc:spChg>
        <pc:spChg chg="add mod">
          <ac:chgData name="Coiley, Peter" userId="025b827e-c6c5-41fe-831e-7f0eb6b6a8cc" providerId="ADAL" clId="{17070012-7F5C-4A5F-828F-914BEDF476DD}" dt="2020-12-24T15:31:58.571" v="1169" actId="404"/>
          <ac:spMkLst>
            <pc:docMk/>
            <pc:sldMk cId="1318472889" sldId="377"/>
            <ac:spMk id="5" creationId="{F0422779-9253-4472-8F11-E6E86D0587CA}"/>
          </ac:spMkLst>
        </pc:spChg>
        <pc:spChg chg="add mod">
          <ac:chgData name="Coiley, Peter" userId="025b827e-c6c5-41fe-831e-7f0eb6b6a8cc" providerId="ADAL" clId="{17070012-7F5C-4A5F-828F-914BEDF476DD}" dt="2020-12-24T14:52:15.581" v="187" actId="1038"/>
          <ac:spMkLst>
            <pc:docMk/>
            <pc:sldMk cId="1318472889" sldId="377"/>
            <ac:spMk id="6" creationId="{526FBA6A-DFEE-4250-A13B-8386172EFF58}"/>
          </ac:spMkLst>
        </pc:spChg>
        <pc:spChg chg="add mod">
          <ac:chgData name="Coiley, Peter" userId="025b827e-c6c5-41fe-831e-7f0eb6b6a8cc" providerId="ADAL" clId="{17070012-7F5C-4A5F-828F-914BEDF476DD}" dt="2020-12-24T14:52:15.581" v="187" actId="1038"/>
          <ac:spMkLst>
            <pc:docMk/>
            <pc:sldMk cId="1318472889" sldId="377"/>
            <ac:spMk id="7" creationId="{63E64754-ED17-44ED-989F-8435CBBB98DB}"/>
          </ac:spMkLst>
        </pc:spChg>
        <pc:spChg chg="add mod">
          <ac:chgData name="Coiley, Peter" userId="025b827e-c6c5-41fe-831e-7f0eb6b6a8cc" providerId="ADAL" clId="{17070012-7F5C-4A5F-828F-914BEDF476DD}" dt="2020-12-24T14:51:01.931" v="170" actId="1076"/>
          <ac:spMkLst>
            <pc:docMk/>
            <pc:sldMk cId="1318472889" sldId="377"/>
            <ac:spMk id="8" creationId="{6BFF6E8F-E155-43E5-A591-5CF38A08B21A}"/>
          </ac:spMkLst>
        </pc:spChg>
        <pc:spChg chg="add del">
          <ac:chgData name="Coiley, Peter" userId="025b827e-c6c5-41fe-831e-7f0eb6b6a8cc" providerId="ADAL" clId="{17070012-7F5C-4A5F-828F-914BEDF476DD}" dt="2020-12-24T15:33:14.409" v="1180"/>
          <ac:spMkLst>
            <pc:docMk/>
            <pc:sldMk cId="1318472889" sldId="377"/>
            <ac:spMk id="9" creationId="{34C38ACC-1441-4702-9FFC-9E207AE90663}"/>
          </ac:spMkLst>
        </pc:spChg>
        <pc:picChg chg="add del">
          <ac:chgData name="Coiley, Peter" userId="025b827e-c6c5-41fe-831e-7f0eb6b6a8cc" providerId="ADAL" clId="{17070012-7F5C-4A5F-828F-914BEDF476DD}" dt="2020-12-24T15:33:23.536" v="1182" actId="478"/>
          <ac:picMkLst>
            <pc:docMk/>
            <pc:sldMk cId="1318472889" sldId="377"/>
            <ac:picMk id="10" creationId="{4475885A-0270-40FA-BD5E-1B61DDF07FFD}"/>
          </ac:picMkLst>
        </pc:picChg>
      </pc:sldChg>
      <pc:sldChg chg="addSp delSp modSp add del">
        <pc:chgData name="Coiley, Peter" userId="025b827e-c6c5-41fe-831e-7f0eb6b6a8cc" providerId="ADAL" clId="{17070012-7F5C-4A5F-828F-914BEDF476DD}" dt="2020-12-24T14:58:06.998" v="323" actId="2696"/>
        <pc:sldMkLst>
          <pc:docMk/>
          <pc:sldMk cId="844089470" sldId="378"/>
        </pc:sldMkLst>
        <pc:spChg chg="del">
          <ac:chgData name="Coiley, Peter" userId="025b827e-c6c5-41fe-831e-7f0eb6b6a8cc" providerId="ADAL" clId="{17070012-7F5C-4A5F-828F-914BEDF476DD}" dt="2020-12-24T14:53:42.903" v="191" actId="478"/>
          <ac:spMkLst>
            <pc:docMk/>
            <pc:sldMk cId="844089470" sldId="378"/>
            <ac:spMk id="2" creationId="{B7D10093-52C8-47E2-BD0D-C4DDBF0C276F}"/>
          </ac:spMkLst>
        </pc:spChg>
        <pc:spChg chg="del">
          <ac:chgData name="Coiley, Peter" userId="025b827e-c6c5-41fe-831e-7f0eb6b6a8cc" providerId="ADAL" clId="{17070012-7F5C-4A5F-828F-914BEDF476DD}" dt="2020-12-24T14:54:10.920" v="195" actId="478"/>
          <ac:spMkLst>
            <pc:docMk/>
            <pc:sldMk cId="844089470" sldId="378"/>
            <ac:spMk id="3" creationId="{8115ADB7-F459-425C-B4C5-51C9203CFF64}"/>
          </ac:spMkLst>
        </pc:spChg>
        <pc:spChg chg="del">
          <ac:chgData name="Coiley, Peter" userId="025b827e-c6c5-41fe-831e-7f0eb6b6a8cc" providerId="ADAL" clId="{17070012-7F5C-4A5F-828F-914BEDF476DD}" dt="2020-12-24T14:54:05.699" v="194" actId="478"/>
          <ac:spMkLst>
            <pc:docMk/>
            <pc:sldMk cId="844089470" sldId="378"/>
            <ac:spMk id="4" creationId="{BACF5DC3-D763-480B-8700-ED53AE54A812}"/>
          </ac:spMkLst>
        </pc:spChg>
        <pc:spChg chg="mod">
          <ac:chgData name="Coiley, Peter" userId="025b827e-c6c5-41fe-831e-7f0eb6b6a8cc" providerId="ADAL" clId="{17070012-7F5C-4A5F-828F-914BEDF476DD}" dt="2020-12-24T14:55:21.148" v="217" actId="20577"/>
          <ac:spMkLst>
            <pc:docMk/>
            <pc:sldMk cId="844089470" sldId="378"/>
            <ac:spMk id="6" creationId="{0A58BEE0-D7D7-487E-9207-E47539B911E5}"/>
          </ac:spMkLst>
        </pc:spChg>
        <pc:spChg chg="add mod">
          <ac:chgData name="Coiley, Peter" userId="025b827e-c6c5-41fe-831e-7f0eb6b6a8cc" providerId="ADAL" clId="{17070012-7F5C-4A5F-828F-914BEDF476DD}" dt="2020-12-24T14:53:57.238" v="193" actId="1076"/>
          <ac:spMkLst>
            <pc:docMk/>
            <pc:sldMk cId="844089470" sldId="378"/>
            <ac:spMk id="7" creationId="{CDDE4833-63C3-4DD4-A591-F834B8B74518}"/>
          </ac:spMkLst>
        </pc:spChg>
        <pc:spChg chg="mod">
          <ac:chgData name="Coiley, Peter" userId="025b827e-c6c5-41fe-831e-7f0eb6b6a8cc" providerId="ADAL" clId="{17070012-7F5C-4A5F-828F-914BEDF476DD}" dt="2020-12-24T14:54:41.986" v="199" actId="2085"/>
          <ac:spMkLst>
            <pc:docMk/>
            <pc:sldMk cId="844089470" sldId="378"/>
            <ac:spMk id="9" creationId="{CAC309AA-9897-440B-8ADA-259784922B44}"/>
          </ac:spMkLst>
        </pc:spChg>
        <pc:spChg chg="mod">
          <ac:chgData name="Coiley, Peter" userId="025b827e-c6c5-41fe-831e-7f0eb6b6a8cc" providerId="ADAL" clId="{17070012-7F5C-4A5F-828F-914BEDF476DD}" dt="2020-12-24T14:54:41.986" v="199" actId="2085"/>
          <ac:spMkLst>
            <pc:docMk/>
            <pc:sldMk cId="844089470" sldId="378"/>
            <ac:spMk id="10" creationId="{5B8F9968-02B6-412C-9E6A-32F6DB2D76EA}"/>
          </ac:spMkLst>
        </pc:spChg>
        <pc:grpChg chg="add mod">
          <ac:chgData name="Coiley, Peter" userId="025b827e-c6c5-41fe-831e-7f0eb6b6a8cc" providerId="ADAL" clId="{17070012-7F5C-4A5F-828F-914BEDF476DD}" dt="2020-12-24T14:54:35.830" v="198" actId="1076"/>
          <ac:grpSpMkLst>
            <pc:docMk/>
            <pc:sldMk cId="844089470" sldId="378"/>
            <ac:grpSpMk id="8" creationId="{52C69749-C9DC-403C-A06A-E9C495DCB4A1}"/>
          </ac:grpSpMkLst>
        </pc:grpChg>
      </pc:sldChg>
      <pc:sldChg chg="addSp delSp modSp add del">
        <pc:chgData name="Coiley, Peter" userId="025b827e-c6c5-41fe-831e-7f0eb6b6a8cc" providerId="ADAL" clId="{17070012-7F5C-4A5F-828F-914BEDF476DD}" dt="2020-12-24T15:42:03.532" v="1420" actId="2696"/>
        <pc:sldMkLst>
          <pc:docMk/>
          <pc:sldMk cId="2507643016" sldId="379"/>
        </pc:sldMkLst>
        <pc:spChg chg="del">
          <ac:chgData name="Coiley, Peter" userId="025b827e-c6c5-41fe-831e-7f0eb6b6a8cc" providerId="ADAL" clId="{17070012-7F5C-4A5F-828F-914BEDF476DD}" dt="2020-12-24T14:56:06.046" v="220"/>
          <ac:spMkLst>
            <pc:docMk/>
            <pc:sldMk cId="2507643016" sldId="379"/>
            <ac:spMk id="2" creationId="{A33E4A06-F4F2-4DDD-AC19-B1F46CD0C950}"/>
          </ac:spMkLst>
        </pc:spChg>
        <pc:spChg chg="del">
          <ac:chgData name="Coiley, Peter" userId="025b827e-c6c5-41fe-831e-7f0eb6b6a8cc" providerId="ADAL" clId="{17070012-7F5C-4A5F-828F-914BEDF476DD}" dt="2020-12-24T14:56:06.046" v="220"/>
          <ac:spMkLst>
            <pc:docMk/>
            <pc:sldMk cId="2507643016" sldId="379"/>
            <ac:spMk id="3" creationId="{BB63F19B-B7B7-4005-8157-87BC65DFA85C}"/>
          </ac:spMkLst>
        </pc:spChg>
        <pc:spChg chg="del">
          <ac:chgData name="Coiley, Peter" userId="025b827e-c6c5-41fe-831e-7f0eb6b6a8cc" providerId="ADAL" clId="{17070012-7F5C-4A5F-828F-914BEDF476DD}" dt="2020-12-24T14:56:06.046" v="220"/>
          <ac:spMkLst>
            <pc:docMk/>
            <pc:sldMk cId="2507643016" sldId="379"/>
            <ac:spMk id="4" creationId="{6443BAB4-62A8-412E-B270-73D30D6658C5}"/>
          </ac:spMkLst>
        </pc:spChg>
        <pc:spChg chg="del">
          <ac:chgData name="Coiley, Peter" userId="025b827e-c6c5-41fe-831e-7f0eb6b6a8cc" providerId="ADAL" clId="{17070012-7F5C-4A5F-828F-914BEDF476DD}" dt="2020-12-24T14:56:06.046" v="220"/>
          <ac:spMkLst>
            <pc:docMk/>
            <pc:sldMk cId="2507643016" sldId="379"/>
            <ac:spMk id="5" creationId="{DAEF8E5C-9D15-4289-B889-C0657C1DB253}"/>
          </ac:spMkLst>
        </pc:spChg>
        <pc:spChg chg="del">
          <ac:chgData name="Coiley, Peter" userId="025b827e-c6c5-41fe-831e-7f0eb6b6a8cc" providerId="ADAL" clId="{17070012-7F5C-4A5F-828F-914BEDF476DD}" dt="2020-12-24T14:56:06.046" v="220"/>
          <ac:spMkLst>
            <pc:docMk/>
            <pc:sldMk cId="2507643016" sldId="379"/>
            <ac:spMk id="6" creationId="{10FDDF6E-618E-4061-981E-B196AD608977}"/>
          </ac:spMkLst>
        </pc:spChg>
        <pc:spChg chg="add del mod">
          <ac:chgData name="Coiley, Peter" userId="025b827e-c6c5-41fe-831e-7f0eb6b6a8cc" providerId="ADAL" clId="{17070012-7F5C-4A5F-828F-914BEDF476DD}" dt="2020-12-24T15:20:56.215" v="1003" actId="14100"/>
          <ac:spMkLst>
            <pc:docMk/>
            <pc:sldMk cId="2507643016" sldId="379"/>
            <ac:spMk id="7" creationId="{A6EDF869-4CCB-4E3D-9AE8-01D86A8D4AEE}"/>
          </ac:spMkLst>
        </pc:spChg>
        <pc:spChg chg="add del mod">
          <ac:chgData name="Coiley, Peter" userId="025b827e-c6c5-41fe-831e-7f0eb6b6a8cc" providerId="ADAL" clId="{17070012-7F5C-4A5F-828F-914BEDF476DD}" dt="2020-12-24T15:20:31.272" v="992" actId="207"/>
          <ac:spMkLst>
            <pc:docMk/>
            <pc:sldMk cId="2507643016" sldId="379"/>
            <ac:spMk id="8" creationId="{10E45AA2-01EF-48C8-A7F4-B3D7F1164F20}"/>
          </ac:spMkLst>
        </pc:spChg>
        <pc:spChg chg="add del mod">
          <ac:chgData name="Coiley, Peter" userId="025b827e-c6c5-41fe-831e-7f0eb6b6a8cc" providerId="ADAL" clId="{17070012-7F5C-4A5F-828F-914BEDF476DD}" dt="2020-12-24T15:15:12.030" v="944" actId="20577"/>
          <ac:spMkLst>
            <pc:docMk/>
            <pc:sldMk cId="2507643016" sldId="379"/>
            <ac:spMk id="9" creationId="{AD023AB5-104F-4733-821D-7FD609841A1E}"/>
          </ac:spMkLst>
        </pc:spChg>
        <pc:spChg chg="add del mod">
          <ac:chgData name="Coiley, Peter" userId="025b827e-c6c5-41fe-831e-7f0eb6b6a8cc" providerId="ADAL" clId="{17070012-7F5C-4A5F-828F-914BEDF476DD}" dt="2020-12-24T15:16:22.534" v="954" actId="14100"/>
          <ac:spMkLst>
            <pc:docMk/>
            <pc:sldMk cId="2507643016" sldId="379"/>
            <ac:spMk id="10" creationId="{EC0521F4-7872-4569-B8A6-B45E9FEEDA89}"/>
          </ac:spMkLst>
        </pc:spChg>
        <pc:spChg chg="add del mod">
          <ac:chgData name="Coiley, Peter" userId="025b827e-c6c5-41fe-831e-7f0eb6b6a8cc" providerId="ADAL" clId="{17070012-7F5C-4A5F-828F-914BEDF476DD}" dt="2020-12-24T15:19:04.601" v="982" actId="20577"/>
          <ac:spMkLst>
            <pc:docMk/>
            <pc:sldMk cId="2507643016" sldId="379"/>
            <ac:spMk id="11" creationId="{D97ED3CA-CC7B-438D-81CA-34D9EDB3C9FC}"/>
          </ac:spMkLst>
        </pc:spChg>
        <pc:spChg chg="add del mod">
          <ac:chgData name="Coiley, Peter" userId="025b827e-c6c5-41fe-831e-7f0eb6b6a8cc" providerId="ADAL" clId="{17070012-7F5C-4A5F-828F-914BEDF476DD}" dt="2020-12-24T14:56:21.020" v="222"/>
          <ac:spMkLst>
            <pc:docMk/>
            <pc:sldMk cId="2507643016" sldId="379"/>
            <ac:spMk id="12" creationId="{03FDD883-6E4E-4505-ACEC-98D25A97B7BB}"/>
          </ac:spMkLst>
        </pc:spChg>
        <pc:spChg chg="add del mod">
          <ac:chgData name="Coiley, Peter" userId="025b827e-c6c5-41fe-831e-7f0eb6b6a8cc" providerId="ADAL" clId="{17070012-7F5C-4A5F-828F-914BEDF476DD}" dt="2020-12-24T14:56:21.020" v="222"/>
          <ac:spMkLst>
            <pc:docMk/>
            <pc:sldMk cId="2507643016" sldId="379"/>
            <ac:spMk id="13" creationId="{7E17FF9C-0F71-4026-81E3-2023017D0F0B}"/>
          </ac:spMkLst>
        </pc:spChg>
        <pc:spChg chg="add del mod">
          <ac:chgData name="Coiley, Peter" userId="025b827e-c6c5-41fe-831e-7f0eb6b6a8cc" providerId="ADAL" clId="{17070012-7F5C-4A5F-828F-914BEDF476DD}" dt="2020-12-24T14:56:21.020" v="222"/>
          <ac:spMkLst>
            <pc:docMk/>
            <pc:sldMk cId="2507643016" sldId="379"/>
            <ac:spMk id="14" creationId="{B60D8C1D-2239-4A5E-89D4-F3E0F5DC4831}"/>
          </ac:spMkLst>
        </pc:spChg>
        <pc:spChg chg="add del mod">
          <ac:chgData name="Coiley, Peter" userId="025b827e-c6c5-41fe-831e-7f0eb6b6a8cc" providerId="ADAL" clId="{17070012-7F5C-4A5F-828F-914BEDF476DD}" dt="2020-12-24T14:56:21.020" v="222"/>
          <ac:spMkLst>
            <pc:docMk/>
            <pc:sldMk cId="2507643016" sldId="379"/>
            <ac:spMk id="15" creationId="{6D1590DC-72D3-469A-8B46-1072BE2AE176}"/>
          </ac:spMkLst>
        </pc:spChg>
        <pc:spChg chg="add del mod">
          <ac:chgData name="Coiley, Peter" userId="025b827e-c6c5-41fe-831e-7f0eb6b6a8cc" providerId="ADAL" clId="{17070012-7F5C-4A5F-828F-914BEDF476DD}" dt="2020-12-24T14:56:21.020" v="222"/>
          <ac:spMkLst>
            <pc:docMk/>
            <pc:sldMk cId="2507643016" sldId="379"/>
            <ac:spMk id="16" creationId="{089C5DCA-2D28-4FBC-82FD-34C9DCD1FC61}"/>
          </ac:spMkLst>
        </pc:spChg>
        <pc:spChg chg="add del mod">
          <ac:chgData name="Coiley, Peter" userId="025b827e-c6c5-41fe-831e-7f0eb6b6a8cc" providerId="ADAL" clId="{17070012-7F5C-4A5F-828F-914BEDF476DD}" dt="2020-12-24T14:56:21.020" v="222"/>
          <ac:spMkLst>
            <pc:docMk/>
            <pc:sldMk cId="2507643016" sldId="379"/>
            <ac:spMk id="17" creationId="{48706F09-A8D9-43CA-BBF5-25A040FF359B}"/>
          </ac:spMkLst>
        </pc:spChg>
        <pc:spChg chg="add del mod">
          <ac:chgData name="Coiley, Peter" userId="025b827e-c6c5-41fe-831e-7f0eb6b6a8cc" providerId="ADAL" clId="{17070012-7F5C-4A5F-828F-914BEDF476DD}" dt="2020-12-24T14:56:21.020" v="222"/>
          <ac:spMkLst>
            <pc:docMk/>
            <pc:sldMk cId="2507643016" sldId="379"/>
            <ac:spMk id="18" creationId="{3094DDA8-B0FE-44D6-BFCD-454E68EBBE6F}"/>
          </ac:spMkLst>
        </pc:spChg>
        <pc:spChg chg="add del mod">
          <ac:chgData name="Coiley, Peter" userId="025b827e-c6c5-41fe-831e-7f0eb6b6a8cc" providerId="ADAL" clId="{17070012-7F5C-4A5F-828F-914BEDF476DD}" dt="2020-12-24T14:56:21.020" v="222"/>
          <ac:spMkLst>
            <pc:docMk/>
            <pc:sldMk cId="2507643016" sldId="379"/>
            <ac:spMk id="19" creationId="{36331057-4C94-4B8B-94F8-8AF5980F5A1B}"/>
          </ac:spMkLst>
        </pc:spChg>
        <pc:spChg chg="add del mod">
          <ac:chgData name="Coiley, Peter" userId="025b827e-c6c5-41fe-831e-7f0eb6b6a8cc" providerId="ADAL" clId="{17070012-7F5C-4A5F-828F-914BEDF476DD}" dt="2020-12-24T14:56:21.020" v="222"/>
          <ac:spMkLst>
            <pc:docMk/>
            <pc:sldMk cId="2507643016" sldId="379"/>
            <ac:spMk id="20" creationId="{43034A59-C569-45DF-B89D-D5D09B67C8D2}"/>
          </ac:spMkLst>
        </pc:spChg>
        <pc:spChg chg="add del mod">
          <ac:chgData name="Coiley, Peter" userId="025b827e-c6c5-41fe-831e-7f0eb6b6a8cc" providerId="ADAL" clId="{17070012-7F5C-4A5F-828F-914BEDF476DD}" dt="2020-12-24T14:56:21.020" v="222"/>
          <ac:spMkLst>
            <pc:docMk/>
            <pc:sldMk cId="2507643016" sldId="379"/>
            <ac:spMk id="21" creationId="{D6EF17EF-7B2B-4D43-831B-0A6BED6F5F24}"/>
          </ac:spMkLst>
        </pc:spChg>
        <pc:spChg chg="add mod">
          <ac:chgData name="Coiley, Peter" userId="025b827e-c6c5-41fe-831e-7f0eb6b6a8cc" providerId="ADAL" clId="{17070012-7F5C-4A5F-828F-914BEDF476DD}" dt="2020-12-24T14:57:06.667" v="276" actId="571"/>
          <ac:spMkLst>
            <pc:docMk/>
            <pc:sldMk cId="2507643016" sldId="379"/>
            <ac:spMk id="22" creationId="{21DD3823-BCCD-4305-80F1-997E365EE7C4}"/>
          </ac:spMkLst>
        </pc:spChg>
        <pc:spChg chg="add mod">
          <ac:chgData name="Coiley, Peter" userId="025b827e-c6c5-41fe-831e-7f0eb6b6a8cc" providerId="ADAL" clId="{17070012-7F5C-4A5F-828F-914BEDF476DD}" dt="2020-12-24T15:20:31.272" v="992" actId="207"/>
          <ac:spMkLst>
            <pc:docMk/>
            <pc:sldMk cId="2507643016" sldId="379"/>
            <ac:spMk id="23" creationId="{ED903ADA-F670-49F4-B376-D6EE47730887}"/>
          </ac:spMkLst>
        </pc:spChg>
        <pc:spChg chg="add mod">
          <ac:chgData name="Coiley, Peter" userId="025b827e-c6c5-41fe-831e-7f0eb6b6a8cc" providerId="ADAL" clId="{17070012-7F5C-4A5F-828F-914BEDF476DD}" dt="2020-12-24T15:20:31.272" v="992" actId="207"/>
          <ac:spMkLst>
            <pc:docMk/>
            <pc:sldMk cId="2507643016" sldId="379"/>
            <ac:spMk id="24" creationId="{144B5FC0-6381-4BD6-B91E-D4499D16CF19}"/>
          </ac:spMkLst>
        </pc:spChg>
        <pc:spChg chg="add del mod topLvl modCrop">
          <ac:chgData name="Coiley, Peter" userId="025b827e-c6c5-41fe-831e-7f0eb6b6a8cc" providerId="ADAL" clId="{17070012-7F5C-4A5F-828F-914BEDF476DD}" dt="2020-12-24T15:08:44.118" v="709" actId="1036"/>
          <ac:spMkLst>
            <pc:docMk/>
            <pc:sldMk cId="2507643016" sldId="379"/>
            <ac:spMk id="26" creationId="{DFB47811-CAB6-4C3F-88A1-67AC2830D07A}"/>
          </ac:spMkLst>
        </pc:spChg>
        <pc:spChg chg="del mod topLvl">
          <ac:chgData name="Coiley, Peter" userId="025b827e-c6c5-41fe-831e-7f0eb6b6a8cc" providerId="ADAL" clId="{17070012-7F5C-4A5F-828F-914BEDF476DD}" dt="2020-12-24T15:05:31.501" v="635" actId="478"/>
          <ac:spMkLst>
            <pc:docMk/>
            <pc:sldMk cId="2507643016" sldId="379"/>
            <ac:spMk id="27" creationId="{EC8EC9A2-A218-4933-8380-C3A6327EBFF6}"/>
          </ac:spMkLst>
        </pc:spChg>
        <pc:spChg chg="add mod">
          <ac:chgData name="Coiley, Peter" userId="025b827e-c6c5-41fe-831e-7f0eb6b6a8cc" providerId="ADAL" clId="{17070012-7F5C-4A5F-828F-914BEDF476DD}" dt="2020-12-24T15:15:51.331" v="950" actId="1076"/>
          <ac:spMkLst>
            <pc:docMk/>
            <pc:sldMk cId="2507643016" sldId="379"/>
            <ac:spMk id="28" creationId="{12883067-231E-40A4-9C68-7A01FE88B364}"/>
          </ac:spMkLst>
        </pc:spChg>
        <pc:spChg chg="add mod">
          <ac:chgData name="Coiley, Peter" userId="025b827e-c6c5-41fe-831e-7f0eb6b6a8cc" providerId="ADAL" clId="{17070012-7F5C-4A5F-828F-914BEDF476DD}" dt="2020-12-24T15:21:14.644" v="1022" actId="14100"/>
          <ac:spMkLst>
            <pc:docMk/>
            <pc:sldMk cId="2507643016" sldId="379"/>
            <ac:spMk id="34" creationId="{DC4DF46F-F384-4316-AAFB-ABC3B70B17C8}"/>
          </ac:spMkLst>
        </pc:spChg>
        <pc:spChg chg="add del mod">
          <ac:chgData name="Coiley, Peter" userId="025b827e-c6c5-41fe-831e-7f0eb6b6a8cc" providerId="ADAL" clId="{17070012-7F5C-4A5F-828F-914BEDF476DD}" dt="2020-12-24T15:39:39.758" v="1367"/>
          <ac:spMkLst>
            <pc:docMk/>
            <pc:sldMk cId="2507643016" sldId="379"/>
            <ac:spMk id="35" creationId="{F7F46665-259D-42A1-9BD5-4595773837BC}"/>
          </ac:spMkLst>
        </pc:spChg>
        <pc:grpChg chg="add del mod">
          <ac:chgData name="Coiley, Peter" userId="025b827e-c6c5-41fe-831e-7f0eb6b6a8cc" providerId="ADAL" clId="{17070012-7F5C-4A5F-828F-914BEDF476DD}" dt="2020-12-24T15:05:14.014" v="629" actId="165"/>
          <ac:grpSpMkLst>
            <pc:docMk/>
            <pc:sldMk cId="2507643016" sldId="379"/>
            <ac:grpSpMk id="25" creationId="{88A79B96-84F1-4EC2-AC6E-5B3CE4F1BA80}"/>
          </ac:grpSpMkLst>
        </pc:grpChg>
        <pc:cxnChg chg="add mod">
          <ac:chgData name="Coiley, Peter" userId="025b827e-c6c5-41fe-831e-7f0eb6b6a8cc" providerId="ADAL" clId="{17070012-7F5C-4A5F-828F-914BEDF476DD}" dt="2020-12-24T15:20:06.367" v="989" actId="208"/>
          <ac:cxnSpMkLst>
            <pc:docMk/>
            <pc:sldMk cId="2507643016" sldId="379"/>
            <ac:cxnSpMk id="30" creationId="{0B928CB2-50FF-457F-9D3B-227C7091476B}"/>
          </ac:cxnSpMkLst>
        </pc:cxnChg>
        <pc:cxnChg chg="add mod">
          <ac:chgData name="Coiley, Peter" userId="025b827e-c6c5-41fe-831e-7f0eb6b6a8cc" providerId="ADAL" clId="{17070012-7F5C-4A5F-828F-914BEDF476DD}" dt="2020-12-24T15:19:30.219" v="985" actId="571"/>
          <ac:cxnSpMkLst>
            <pc:docMk/>
            <pc:sldMk cId="2507643016" sldId="379"/>
            <ac:cxnSpMk id="31" creationId="{E142AC81-A09B-4331-BCE2-69A1EB6C063F}"/>
          </ac:cxnSpMkLst>
        </pc:cxnChg>
        <pc:cxnChg chg="add mod">
          <ac:chgData name="Coiley, Peter" userId="025b827e-c6c5-41fe-831e-7f0eb6b6a8cc" providerId="ADAL" clId="{17070012-7F5C-4A5F-828F-914BEDF476DD}" dt="2020-12-24T15:20:11.016" v="990" actId="571"/>
          <ac:cxnSpMkLst>
            <pc:docMk/>
            <pc:sldMk cId="2507643016" sldId="379"/>
            <ac:cxnSpMk id="33" creationId="{216A761C-F8DB-4C09-AC17-9389817C30BE}"/>
          </ac:cxnSpMkLst>
        </pc:cxnChg>
      </pc:sldChg>
      <pc:sldChg chg="addSp delSp modSp add">
        <pc:chgData name="Coiley, Peter" userId="025b827e-c6c5-41fe-831e-7f0eb6b6a8cc" providerId="ADAL" clId="{17070012-7F5C-4A5F-828F-914BEDF476DD}" dt="2021-01-04T13:12:23.665" v="8160" actId="20577"/>
        <pc:sldMkLst>
          <pc:docMk/>
          <pc:sldMk cId="4091731399" sldId="380"/>
        </pc:sldMkLst>
        <pc:spChg chg="del">
          <ac:chgData name="Coiley, Peter" userId="025b827e-c6c5-41fe-831e-7f0eb6b6a8cc" providerId="ADAL" clId="{17070012-7F5C-4A5F-828F-914BEDF476DD}" dt="2020-12-24T15:27:04.931" v="1098" actId="478"/>
          <ac:spMkLst>
            <pc:docMk/>
            <pc:sldMk cId="4091731399" sldId="380"/>
            <ac:spMk id="9" creationId="{91300BAF-6950-4A5F-9C7C-0DC706B6E771}"/>
          </ac:spMkLst>
        </pc:spChg>
        <pc:spChg chg="add del">
          <ac:chgData name="Coiley, Peter" userId="025b827e-c6c5-41fe-831e-7f0eb6b6a8cc" providerId="ADAL" clId="{17070012-7F5C-4A5F-828F-914BEDF476DD}" dt="2020-12-24T15:27:35.318" v="1102"/>
          <ac:spMkLst>
            <pc:docMk/>
            <pc:sldMk cId="4091731399" sldId="380"/>
            <ac:spMk id="22" creationId="{4C871F18-3444-4030-BE48-FC30E50EA524}"/>
          </ac:spMkLst>
        </pc:spChg>
        <pc:spChg chg="add del">
          <ac:chgData name="Coiley, Peter" userId="025b827e-c6c5-41fe-831e-7f0eb6b6a8cc" providerId="ADAL" clId="{17070012-7F5C-4A5F-828F-914BEDF476DD}" dt="2020-12-24T15:27:35.318" v="1102"/>
          <ac:spMkLst>
            <pc:docMk/>
            <pc:sldMk cId="4091731399" sldId="380"/>
            <ac:spMk id="23" creationId="{5E06BD43-8D1A-4DBF-9331-41068FC08FAA}"/>
          </ac:spMkLst>
        </pc:spChg>
        <pc:spChg chg="add del">
          <ac:chgData name="Coiley, Peter" userId="025b827e-c6c5-41fe-831e-7f0eb6b6a8cc" providerId="ADAL" clId="{17070012-7F5C-4A5F-828F-914BEDF476DD}" dt="2020-12-24T15:27:35.318" v="1102"/>
          <ac:spMkLst>
            <pc:docMk/>
            <pc:sldMk cId="4091731399" sldId="380"/>
            <ac:spMk id="24" creationId="{60738D2C-B7DE-4247-AB6E-85F2817F4B5C}"/>
          </ac:spMkLst>
        </pc:spChg>
        <pc:spChg chg="add del">
          <ac:chgData name="Coiley, Peter" userId="025b827e-c6c5-41fe-831e-7f0eb6b6a8cc" providerId="ADAL" clId="{17070012-7F5C-4A5F-828F-914BEDF476DD}" dt="2020-12-24T15:27:35.318" v="1102"/>
          <ac:spMkLst>
            <pc:docMk/>
            <pc:sldMk cId="4091731399" sldId="380"/>
            <ac:spMk id="25" creationId="{CA589BEA-40ED-4E39-AC6B-E31EFE90C683}"/>
          </ac:spMkLst>
        </pc:spChg>
        <pc:spChg chg="add del">
          <ac:chgData name="Coiley, Peter" userId="025b827e-c6c5-41fe-831e-7f0eb6b6a8cc" providerId="ADAL" clId="{17070012-7F5C-4A5F-828F-914BEDF476DD}" dt="2020-12-24T15:27:35.318" v="1102"/>
          <ac:spMkLst>
            <pc:docMk/>
            <pc:sldMk cId="4091731399" sldId="380"/>
            <ac:spMk id="26" creationId="{942DF397-D1B4-45FC-8BB3-B8959F7F56BA}"/>
          </ac:spMkLst>
        </pc:spChg>
        <pc:spChg chg="add del">
          <ac:chgData name="Coiley, Peter" userId="025b827e-c6c5-41fe-831e-7f0eb6b6a8cc" providerId="ADAL" clId="{17070012-7F5C-4A5F-828F-914BEDF476DD}" dt="2020-12-24T15:27:35.318" v="1102"/>
          <ac:spMkLst>
            <pc:docMk/>
            <pc:sldMk cId="4091731399" sldId="380"/>
            <ac:spMk id="27" creationId="{A880FC3B-6D13-44F1-B482-4E221F14859C}"/>
          </ac:spMkLst>
        </pc:spChg>
        <pc:spChg chg="add del">
          <ac:chgData name="Coiley, Peter" userId="025b827e-c6c5-41fe-831e-7f0eb6b6a8cc" providerId="ADAL" clId="{17070012-7F5C-4A5F-828F-914BEDF476DD}" dt="2020-12-24T15:27:35.318" v="1102"/>
          <ac:spMkLst>
            <pc:docMk/>
            <pc:sldMk cId="4091731399" sldId="380"/>
            <ac:spMk id="28" creationId="{0B030E2B-4862-41B7-BAB2-30710419001B}"/>
          </ac:spMkLst>
        </pc:spChg>
        <pc:spChg chg="add del">
          <ac:chgData name="Coiley, Peter" userId="025b827e-c6c5-41fe-831e-7f0eb6b6a8cc" providerId="ADAL" clId="{17070012-7F5C-4A5F-828F-914BEDF476DD}" dt="2020-12-24T15:27:35.318" v="1102"/>
          <ac:spMkLst>
            <pc:docMk/>
            <pc:sldMk cId="4091731399" sldId="380"/>
            <ac:spMk id="29" creationId="{D18776EF-9C15-4137-B76C-F358337E0440}"/>
          </ac:spMkLst>
        </pc:spChg>
        <pc:spChg chg="add del">
          <ac:chgData name="Coiley, Peter" userId="025b827e-c6c5-41fe-831e-7f0eb6b6a8cc" providerId="ADAL" clId="{17070012-7F5C-4A5F-828F-914BEDF476DD}" dt="2020-12-24T15:27:35.318" v="1102"/>
          <ac:spMkLst>
            <pc:docMk/>
            <pc:sldMk cId="4091731399" sldId="380"/>
            <ac:spMk id="30" creationId="{0B32A31B-A3D7-4365-8A1F-71D450352940}"/>
          </ac:spMkLst>
        </pc:spChg>
        <pc:spChg chg="add del">
          <ac:chgData name="Coiley, Peter" userId="025b827e-c6c5-41fe-831e-7f0eb6b6a8cc" providerId="ADAL" clId="{17070012-7F5C-4A5F-828F-914BEDF476DD}" dt="2020-12-24T15:27:35.318" v="1102"/>
          <ac:spMkLst>
            <pc:docMk/>
            <pc:sldMk cId="4091731399" sldId="380"/>
            <ac:spMk id="31" creationId="{0D5745FD-5546-4DD3-BA79-8D124C04A241}"/>
          </ac:spMkLst>
        </pc:spChg>
        <pc:spChg chg="mod">
          <ac:chgData name="Coiley, Peter" userId="025b827e-c6c5-41fe-831e-7f0eb6b6a8cc" providerId="ADAL" clId="{17070012-7F5C-4A5F-828F-914BEDF476DD}" dt="2020-12-24T15:26:47.722" v="1094"/>
          <ac:spMkLst>
            <pc:docMk/>
            <pc:sldMk cId="4091731399" sldId="380"/>
            <ac:spMk id="34" creationId="{C560C772-E0A0-4F1E-92F1-CA076CC5FF28}"/>
          </ac:spMkLst>
        </pc:spChg>
        <pc:spChg chg="mod">
          <ac:chgData name="Coiley, Peter" userId="025b827e-c6c5-41fe-831e-7f0eb6b6a8cc" providerId="ADAL" clId="{17070012-7F5C-4A5F-828F-914BEDF476DD}" dt="2020-12-24T15:28:33.225" v="1150" actId="5793"/>
          <ac:spMkLst>
            <pc:docMk/>
            <pc:sldMk cId="4091731399" sldId="380"/>
            <ac:spMk id="35" creationId="{D78A4532-4F35-4A82-9450-DB30BE776903}"/>
          </ac:spMkLst>
        </pc:spChg>
        <pc:spChg chg="del">
          <ac:chgData name="Coiley, Peter" userId="025b827e-c6c5-41fe-831e-7f0eb6b6a8cc" providerId="ADAL" clId="{17070012-7F5C-4A5F-828F-914BEDF476DD}" dt="2020-12-24T15:27:04.931" v="1098" actId="478"/>
          <ac:spMkLst>
            <pc:docMk/>
            <pc:sldMk cId="4091731399" sldId="380"/>
            <ac:spMk id="40" creationId="{3E5E7AF3-69B6-4CBC-8A54-BE931BEB492C}"/>
          </ac:spMkLst>
        </pc:spChg>
        <pc:spChg chg="del">
          <ac:chgData name="Coiley, Peter" userId="025b827e-c6c5-41fe-831e-7f0eb6b6a8cc" providerId="ADAL" clId="{17070012-7F5C-4A5F-828F-914BEDF476DD}" dt="2020-12-24T15:27:04.931" v="1098" actId="478"/>
          <ac:spMkLst>
            <pc:docMk/>
            <pc:sldMk cId="4091731399" sldId="380"/>
            <ac:spMk id="41" creationId="{BD9DC61E-B173-4EFE-BA4F-C5ED17EEF922}"/>
          </ac:spMkLst>
        </pc:spChg>
        <pc:spChg chg="del">
          <ac:chgData name="Coiley, Peter" userId="025b827e-c6c5-41fe-831e-7f0eb6b6a8cc" providerId="ADAL" clId="{17070012-7F5C-4A5F-828F-914BEDF476DD}" dt="2020-12-24T15:27:04.931" v="1098" actId="478"/>
          <ac:spMkLst>
            <pc:docMk/>
            <pc:sldMk cId="4091731399" sldId="380"/>
            <ac:spMk id="42" creationId="{422C0819-D992-48B2-BA4C-96E22AF4C6ED}"/>
          </ac:spMkLst>
        </pc:spChg>
        <pc:spChg chg="del">
          <ac:chgData name="Coiley, Peter" userId="025b827e-c6c5-41fe-831e-7f0eb6b6a8cc" providerId="ADAL" clId="{17070012-7F5C-4A5F-828F-914BEDF476DD}" dt="2020-12-24T15:27:04.931" v="1098" actId="478"/>
          <ac:spMkLst>
            <pc:docMk/>
            <pc:sldMk cId="4091731399" sldId="380"/>
            <ac:spMk id="43" creationId="{736663C2-5216-4A5E-901B-7AE76A4B37BC}"/>
          </ac:spMkLst>
        </pc:spChg>
        <pc:spChg chg="del">
          <ac:chgData name="Coiley, Peter" userId="025b827e-c6c5-41fe-831e-7f0eb6b6a8cc" providerId="ADAL" clId="{17070012-7F5C-4A5F-828F-914BEDF476DD}" dt="2020-12-24T15:27:04.931" v="1098" actId="478"/>
          <ac:spMkLst>
            <pc:docMk/>
            <pc:sldMk cId="4091731399" sldId="380"/>
            <ac:spMk id="44" creationId="{34671076-8AC7-4CBC-B045-C8BD0F68A5FC}"/>
          </ac:spMkLst>
        </pc:spChg>
        <pc:spChg chg="del">
          <ac:chgData name="Coiley, Peter" userId="025b827e-c6c5-41fe-831e-7f0eb6b6a8cc" providerId="ADAL" clId="{17070012-7F5C-4A5F-828F-914BEDF476DD}" dt="2020-12-24T15:27:04.931" v="1098" actId="478"/>
          <ac:spMkLst>
            <pc:docMk/>
            <pc:sldMk cId="4091731399" sldId="380"/>
            <ac:spMk id="45" creationId="{7CFE50FD-60E0-40F4-8C03-BDF64A331191}"/>
          </ac:spMkLst>
        </pc:spChg>
        <pc:spChg chg="del mod">
          <ac:chgData name="Coiley, Peter" userId="025b827e-c6c5-41fe-831e-7f0eb6b6a8cc" providerId="ADAL" clId="{17070012-7F5C-4A5F-828F-914BEDF476DD}" dt="2020-12-24T15:27:04.931" v="1098" actId="478"/>
          <ac:spMkLst>
            <pc:docMk/>
            <pc:sldMk cId="4091731399" sldId="380"/>
            <ac:spMk id="46" creationId="{558FB41E-37EA-47D0-9169-872232AAF397}"/>
          </ac:spMkLst>
        </pc:spChg>
        <pc:spChg chg="add mod">
          <ac:chgData name="Coiley, Peter" userId="025b827e-c6c5-41fe-831e-7f0eb6b6a8cc" providerId="ADAL" clId="{17070012-7F5C-4A5F-828F-914BEDF476DD}" dt="2020-12-24T15:31:41.308" v="1167" actId="403"/>
          <ac:spMkLst>
            <pc:docMk/>
            <pc:sldMk cId="4091731399" sldId="380"/>
            <ac:spMk id="48" creationId="{D0FC2B95-6069-4308-8243-F9C65CCB7BFA}"/>
          </ac:spMkLst>
        </pc:spChg>
        <pc:spChg chg="add mod">
          <ac:chgData name="Coiley, Peter" userId="025b827e-c6c5-41fe-831e-7f0eb6b6a8cc" providerId="ADAL" clId="{17070012-7F5C-4A5F-828F-914BEDF476DD}" dt="2020-12-24T15:31:34.760" v="1166" actId="403"/>
          <ac:spMkLst>
            <pc:docMk/>
            <pc:sldMk cId="4091731399" sldId="380"/>
            <ac:spMk id="49" creationId="{D34C1D5E-6708-4AD0-81F2-8D1AF843DC99}"/>
          </ac:spMkLst>
        </pc:spChg>
        <pc:spChg chg="add mod">
          <ac:chgData name="Coiley, Peter" userId="025b827e-c6c5-41fe-831e-7f0eb6b6a8cc" providerId="ADAL" clId="{17070012-7F5C-4A5F-828F-914BEDF476DD}" dt="2020-12-24T15:31:41.308" v="1167" actId="403"/>
          <ac:spMkLst>
            <pc:docMk/>
            <pc:sldMk cId="4091731399" sldId="380"/>
            <ac:spMk id="50" creationId="{DEFEDE40-44FE-404B-845B-A7D05F43E45D}"/>
          </ac:spMkLst>
        </pc:spChg>
        <pc:spChg chg="add mod">
          <ac:chgData name="Coiley, Peter" userId="025b827e-c6c5-41fe-831e-7f0eb6b6a8cc" providerId="ADAL" clId="{17070012-7F5C-4A5F-828F-914BEDF476DD}" dt="2020-12-24T15:31:41.308" v="1167" actId="403"/>
          <ac:spMkLst>
            <pc:docMk/>
            <pc:sldMk cId="4091731399" sldId="380"/>
            <ac:spMk id="51" creationId="{913554AA-8745-4058-87BD-81385747F507}"/>
          </ac:spMkLst>
        </pc:spChg>
        <pc:spChg chg="add mod">
          <ac:chgData name="Coiley, Peter" userId="025b827e-c6c5-41fe-831e-7f0eb6b6a8cc" providerId="ADAL" clId="{17070012-7F5C-4A5F-828F-914BEDF476DD}" dt="2020-12-24T15:31:41.308" v="1167" actId="403"/>
          <ac:spMkLst>
            <pc:docMk/>
            <pc:sldMk cId="4091731399" sldId="380"/>
            <ac:spMk id="52" creationId="{73D8F873-5FAD-4153-BE6E-0454AE971601}"/>
          </ac:spMkLst>
        </pc:spChg>
        <pc:spChg chg="add mod">
          <ac:chgData name="Coiley, Peter" userId="025b827e-c6c5-41fe-831e-7f0eb6b6a8cc" providerId="ADAL" clId="{17070012-7F5C-4A5F-828F-914BEDF476DD}" dt="2020-12-24T15:31:41.308" v="1167" actId="403"/>
          <ac:spMkLst>
            <pc:docMk/>
            <pc:sldMk cId="4091731399" sldId="380"/>
            <ac:spMk id="53" creationId="{FAB1CB04-CA44-4C6E-8805-99095400F7E4}"/>
          </ac:spMkLst>
        </pc:spChg>
        <pc:spChg chg="add mod">
          <ac:chgData name="Coiley, Peter" userId="025b827e-c6c5-41fe-831e-7f0eb6b6a8cc" providerId="ADAL" clId="{17070012-7F5C-4A5F-828F-914BEDF476DD}" dt="2020-12-24T15:31:41.308" v="1167" actId="403"/>
          <ac:spMkLst>
            <pc:docMk/>
            <pc:sldMk cId="4091731399" sldId="380"/>
            <ac:spMk id="54" creationId="{3B46935C-6509-4A46-9458-D327B05B0853}"/>
          </ac:spMkLst>
        </pc:spChg>
        <pc:spChg chg="add mod">
          <ac:chgData name="Coiley, Peter" userId="025b827e-c6c5-41fe-831e-7f0eb6b6a8cc" providerId="ADAL" clId="{17070012-7F5C-4A5F-828F-914BEDF476DD}" dt="2020-12-24T15:31:41.308" v="1167" actId="403"/>
          <ac:spMkLst>
            <pc:docMk/>
            <pc:sldMk cId="4091731399" sldId="380"/>
            <ac:spMk id="55" creationId="{60F95756-B23D-4FBD-AC1F-4D2930C39319}"/>
          </ac:spMkLst>
        </pc:spChg>
        <pc:spChg chg="add mod">
          <ac:chgData name="Coiley, Peter" userId="025b827e-c6c5-41fe-831e-7f0eb6b6a8cc" providerId="ADAL" clId="{17070012-7F5C-4A5F-828F-914BEDF476DD}" dt="2021-01-04T13:12:23.665" v="8160" actId="20577"/>
          <ac:spMkLst>
            <pc:docMk/>
            <pc:sldMk cId="4091731399" sldId="380"/>
            <ac:spMk id="56" creationId="{C97B9060-9C9F-4664-BD85-BCDF2AF69526}"/>
          </ac:spMkLst>
        </pc:spChg>
        <pc:spChg chg="add mod">
          <ac:chgData name="Coiley, Peter" userId="025b827e-c6c5-41fe-831e-7f0eb6b6a8cc" providerId="ADAL" clId="{17070012-7F5C-4A5F-828F-914BEDF476DD}" dt="2020-12-24T15:31:41.894" v="1168" actId="14100"/>
          <ac:spMkLst>
            <pc:docMk/>
            <pc:sldMk cId="4091731399" sldId="380"/>
            <ac:spMk id="57" creationId="{F08C8187-29A4-4A78-A407-83FF10DB0CAA}"/>
          </ac:spMkLst>
        </pc:spChg>
        <pc:spChg chg="add mod">
          <ac:chgData name="Coiley, Peter" userId="025b827e-c6c5-41fe-831e-7f0eb6b6a8cc" providerId="ADAL" clId="{17070012-7F5C-4A5F-828F-914BEDF476DD}" dt="2020-12-24T15:30:48.905" v="1157" actId="571"/>
          <ac:spMkLst>
            <pc:docMk/>
            <pc:sldMk cId="4091731399" sldId="380"/>
            <ac:spMk id="58" creationId="{C3A3F7EE-B5D2-4C22-A62D-5EC080A74C62}"/>
          </ac:spMkLst>
        </pc:spChg>
        <pc:spChg chg="add mod">
          <ac:chgData name="Coiley, Peter" userId="025b827e-c6c5-41fe-831e-7f0eb6b6a8cc" providerId="ADAL" clId="{17070012-7F5C-4A5F-828F-914BEDF476DD}" dt="2020-12-24T15:30:48.905" v="1157" actId="571"/>
          <ac:spMkLst>
            <pc:docMk/>
            <pc:sldMk cId="4091731399" sldId="380"/>
            <ac:spMk id="59" creationId="{90811CF2-0C13-4F2D-949E-E984329B35EB}"/>
          </ac:spMkLst>
        </pc:spChg>
        <pc:spChg chg="mod">
          <ac:chgData name="Coiley, Peter" userId="025b827e-c6c5-41fe-831e-7f0eb6b6a8cc" providerId="ADAL" clId="{17070012-7F5C-4A5F-828F-914BEDF476DD}" dt="2020-12-24T15:28:09.520" v="1149" actId="20577"/>
          <ac:spMkLst>
            <pc:docMk/>
            <pc:sldMk cId="4091731399" sldId="380"/>
            <ac:spMk id="78" creationId="{1E906DC6-E92D-48B2-B43B-E4F5C4AED758}"/>
          </ac:spMkLst>
        </pc:spChg>
        <pc:graphicFrameChg chg="add del">
          <ac:chgData name="Coiley, Peter" userId="025b827e-c6c5-41fe-831e-7f0eb6b6a8cc" providerId="ADAL" clId="{17070012-7F5C-4A5F-828F-914BEDF476DD}" dt="2020-12-24T15:27:35.318" v="1102"/>
          <ac:graphicFrameMkLst>
            <pc:docMk/>
            <pc:sldMk cId="4091731399" sldId="380"/>
            <ac:graphicFrameMk id="21" creationId="{15CE19DA-5AC8-44F8-BFBE-6B850C9B45C5}"/>
          </ac:graphicFrameMkLst>
        </pc:graphicFrameChg>
        <pc:graphicFrameChg chg="add mod">
          <ac:chgData name="Coiley, Peter" userId="025b827e-c6c5-41fe-831e-7f0eb6b6a8cc" providerId="ADAL" clId="{17070012-7F5C-4A5F-828F-914BEDF476DD}" dt="2020-12-24T15:31:34.760" v="1166" actId="403"/>
          <ac:graphicFrameMkLst>
            <pc:docMk/>
            <pc:sldMk cId="4091731399" sldId="380"/>
            <ac:graphicFrameMk id="47" creationId="{6FC48DFB-E4EA-4358-AA58-3CB8576DB87E}"/>
          </ac:graphicFrameMkLst>
        </pc:graphicFrameChg>
        <pc:picChg chg="del">
          <ac:chgData name="Coiley, Peter" userId="025b827e-c6c5-41fe-831e-7f0eb6b6a8cc" providerId="ADAL" clId="{17070012-7F5C-4A5F-828F-914BEDF476DD}" dt="2020-12-24T15:27:04.931" v="1098" actId="478"/>
          <ac:picMkLst>
            <pc:docMk/>
            <pc:sldMk cId="4091731399" sldId="380"/>
            <ac:picMk id="32" creationId="{556AAA69-AAD8-4B23-A3CD-E9B71C073362}"/>
          </ac:picMkLst>
        </pc:picChg>
        <pc:picChg chg="del">
          <ac:chgData name="Coiley, Peter" userId="025b827e-c6c5-41fe-831e-7f0eb6b6a8cc" providerId="ADAL" clId="{17070012-7F5C-4A5F-828F-914BEDF476DD}" dt="2020-12-24T15:27:04.931" v="1098" actId="478"/>
          <ac:picMkLst>
            <pc:docMk/>
            <pc:sldMk cId="4091731399" sldId="380"/>
            <ac:picMk id="33" creationId="{D5AAA7FE-FA47-4141-B6B5-6459B346C800}"/>
          </ac:picMkLst>
        </pc:picChg>
        <pc:picChg chg="del">
          <ac:chgData name="Coiley, Peter" userId="025b827e-c6c5-41fe-831e-7f0eb6b6a8cc" providerId="ADAL" clId="{17070012-7F5C-4A5F-828F-914BEDF476DD}" dt="2020-12-24T15:27:04.931" v="1098" actId="478"/>
          <ac:picMkLst>
            <pc:docMk/>
            <pc:sldMk cId="4091731399" sldId="380"/>
            <ac:picMk id="38" creationId="{E63A5D14-03B2-4CA1-8B11-7B1108A0DCEC}"/>
          </ac:picMkLst>
        </pc:picChg>
        <pc:picChg chg="del">
          <ac:chgData name="Coiley, Peter" userId="025b827e-c6c5-41fe-831e-7f0eb6b6a8cc" providerId="ADAL" clId="{17070012-7F5C-4A5F-828F-914BEDF476DD}" dt="2020-12-24T15:27:04.931" v="1098" actId="478"/>
          <ac:picMkLst>
            <pc:docMk/>
            <pc:sldMk cId="4091731399" sldId="380"/>
            <ac:picMk id="39" creationId="{BE0B9AC2-EB88-4F2E-BCFD-8C3AF89FA158}"/>
          </ac:picMkLst>
        </pc:picChg>
        <pc:cxnChg chg="del">
          <ac:chgData name="Coiley, Peter" userId="025b827e-c6c5-41fe-831e-7f0eb6b6a8cc" providerId="ADAL" clId="{17070012-7F5C-4A5F-828F-914BEDF476DD}" dt="2020-12-24T15:27:04.931" v="1098" actId="478"/>
          <ac:cxnSpMkLst>
            <pc:docMk/>
            <pc:sldMk cId="4091731399" sldId="380"/>
            <ac:cxnSpMk id="36" creationId="{6888DC91-8955-4685-9760-83E7317CDF25}"/>
          </ac:cxnSpMkLst>
        </pc:cxnChg>
        <pc:cxnChg chg="del">
          <ac:chgData name="Coiley, Peter" userId="025b827e-c6c5-41fe-831e-7f0eb6b6a8cc" providerId="ADAL" clId="{17070012-7F5C-4A5F-828F-914BEDF476DD}" dt="2020-12-24T15:27:04.931" v="1098" actId="478"/>
          <ac:cxnSpMkLst>
            <pc:docMk/>
            <pc:sldMk cId="4091731399" sldId="380"/>
            <ac:cxnSpMk id="37" creationId="{2823A766-90BA-4422-A6A8-3CD1D59FEE2D}"/>
          </ac:cxnSpMkLst>
        </pc:cxnChg>
      </pc:sldChg>
      <pc:sldChg chg="addSp delSp modSp add ord">
        <pc:chgData name="Coiley, Peter" userId="025b827e-c6c5-41fe-831e-7f0eb6b6a8cc" providerId="ADAL" clId="{17070012-7F5C-4A5F-828F-914BEDF476DD}" dt="2021-01-21T22:46:52.989" v="20097" actId="20577"/>
        <pc:sldMkLst>
          <pc:docMk/>
          <pc:sldMk cId="429395174" sldId="381"/>
        </pc:sldMkLst>
        <pc:spChg chg="del">
          <ac:chgData name="Coiley, Peter" userId="025b827e-c6c5-41fe-831e-7f0eb6b6a8cc" providerId="ADAL" clId="{17070012-7F5C-4A5F-828F-914BEDF476DD}" dt="2020-12-24T15:35:10.627" v="1237" actId="478"/>
          <ac:spMkLst>
            <pc:docMk/>
            <pc:sldMk cId="429395174" sldId="381"/>
            <ac:spMk id="9" creationId="{91300BAF-6950-4A5F-9C7C-0DC706B6E771}"/>
          </ac:spMkLst>
        </pc:spChg>
        <pc:spChg chg="add mod">
          <ac:chgData name="Coiley, Peter" userId="025b827e-c6c5-41fe-831e-7f0eb6b6a8cc" providerId="ADAL" clId="{17070012-7F5C-4A5F-828F-914BEDF476DD}" dt="2021-01-04T13:13:53.136" v="8175" actId="404"/>
          <ac:spMkLst>
            <pc:docMk/>
            <pc:sldMk cId="429395174" sldId="381"/>
            <ac:spMk id="21" creationId="{01B4F071-8BDB-4CAB-8FFC-DA631A5DE54C}"/>
          </ac:spMkLst>
        </pc:spChg>
        <pc:spChg chg="add mod">
          <ac:chgData name="Coiley, Peter" userId="025b827e-c6c5-41fe-831e-7f0eb6b6a8cc" providerId="ADAL" clId="{17070012-7F5C-4A5F-828F-914BEDF476DD}" dt="2021-01-04T13:13:58.654" v="8176" actId="20577"/>
          <ac:spMkLst>
            <pc:docMk/>
            <pc:sldMk cId="429395174" sldId="381"/>
            <ac:spMk id="22" creationId="{4DF51181-E7D4-4FC8-A3BD-9C487F61BCA4}"/>
          </ac:spMkLst>
        </pc:spChg>
        <pc:spChg chg="add mod">
          <ac:chgData name="Coiley, Peter" userId="025b827e-c6c5-41fe-831e-7f0eb6b6a8cc" providerId="ADAL" clId="{17070012-7F5C-4A5F-828F-914BEDF476DD}" dt="2021-01-04T13:13:53.136" v="8175" actId="404"/>
          <ac:spMkLst>
            <pc:docMk/>
            <pc:sldMk cId="429395174" sldId="381"/>
            <ac:spMk id="23" creationId="{E4E02C66-09B5-41D4-A622-C9C68ED668B8}"/>
          </ac:spMkLst>
        </pc:spChg>
        <pc:spChg chg="add mod">
          <ac:chgData name="Coiley, Peter" userId="025b827e-c6c5-41fe-831e-7f0eb6b6a8cc" providerId="ADAL" clId="{17070012-7F5C-4A5F-828F-914BEDF476DD}" dt="2021-01-04T13:13:53.136" v="8175" actId="404"/>
          <ac:spMkLst>
            <pc:docMk/>
            <pc:sldMk cId="429395174" sldId="381"/>
            <ac:spMk id="24" creationId="{F3C9C297-C361-4858-BB21-0A37D6808827}"/>
          </ac:spMkLst>
        </pc:spChg>
        <pc:spChg chg="mod">
          <ac:chgData name="Coiley, Peter" userId="025b827e-c6c5-41fe-831e-7f0eb6b6a8cc" providerId="ADAL" clId="{17070012-7F5C-4A5F-828F-914BEDF476DD}" dt="2021-01-21T22:46:52.989" v="20097" actId="20577"/>
          <ac:spMkLst>
            <pc:docMk/>
            <pc:sldMk cId="429395174" sldId="381"/>
            <ac:spMk id="34" creationId="{C560C772-E0A0-4F1E-92F1-CA076CC5FF28}"/>
          </ac:spMkLst>
        </pc:spChg>
        <pc:spChg chg="mod">
          <ac:chgData name="Coiley, Peter" userId="025b827e-c6c5-41fe-831e-7f0eb6b6a8cc" providerId="ADAL" clId="{17070012-7F5C-4A5F-828F-914BEDF476DD}" dt="2021-01-20T15:00:15.203" v="17616" actId="20577"/>
          <ac:spMkLst>
            <pc:docMk/>
            <pc:sldMk cId="429395174" sldId="381"/>
            <ac:spMk id="35" creationId="{D78A4532-4F35-4A82-9450-DB30BE776903}"/>
          </ac:spMkLst>
        </pc:spChg>
        <pc:spChg chg="del mod">
          <ac:chgData name="Coiley, Peter" userId="025b827e-c6c5-41fe-831e-7f0eb6b6a8cc" providerId="ADAL" clId="{17070012-7F5C-4A5F-828F-914BEDF476DD}" dt="2020-12-24T15:35:15.281" v="1239" actId="478"/>
          <ac:spMkLst>
            <pc:docMk/>
            <pc:sldMk cId="429395174" sldId="381"/>
            <ac:spMk id="40" creationId="{3E5E7AF3-69B6-4CBC-8A54-BE931BEB492C}"/>
          </ac:spMkLst>
        </pc:spChg>
        <pc:spChg chg="del">
          <ac:chgData name="Coiley, Peter" userId="025b827e-c6c5-41fe-831e-7f0eb6b6a8cc" providerId="ADAL" clId="{17070012-7F5C-4A5F-828F-914BEDF476DD}" dt="2020-12-24T15:35:20.552" v="1240" actId="478"/>
          <ac:spMkLst>
            <pc:docMk/>
            <pc:sldMk cId="429395174" sldId="381"/>
            <ac:spMk id="41" creationId="{BD9DC61E-B173-4EFE-BA4F-C5ED17EEF922}"/>
          </ac:spMkLst>
        </pc:spChg>
        <pc:spChg chg="del">
          <ac:chgData name="Coiley, Peter" userId="025b827e-c6c5-41fe-831e-7f0eb6b6a8cc" providerId="ADAL" clId="{17070012-7F5C-4A5F-828F-914BEDF476DD}" dt="2020-12-24T15:35:20.552" v="1240" actId="478"/>
          <ac:spMkLst>
            <pc:docMk/>
            <pc:sldMk cId="429395174" sldId="381"/>
            <ac:spMk id="42" creationId="{422C0819-D992-48B2-BA4C-96E22AF4C6ED}"/>
          </ac:spMkLst>
        </pc:spChg>
        <pc:spChg chg="del">
          <ac:chgData name="Coiley, Peter" userId="025b827e-c6c5-41fe-831e-7f0eb6b6a8cc" providerId="ADAL" clId="{17070012-7F5C-4A5F-828F-914BEDF476DD}" dt="2020-12-24T15:35:20.552" v="1240" actId="478"/>
          <ac:spMkLst>
            <pc:docMk/>
            <pc:sldMk cId="429395174" sldId="381"/>
            <ac:spMk id="43" creationId="{736663C2-5216-4A5E-901B-7AE76A4B37BC}"/>
          </ac:spMkLst>
        </pc:spChg>
        <pc:spChg chg="del">
          <ac:chgData name="Coiley, Peter" userId="025b827e-c6c5-41fe-831e-7f0eb6b6a8cc" providerId="ADAL" clId="{17070012-7F5C-4A5F-828F-914BEDF476DD}" dt="2020-12-24T15:35:20.552" v="1240" actId="478"/>
          <ac:spMkLst>
            <pc:docMk/>
            <pc:sldMk cId="429395174" sldId="381"/>
            <ac:spMk id="44" creationId="{34671076-8AC7-4CBC-B045-C8BD0F68A5FC}"/>
          </ac:spMkLst>
        </pc:spChg>
        <pc:spChg chg="del">
          <ac:chgData name="Coiley, Peter" userId="025b827e-c6c5-41fe-831e-7f0eb6b6a8cc" providerId="ADAL" clId="{17070012-7F5C-4A5F-828F-914BEDF476DD}" dt="2020-12-24T15:35:20.552" v="1240" actId="478"/>
          <ac:spMkLst>
            <pc:docMk/>
            <pc:sldMk cId="429395174" sldId="381"/>
            <ac:spMk id="45" creationId="{7CFE50FD-60E0-40F4-8C03-BDF64A331191}"/>
          </ac:spMkLst>
        </pc:spChg>
        <pc:spChg chg="del">
          <ac:chgData name="Coiley, Peter" userId="025b827e-c6c5-41fe-831e-7f0eb6b6a8cc" providerId="ADAL" clId="{17070012-7F5C-4A5F-828F-914BEDF476DD}" dt="2020-12-24T15:35:06.367" v="1236" actId="478"/>
          <ac:spMkLst>
            <pc:docMk/>
            <pc:sldMk cId="429395174" sldId="381"/>
            <ac:spMk id="46" creationId="{558FB41E-37EA-47D0-9169-872232AAF397}"/>
          </ac:spMkLst>
        </pc:spChg>
        <pc:spChg chg="mod">
          <ac:chgData name="Coiley, Peter" userId="025b827e-c6c5-41fe-831e-7f0eb6b6a8cc" providerId="ADAL" clId="{17070012-7F5C-4A5F-828F-914BEDF476DD}" dt="2020-12-24T15:34:01.581" v="1206" actId="20577"/>
          <ac:spMkLst>
            <pc:docMk/>
            <pc:sldMk cId="429395174" sldId="381"/>
            <ac:spMk id="78" creationId="{1E906DC6-E92D-48B2-B43B-E4F5C4AED758}"/>
          </ac:spMkLst>
        </pc:spChg>
        <pc:picChg chg="del">
          <ac:chgData name="Coiley, Peter" userId="025b827e-c6c5-41fe-831e-7f0eb6b6a8cc" providerId="ADAL" clId="{17070012-7F5C-4A5F-828F-914BEDF476DD}" dt="2020-12-24T15:35:20.552" v="1240" actId="478"/>
          <ac:picMkLst>
            <pc:docMk/>
            <pc:sldMk cId="429395174" sldId="381"/>
            <ac:picMk id="32" creationId="{556AAA69-AAD8-4B23-A3CD-E9B71C073362}"/>
          </ac:picMkLst>
        </pc:picChg>
        <pc:picChg chg="del">
          <ac:chgData name="Coiley, Peter" userId="025b827e-c6c5-41fe-831e-7f0eb6b6a8cc" providerId="ADAL" clId="{17070012-7F5C-4A5F-828F-914BEDF476DD}" dt="2020-12-24T15:35:20.552" v="1240" actId="478"/>
          <ac:picMkLst>
            <pc:docMk/>
            <pc:sldMk cId="429395174" sldId="381"/>
            <ac:picMk id="33" creationId="{D5AAA7FE-FA47-4141-B6B5-6459B346C800}"/>
          </ac:picMkLst>
        </pc:picChg>
        <pc:picChg chg="del">
          <ac:chgData name="Coiley, Peter" userId="025b827e-c6c5-41fe-831e-7f0eb6b6a8cc" providerId="ADAL" clId="{17070012-7F5C-4A5F-828F-914BEDF476DD}" dt="2020-12-24T15:35:20.552" v="1240" actId="478"/>
          <ac:picMkLst>
            <pc:docMk/>
            <pc:sldMk cId="429395174" sldId="381"/>
            <ac:picMk id="38" creationId="{E63A5D14-03B2-4CA1-8B11-7B1108A0DCEC}"/>
          </ac:picMkLst>
        </pc:picChg>
        <pc:picChg chg="del">
          <ac:chgData name="Coiley, Peter" userId="025b827e-c6c5-41fe-831e-7f0eb6b6a8cc" providerId="ADAL" clId="{17070012-7F5C-4A5F-828F-914BEDF476DD}" dt="2020-12-24T15:35:20.552" v="1240" actId="478"/>
          <ac:picMkLst>
            <pc:docMk/>
            <pc:sldMk cId="429395174" sldId="381"/>
            <ac:picMk id="39" creationId="{BE0B9AC2-EB88-4F2E-BCFD-8C3AF89FA158}"/>
          </ac:picMkLst>
        </pc:picChg>
        <pc:cxnChg chg="del">
          <ac:chgData name="Coiley, Peter" userId="025b827e-c6c5-41fe-831e-7f0eb6b6a8cc" providerId="ADAL" clId="{17070012-7F5C-4A5F-828F-914BEDF476DD}" dt="2020-12-24T15:35:20.552" v="1240" actId="478"/>
          <ac:cxnSpMkLst>
            <pc:docMk/>
            <pc:sldMk cId="429395174" sldId="381"/>
            <ac:cxnSpMk id="36" creationId="{6888DC91-8955-4685-9760-83E7317CDF25}"/>
          </ac:cxnSpMkLst>
        </pc:cxnChg>
        <pc:cxnChg chg="del">
          <ac:chgData name="Coiley, Peter" userId="025b827e-c6c5-41fe-831e-7f0eb6b6a8cc" providerId="ADAL" clId="{17070012-7F5C-4A5F-828F-914BEDF476DD}" dt="2020-12-24T15:35:20.552" v="1240" actId="478"/>
          <ac:cxnSpMkLst>
            <pc:docMk/>
            <pc:sldMk cId="429395174" sldId="381"/>
            <ac:cxnSpMk id="37" creationId="{2823A766-90BA-4422-A6A8-3CD1D59FEE2D}"/>
          </ac:cxnSpMkLst>
        </pc:cxnChg>
      </pc:sldChg>
      <pc:sldChg chg="addSp delSp modSp add">
        <pc:chgData name="Coiley, Peter" userId="025b827e-c6c5-41fe-831e-7f0eb6b6a8cc" providerId="ADAL" clId="{17070012-7F5C-4A5F-828F-914BEDF476DD}" dt="2021-01-20T15:01:44.773" v="17742" actId="20577"/>
        <pc:sldMkLst>
          <pc:docMk/>
          <pc:sldMk cId="978937712" sldId="382"/>
        </pc:sldMkLst>
        <pc:spChg chg="add del mod">
          <ac:chgData name="Coiley, Peter" userId="025b827e-c6c5-41fe-831e-7f0eb6b6a8cc" providerId="ADAL" clId="{17070012-7F5C-4A5F-828F-914BEDF476DD}" dt="2020-12-24T15:39:44.985" v="1369" actId="478"/>
          <ac:spMkLst>
            <pc:docMk/>
            <pc:sldMk cId="978937712" sldId="382"/>
            <ac:spMk id="7" creationId="{376E9AAF-50E8-4009-9DFB-52E320668DBF}"/>
          </ac:spMkLst>
        </pc:spChg>
        <pc:spChg chg="add del">
          <ac:chgData name="Coiley, Peter" userId="025b827e-c6c5-41fe-831e-7f0eb6b6a8cc" providerId="ADAL" clId="{17070012-7F5C-4A5F-828F-914BEDF476DD}" dt="2020-12-24T15:37:27.506" v="1338"/>
          <ac:spMkLst>
            <pc:docMk/>
            <pc:sldMk cId="978937712" sldId="382"/>
            <ac:spMk id="11" creationId="{B6A2CE49-B15B-43D0-909E-672366C96A8B}"/>
          </ac:spMkLst>
        </pc:spChg>
        <pc:spChg chg="add del">
          <ac:chgData name="Coiley, Peter" userId="025b827e-c6c5-41fe-831e-7f0eb6b6a8cc" providerId="ADAL" clId="{17070012-7F5C-4A5F-828F-914BEDF476DD}" dt="2020-12-24T15:37:27.506" v="1338"/>
          <ac:spMkLst>
            <pc:docMk/>
            <pc:sldMk cId="978937712" sldId="382"/>
            <ac:spMk id="12" creationId="{206CC42E-350F-4727-94BE-A15BD340943D}"/>
          </ac:spMkLst>
        </pc:spChg>
        <pc:spChg chg="add del">
          <ac:chgData name="Coiley, Peter" userId="025b827e-c6c5-41fe-831e-7f0eb6b6a8cc" providerId="ADAL" clId="{17070012-7F5C-4A5F-828F-914BEDF476DD}" dt="2020-12-24T15:37:27.506" v="1338"/>
          <ac:spMkLst>
            <pc:docMk/>
            <pc:sldMk cId="978937712" sldId="382"/>
            <ac:spMk id="13" creationId="{88CAD472-D60C-4105-BC9D-DD5A71608348}"/>
          </ac:spMkLst>
        </pc:spChg>
        <pc:spChg chg="add del">
          <ac:chgData name="Coiley, Peter" userId="025b827e-c6c5-41fe-831e-7f0eb6b6a8cc" providerId="ADAL" clId="{17070012-7F5C-4A5F-828F-914BEDF476DD}" dt="2020-12-24T15:37:27.506" v="1338"/>
          <ac:spMkLst>
            <pc:docMk/>
            <pc:sldMk cId="978937712" sldId="382"/>
            <ac:spMk id="14" creationId="{08E0EDC6-892D-4A07-8512-B0AEC1F6A2BB}"/>
          </ac:spMkLst>
        </pc:spChg>
        <pc:spChg chg="add del">
          <ac:chgData name="Coiley, Peter" userId="025b827e-c6c5-41fe-831e-7f0eb6b6a8cc" providerId="ADAL" clId="{17070012-7F5C-4A5F-828F-914BEDF476DD}" dt="2020-12-24T15:37:27.506" v="1338"/>
          <ac:spMkLst>
            <pc:docMk/>
            <pc:sldMk cId="978937712" sldId="382"/>
            <ac:spMk id="15" creationId="{72856C36-0CF4-482A-BC4C-C6D7F1CE1B8C}"/>
          </ac:spMkLst>
        </pc:spChg>
        <pc:spChg chg="add del">
          <ac:chgData name="Coiley, Peter" userId="025b827e-c6c5-41fe-831e-7f0eb6b6a8cc" providerId="ADAL" clId="{17070012-7F5C-4A5F-828F-914BEDF476DD}" dt="2020-12-24T15:37:27.506" v="1338"/>
          <ac:spMkLst>
            <pc:docMk/>
            <pc:sldMk cId="978937712" sldId="382"/>
            <ac:spMk id="16" creationId="{11DF602C-6A00-4D9C-BAD2-325F660EC351}"/>
          </ac:spMkLst>
        </pc:spChg>
        <pc:spChg chg="add del">
          <ac:chgData name="Coiley, Peter" userId="025b827e-c6c5-41fe-831e-7f0eb6b6a8cc" providerId="ADAL" clId="{17070012-7F5C-4A5F-828F-914BEDF476DD}" dt="2020-12-24T15:37:27.506" v="1338"/>
          <ac:spMkLst>
            <pc:docMk/>
            <pc:sldMk cId="978937712" sldId="382"/>
            <ac:spMk id="17" creationId="{D9DA9982-92E8-448B-A814-0886DC4D9260}"/>
          </ac:spMkLst>
        </pc:spChg>
        <pc:spChg chg="add del">
          <ac:chgData name="Coiley, Peter" userId="025b827e-c6c5-41fe-831e-7f0eb6b6a8cc" providerId="ADAL" clId="{17070012-7F5C-4A5F-828F-914BEDF476DD}" dt="2020-12-24T15:37:27.506" v="1338"/>
          <ac:spMkLst>
            <pc:docMk/>
            <pc:sldMk cId="978937712" sldId="382"/>
            <ac:spMk id="18" creationId="{71F1DC11-0448-4421-A926-A0638B2B09D4}"/>
          </ac:spMkLst>
        </pc:spChg>
        <pc:spChg chg="del">
          <ac:chgData name="Coiley, Peter" userId="025b827e-c6c5-41fe-831e-7f0eb6b6a8cc" providerId="ADAL" clId="{17070012-7F5C-4A5F-828F-914BEDF476DD}" dt="2020-12-24T15:37:00.489" v="1305" actId="478"/>
          <ac:spMkLst>
            <pc:docMk/>
            <pc:sldMk cId="978937712" sldId="382"/>
            <ac:spMk id="21" creationId="{01B4F071-8BDB-4CAB-8FFC-DA631A5DE54C}"/>
          </ac:spMkLst>
        </pc:spChg>
        <pc:spChg chg="del">
          <ac:chgData name="Coiley, Peter" userId="025b827e-c6c5-41fe-831e-7f0eb6b6a8cc" providerId="ADAL" clId="{17070012-7F5C-4A5F-828F-914BEDF476DD}" dt="2020-12-24T15:37:00.489" v="1305" actId="478"/>
          <ac:spMkLst>
            <pc:docMk/>
            <pc:sldMk cId="978937712" sldId="382"/>
            <ac:spMk id="22" creationId="{4DF51181-E7D4-4FC8-A3BD-9C487F61BCA4}"/>
          </ac:spMkLst>
        </pc:spChg>
        <pc:spChg chg="del">
          <ac:chgData name="Coiley, Peter" userId="025b827e-c6c5-41fe-831e-7f0eb6b6a8cc" providerId="ADAL" clId="{17070012-7F5C-4A5F-828F-914BEDF476DD}" dt="2020-12-24T15:37:00.489" v="1305" actId="478"/>
          <ac:spMkLst>
            <pc:docMk/>
            <pc:sldMk cId="978937712" sldId="382"/>
            <ac:spMk id="23" creationId="{E4E02C66-09B5-41D4-A622-C9C68ED668B8}"/>
          </ac:spMkLst>
        </pc:spChg>
        <pc:spChg chg="del">
          <ac:chgData name="Coiley, Peter" userId="025b827e-c6c5-41fe-831e-7f0eb6b6a8cc" providerId="ADAL" clId="{17070012-7F5C-4A5F-828F-914BEDF476DD}" dt="2020-12-24T15:37:00.489" v="1305" actId="478"/>
          <ac:spMkLst>
            <pc:docMk/>
            <pc:sldMk cId="978937712" sldId="382"/>
            <ac:spMk id="24" creationId="{F3C9C297-C361-4858-BB21-0A37D6808827}"/>
          </ac:spMkLst>
        </pc:spChg>
        <pc:spChg chg="add del">
          <ac:chgData name="Coiley, Peter" userId="025b827e-c6c5-41fe-831e-7f0eb6b6a8cc" providerId="ADAL" clId="{17070012-7F5C-4A5F-828F-914BEDF476DD}" dt="2020-12-24T15:37:32.581" v="1340"/>
          <ac:spMkLst>
            <pc:docMk/>
            <pc:sldMk cId="978937712" sldId="382"/>
            <ac:spMk id="25" creationId="{3C9FE5FE-42FE-4668-93AC-904C96ECD738}"/>
          </ac:spMkLst>
        </pc:spChg>
        <pc:spChg chg="add del">
          <ac:chgData name="Coiley, Peter" userId="025b827e-c6c5-41fe-831e-7f0eb6b6a8cc" providerId="ADAL" clId="{17070012-7F5C-4A5F-828F-914BEDF476DD}" dt="2020-12-24T15:37:32.581" v="1340"/>
          <ac:spMkLst>
            <pc:docMk/>
            <pc:sldMk cId="978937712" sldId="382"/>
            <ac:spMk id="26" creationId="{B5DE32BE-8ED8-45C0-8BE4-6DFAFA722281}"/>
          </ac:spMkLst>
        </pc:spChg>
        <pc:spChg chg="add del">
          <ac:chgData name="Coiley, Peter" userId="025b827e-c6c5-41fe-831e-7f0eb6b6a8cc" providerId="ADAL" clId="{17070012-7F5C-4A5F-828F-914BEDF476DD}" dt="2020-12-24T15:37:32.581" v="1340"/>
          <ac:spMkLst>
            <pc:docMk/>
            <pc:sldMk cId="978937712" sldId="382"/>
            <ac:spMk id="27" creationId="{07AB8854-ED1D-4962-A460-E2EBB48A160E}"/>
          </ac:spMkLst>
        </pc:spChg>
        <pc:spChg chg="add del">
          <ac:chgData name="Coiley, Peter" userId="025b827e-c6c5-41fe-831e-7f0eb6b6a8cc" providerId="ADAL" clId="{17070012-7F5C-4A5F-828F-914BEDF476DD}" dt="2020-12-24T15:37:32.581" v="1340"/>
          <ac:spMkLst>
            <pc:docMk/>
            <pc:sldMk cId="978937712" sldId="382"/>
            <ac:spMk id="28" creationId="{B4CD16C3-1B07-43E6-85CB-025D0D861CCC}"/>
          </ac:spMkLst>
        </pc:spChg>
        <pc:spChg chg="add del">
          <ac:chgData name="Coiley, Peter" userId="025b827e-c6c5-41fe-831e-7f0eb6b6a8cc" providerId="ADAL" clId="{17070012-7F5C-4A5F-828F-914BEDF476DD}" dt="2020-12-24T15:37:32.581" v="1340"/>
          <ac:spMkLst>
            <pc:docMk/>
            <pc:sldMk cId="978937712" sldId="382"/>
            <ac:spMk id="29" creationId="{B865E0AA-2EAB-4D91-835A-3A4F8E031D7A}"/>
          </ac:spMkLst>
        </pc:spChg>
        <pc:spChg chg="add del">
          <ac:chgData name="Coiley, Peter" userId="025b827e-c6c5-41fe-831e-7f0eb6b6a8cc" providerId="ADAL" clId="{17070012-7F5C-4A5F-828F-914BEDF476DD}" dt="2020-12-24T15:37:32.581" v="1340"/>
          <ac:spMkLst>
            <pc:docMk/>
            <pc:sldMk cId="978937712" sldId="382"/>
            <ac:spMk id="30" creationId="{99D8CAA4-DD78-42F5-B5C8-0A1A5A411068}"/>
          </ac:spMkLst>
        </pc:spChg>
        <pc:spChg chg="add del">
          <ac:chgData name="Coiley, Peter" userId="025b827e-c6c5-41fe-831e-7f0eb6b6a8cc" providerId="ADAL" clId="{17070012-7F5C-4A5F-828F-914BEDF476DD}" dt="2020-12-24T15:37:32.581" v="1340"/>
          <ac:spMkLst>
            <pc:docMk/>
            <pc:sldMk cId="978937712" sldId="382"/>
            <ac:spMk id="31" creationId="{20D0344D-18CB-40B0-852F-A3D033C2A0AC}"/>
          </ac:spMkLst>
        </pc:spChg>
        <pc:spChg chg="add del">
          <ac:chgData name="Coiley, Peter" userId="025b827e-c6c5-41fe-831e-7f0eb6b6a8cc" providerId="ADAL" clId="{17070012-7F5C-4A5F-828F-914BEDF476DD}" dt="2020-12-24T15:37:32.581" v="1340"/>
          <ac:spMkLst>
            <pc:docMk/>
            <pc:sldMk cId="978937712" sldId="382"/>
            <ac:spMk id="32" creationId="{46A95246-4A7D-4191-BCB0-868C5020373D}"/>
          </ac:spMkLst>
        </pc:spChg>
        <pc:spChg chg="mod">
          <ac:chgData name="Coiley, Peter" userId="025b827e-c6c5-41fe-831e-7f0eb6b6a8cc" providerId="ADAL" clId="{17070012-7F5C-4A5F-828F-914BEDF476DD}" dt="2021-01-14T12:59:06.581" v="14179" actId="20577"/>
          <ac:spMkLst>
            <pc:docMk/>
            <pc:sldMk cId="978937712" sldId="382"/>
            <ac:spMk id="34" creationId="{C560C772-E0A0-4F1E-92F1-CA076CC5FF28}"/>
          </ac:spMkLst>
        </pc:spChg>
        <pc:spChg chg="mod">
          <ac:chgData name="Coiley, Peter" userId="025b827e-c6c5-41fe-831e-7f0eb6b6a8cc" providerId="ADAL" clId="{17070012-7F5C-4A5F-828F-914BEDF476DD}" dt="2021-01-20T15:01:44.773" v="17742" actId="20577"/>
          <ac:spMkLst>
            <pc:docMk/>
            <pc:sldMk cId="978937712" sldId="382"/>
            <ac:spMk id="35" creationId="{D78A4532-4F35-4A82-9450-DB30BE776903}"/>
          </ac:spMkLst>
        </pc:spChg>
        <pc:spChg chg="add mod">
          <ac:chgData name="Coiley, Peter" userId="025b827e-c6c5-41fe-831e-7f0eb6b6a8cc" providerId="ADAL" clId="{17070012-7F5C-4A5F-828F-914BEDF476DD}" dt="2021-01-04T13:22:48.515" v="8609" actId="20577"/>
          <ac:spMkLst>
            <pc:docMk/>
            <pc:sldMk cId="978937712" sldId="382"/>
            <ac:spMk id="37" creationId="{6A237DBB-7EF7-41C8-8E8F-5DA7D7E4B4DD}"/>
          </ac:spMkLst>
        </pc:spChg>
        <pc:spChg chg="add mod">
          <ac:chgData name="Coiley, Peter" userId="025b827e-c6c5-41fe-831e-7f0eb6b6a8cc" providerId="ADAL" clId="{17070012-7F5C-4A5F-828F-914BEDF476DD}" dt="2021-01-04T13:22:24.121" v="8598" actId="6549"/>
          <ac:spMkLst>
            <pc:docMk/>
            <pc:sldMk cId="978937712" sldId="382"/>
            <ac:spMk id="38" creationId="{58D30955-097C-477D-A61C-B522340269F4}"/>
          </ac:spMkLst>
        </pc:spChg>
        <pc:spChg chg="add mod">
          <ac:chgData name="Coiley, Peter" userId="025b827e-c6c5-41fe-831e-7f0eb6b6a8cc" providerId="ADAL" clId="{17070012-7F5C-4A5F-828F-914BEDF476DD}" dt="2021-01-04T13:26:51.983" v="8976" actId="20577"/>
          <ac:spMkLst>
            <pc:docMk/>
            <pc:sldMk cId="978937712" sldId="382"/>
            <ac:spMk id="39" creationId="{2AB5F735-96D5-42E4-B0B6-FDF35F96D207}"/>
          </ac:spMkLst>
        </pc:spChg>
        <pc:spChg chg="add mod">
          <ac:chgData name="Coiley, Peter" userId="025b827e-c6c5-41fe-831e-7f0eb6b6a8cc" providerId="ADAL" clId="{17070012-7F5C-4A5F-828F-914BEDF476DD}" dt="2020-12-24T15:37:53.567" v="1342" actId="1076"/>
          <ac:spMkLst>
            <pc:docMk/>
            <pc:sldMk cId="978937712" sldId="382"/>
            <ac:spMk id="40" creationId="{BDD55DF9-362F-4E8E-B2C2-10909C50AE70}"/>
          </ac:spMkLst>
        </pc:spChg>
        <pc:spChg chg="add mod">
          <ac:chgData name="Coiley, Peter" userId="025b827e-c6c5-41fe-831e-7f0eb6b6a8cc" providerId="ADAL" clId="{17070012-7F5C-4A5F-828F-914BEDF476DD}" dt="2020-12-24T15:37:53.567" v="1342" actId="1076"/>
          <ac:spMkLst>
            <pc:docMk/>
            <pc:sldMk cId="978937712" sldId="382"/>
            <ac:spMk id="41" creationId="{A5768C8F-A539-4FF6-80AF-94F7BBDEAA5A}"/>
          </ac:spMkLst>
        </pc:spChg>
        <pc:spChg chg="add mod">
          <ac:chgData name="Coiley, Peter" userId="025b827e-c6c5-41fe-831e-7f0eb6b6a8cc" providerId="ADAL" clId="{17070012-7F5C-4A5F-828F-914BEDF476DD}" dt="2020-12-24T15:37:53.567" v="1342" actId="1076"/>
          <ac:spMkLst>
            <pc:docMk/>
            <pc:sldMk cId="978937712" sldId="382"/>
            <ac:spMk id="42" creationId="{6FB45803-2C87-4F71-8CF9-D023EC916002}"/>
          </ac:spMkLst>
        </pc:spChg>
        <pc:spChg chg="add mod">
          <ac:chgData name="Coiley, Peter" userId="025b827e-c6c5-41fe-831e-7f0eb6b6a8cc" providerId="ADAL" clId="{17070012-7F5C-4A5F-828F-914BEDF476DD}" dt="2020-12-24T15:38:38.662" v="1360" actId="1037"/>
          <ac:spMkLst>
            <pc:docMk/>
            <pc:sldMk cId="978937712" sldId="382"/>
            <ac:spMk id="43" creationId="{626D0AE4-E718-426D-9C7F-D2E19A79DC66}"/>
          </ac:spMkLst>
        </pc:spChg>
        <pc:spChg chg="add mod">
          <ac:chgData name="Coiley, Peter" userId="025b827e-c6c5-41fe-831e-7f0eb6b6a8cc" providerId="ADAL" clId="{17070012-7F5C-4A5F-828F-914BEDF476DD}" dt="2020-12-24T15:38:17.018" v="1347" actId="1076"/>
          <ac:spMkLst>
            <pc:docMk/>
            <pc:sldMk cId="978937712" sldId="382"/>
            <ac:spMk id="44" creationId="{BFA4E760-ECA3-41D7-BA0E-1EB8949C964E}"/>
          </ac:spMkLst>
        </pc:spChg>
        <pc:spChg chg="add del mod">
          <ac:chgData name="Coiley, Peter" userId="025b827e-c6c5-41fe-831e-7f0eb6b6a8cc" providerId="ADAL" clId="{17070012-7F5C-4A5F-828F-914BEDF476DD}" dt="2020-12-24T15:40:53.462" v="1407" actId="478"/>
          <ac:spMkLst>
            <pc:docMk/>
            <pc:sldMk cId="978937712" sldId="382"/>
            <ac:spMk id="48" creationId="{8CD7E543-A42A-4846-B331-66ADC22B6F07}"/>
          </ac:spMkLst>
        </pc:spChg>
        <pc:spChg chg="add mod">
          <ac:chgData name="Coiley, Peter" userId="025b827e-c6c5-41fe-831e-7f0eb6b6a8cc" providerId="ADAL" clId="{17070012-7F5C-4A5F-828F-914BEDF476DD}" dt="2020-12-24T15:41:04.889" v="1410" actId="1076"/>
          <ac:spMkLst>
            <pc:docMk/>
            <pc:sldMk cId="978937712" sldId="382"/>
            <ac:spMk id="49" creationId="{65D17DB0-66BE-45DC-AF8E-9A7D6F40A382}"/>
          </ac:spMkLst>
        </pc:spChg>
        <pc:spChg chg="add mod">
          <ac:chgData name="Coiley, Peter" userId="025b827e-c6c5-41fe-831e-7f0eb6b6a8cc" providerId="ADAL" clId="{17070012-7F5C-4A5F-828F-914BEDF476DD}" dt="2020-12-24T15:41:01.918" v="1409" actId="571"/>
          <ac:spMkLst>
            <pc:docMk/>
            <pc:sldMk cId="978937712" sldId="382"/>
            <ac:spMk id="50" creationId="{0AE44036-B040-4746-AD0D-90158B0E8042}"/>
          </ac:spMkLst>
        </pc:spChg>
        <pc:spChg chg="add mod">
          <ac:chgData name="Coiley, Peter" userId="025b827e-c6c5-41fe-831e-7f0eb6b6a8cc" providerId="ADAL" clId="{17070012-7F5C-4A5F-828F-914BEDF476DD}" dt="2020-12-24T15:41:12.717" v="1412" actId="571"/>
          <ac:spMkLst>
            <pc:docMk/>
            <pc:sldMk cId="978937712" sldId="382"/>
            <ac:spMk id="51" creationId="{726A94A3-9042-49FB-B862-CB3975A3D2BD}"/>
          </ac:spMkLst>
        </pc:spChg>
        <pc:spChg chg="add mod">
          <ac:chgData name="Coiley, Peter" userId="025b827e-c6c5-41fe-831e-7f0eb6b6a8cc" providerId="ADAL" clId="{17070012-7F5C-4A5F-828F-914BEDF476DD}" dt="2020-12-24T15:41:18.478" v="1413" actId="571"/>
          <ac:spMkLst>
            <pc:docMk/>
            <pc:sldMk cId="978937712" sldId="382"/>
            <ac:spMk id="52" creationId="{8DA60E01-E4B5-4F94-A5AF-B82B9A4BDE5D}"/>
          </ac:spMkLst>
        </pc:spChg>
        <pc:cxnChg chg="add del">
          <ac:chgData name="Coiley, Peter" userId="025b827e-c6c5-41fe-831e-7f0eb6b6a8cc" providerId="ADAL" clId="{17070012-7F5C-4A5F-828F-914BEDF476DD}" dt="2020-12-24T15:37:27.506" v="1338"/>
          <ac:cxnSpMkLst>
            <pc:docMk/>
            <pc:sldMk cId="978937712" sldId="382"/>
            <ac:cxnSpMk id="19" creationId="{F7660514-A23C-414B-94B9-28A34CF86FB6}"/>
          </ac:cxnSpMkLst>
        </pc:cxnChg>
        <pc:cxnChg chg="add del">
          <ac:chgData name="Coiley, Peter" userId="025b827e-c6c5-41fe-831e-7f0eb6b6a8cc" providerId="ADAL" clId="{17070012-7F5C-4A5F-828F-914BEDF476DD}" dt="2020-12-24T15:37:27.506" v="1338"/>
          <ac:cxnSpMkLst>
            <pc:docMk/>
            <pc:sldMk cId="978937712" sldId="382"/>
            <ac:cxnSpMk id="20" creationId="{05373F28-771B-4B2B-BA2D-DA2ACEF64CDE}"/>
          </ac:cxnSpMkLst>
        </pc:cxnChg>
        <pc:cxnChg chg="add del">
          <ac:chgData name="Coiley, Peter" userId="025b827e-c6c5-41fe-831e-7f0eb6b6a8cc" providerId="ADAL" clId="{17070012-7F5C-4A5F-828F-914BEDF476DD}" dt="2020-12-24T15:37:32.581" v="1340"/>
          <ac:cxnSpMkLst>
            <pc:docMk/>
            <pc:sldMk cId="978937712" sldId="382"/>
            <ac:cxnSpMk id="33" creationId="{61761AC0-FA9C-4C8B-BE89-5357B3449923}"/>
          </ac:cxnSpMkLst>
        </pc:cxnChg>
        <pc:cxnChg chg="add del">
          <ac:chgData name="Coiley, Peter" userId="025b827e-c6c5-41fe-831e-7f0eb6b6a8cc" providerId="ADAL" clId="{17070012-7F5C-4A5F-828F-914BEDF476DD}" dt="2020-12-24T15:37:32.581" v="1340"/>
          <ac:cxnSpMkLst>
            <pc:docMk/>
            <pc:sldMk cId="978937712" sldId="382"/>
            <ac:cxnSpMk id="36" creationId="{0C988A62-AFC6-4260-BCC2-3DD916474573}"/>
          </ac:cxnSpMkLst>
        </pc:cxnChg>
        <pc:cxnChg chg="add del mod">
          <ac:chgData name="Coiley, Peter" userId="025b827e-c6c5-41fe-831e-7f0eb6b6a8cc" providerId="ADAL" clId="{17070012-7F5C-4A5F-828F-914BEDF476DD}" dt="2020-12-24T15:38:32.757" v="1351" actId="478"/>
          <ac:cxnSpMkLst>
            <pc:docMk/>
            <pc:sldMk cId="978937712" sldId="382"/>
            <ac:cxnSpMk id="45" creationId="{454ACE61-76FD-4E13-B4D9-E2174DBB1E6D}"/>
          </ac:cxnSpMkLst>
        </pc:cxnChg>
        <pc:cxnChg chg="add mod">
          <ac:chgData name="Coiley, Peter" userId="025b827e-c6c5-41fe-831e-7f0eb6b6a8cc" providerId="ADAL" clId="{17070012-7F5C-4A5F-828F-914BEDF476DD}" dt="2020-12-24T15:41:47.262" v="1419" actId="1037"/>
          <ac:cxnSpMkLst>
            <pc:docMk/>
            <pc:sldMk cId="978937712" sldId="382"/>
            <ac:cxnSpMk id="46" creationId="{5DD9C9F5-AF19-4FC6-8F0A-A9E5B51A25AD}"/>
          </ac:cxnSpMkLst>
        </pc:cxnChg>
        <pc:cxnChg chg="add mod">
          <ac:chgData name="Coiley, Peter" userId="025b827e-c6c5-41fe-831e-7f0eb6b6a8cc" providerId="ADAL" clId="{17070012-7F5C-4A5F-828F-914BEDF476DD}" dt="2020-12-24T15:41:30.272" v="1417" actId="1037"/>
          <ac:cxnSpMkLst>
            <pc:docMk/>
            <pc:sldMk cId="978937712" sldId="382"/>
            <ac:cxnSpMk id="47" creationId="{22B8B46E-E798-4236-8D00-2ED715FD18DF}"/>
          </ac:cxnSpMkLst>
        </pc:cxnChg>
      </pc:sldChg>
      <pc:sldChg chg="addSp delSp modSp add del">
        <pc:chgData name="Coiley, Peter" userId="025b827e-c6c5-41fe-831e-7f0eb6b6a8cc" providerId="ADAL" clId="{17070012-7F5C-4A5F-828F-914BEDF476DD}" dt="2020-12-24T15:46:55.769" v="1581" actId="2696"/>
        <pc:sldMkLst>
          <pc:docMk/>
          <pc:sldMk cId="4254637975" sldId="383"/>
        </pc:sldMkLst>
        <pc:spChg chg="mod">
          <ac:chgData name="Coiley, Peter" userId="025b827e-c6c5-41fe-831e-7f0eb6b6a8cc" providerId="ADAL" clId="{17070012-7F5C-4A5F-828F-914BEDF476DD}" dt="2020-12-24T15:43:01.595" v="1442" actId="20577"/>
          <ac:spMkLst>
            <pc:docMk/>
            <pc:sldMk cId="4254637975" sldId="383"/>
            <ac:spMk id="2" creationId="{F28E3737-77C7-4018-A2D7-DD4D7FB32C56}"/>
          </ac:spMkLst>
        </pc:spChg>
        <pc:spChg chg="add">
          <ac:chgData name="Coiley, Peter" userId="025b827e-c6c5-41fe-831e-7f0eb6b6a8cc" providerId="ADAL" clId="{17070012-7F5C-4A5F-828F-914BEDF476DD}" dt="2020-12-24T15:42:43.474" v="1424"/>
          <ac:spMkLst>
            <pc:docMk/>
            <pc:sldMk cId="4254637975" sldId="383"/>
            <ac:spMk id="8" creationId="{EDA3DD40-8990-40C2-A9FE-0BE88BAD883A}"/>
          </ac:spMkLst>
        </pc:spChg>
        <pc:spChg chg="add">
          <ac:chgData name="Coiley, Peter" userId="025b827e-c6c5-41fe-831e-7f0eb6b6a8cc" providerId="ADAL" clId="{17070012-7F5C-4A5F-828F-914BEDF476DD}" dt="2020-12-24T15:42:43.474" v="1424"/>
          <ac:spMkLst>
            <pc:docMk/>
            <pc:sldMk cId="4254637975" sldId="383"/>
            <ac:spMk id="9" creationId="{EFD2344B-C2C6-4BAD-82AB-743C1D9615D2}"/>
          </ac:spMkLst>
        </pc:spChg>
        <pc:spChg chg="add">
          <ac:chgData name="Coiley, Peter" userId="025b827e-c6c5-41fe-831e-7f0eb6b6a8cc" providerId="ADAL" clId="{17070012-7F5C-4A5F-828F-914BEDF476DD}" dt="2020-12-24T15:42:43.474" v="1424"/>
          <ac:spMkLst>
            <pc:docMk/>
            <pc:sldMk cId="4254637975" sldId="383"/>
            <ac:spMk id="10" creationId="{31FA5323-88C7-485E-98A5-A7ED9A3BB814}"/>
          </ac:spMkLst>
        </pc:spChg>
        <pc:spChg chg="add">
          <ac:chgData name="Coiley, Peter" userId="025b827e-c6c5-41fe-831e-7f0eb6b6a8cc" providerId="ADAL" clId="{17070012-7F5C-4A5F-828F-914BEDF476DD}" dt="2020-12-24T15:42:43.474" v="1424"/>
          <ac:spMkLst>
            <pc:docMk/>
            <pc:sldMk cId="4254637975" sldId="383"/>
            <ac:spMk id="11" creationId="{0EE08A98-74F0-463C-AB96-D79E285F26BA}"/>
          </ac:spMkLst>
        </pc:spChg>
        <pc:spChg chg="add">
          <ac:chgData name="Coiley, Peter" userId="025b827e-c6c5-41fe-831e-7f0eb6b6a8cc" providerId="ADAL" clId="{17070012-7F5C-4A5F-828F-914BEDF476DD}" dt="2020-12-24T15:42:43.474" v="1424"/>
          <ac:spMkLst>
            <pc:docMk/>
            <pc:sldMk cId="4254637975" sldId="383"/>
            <ac:spMk id="12" creationId="{5A1C81C2-10F6-4508-8D49-10AE75F34D77}"/>
          </ac:spMkLst>
        </pc:spChg>
        <pc:spChg chg="add">
          <ac:chgData name="Coiley, Peter" userId="025b827e-c6c5-41fe-831e-7f0eb6b6a8cc" providerId="ADAL" clId="{17070012-7F5C-4A5F-828F-914BEDF476DD}" dt="2020-12-24T15:42:43.474" v="1424"/>
          <ac:spMkLst>
            <pc:docMk/>
            <pc:sldMk cId="4254637975" sldId="383"/>
            <ac:spMk id="13" creationId="{CA1F9F22-72F1-4B9A-8EDC-1DEA32F464E5}"/>
          </ac:spMkLst>
        </pc:spChg>
        <pc:spChg chg="add">
          <ac:chgData name="Coiley, Peter" userId="025b827e-c6c5-41fe-831e-7f0eb6b6a8cc" providerId="ADAL" clId="{17070012-7F5C-4A5F-828F-914BEDF476DD}" dt="2020-12-24T15:42:43.474" v="1424"/>
          <ac:spMkLst>
            <pc:docMk/>
            <pc:sldMk cId="4254637975" sldId="383"/>
            <ac:spMk id="14" creationId="{5A9C0C10-324D-43A2-BB0A-48E09305C165}"/>
          </ac:spMkLst>
        </pc:spChg>
        <pc:spChg chg="add">
          <ac:chgData name="Coiley, Peter" userId="025b827e-c6c5-41fe-831e-7f0eb6b6a8cc" providerId="ADAL" clId="{17070012-7F5C-4A5F-828F-914BEDF476DD}" dt="2020-12-24T15:42:43.474" v="1424"/>
          <ac:spMkLst>
            <pc:docMk/>
            <pc:sldMk cId="4254637975" sldId="383"/>
            <ac:spMk id="15" creationId="{7C56D62D-9326-4205-896E-6CE49CE5A06F}"/>
          </ac:spMkLst>
        </pc:spChg>
        <pc:spChg chg="add">
          <ac:chgData name="Coiley, Peter" userId="025b827e-c6c5-41fe-831e-7f0eb6b6a8cc" providerId="ADAL" clId="{17070012-7F5C-4A5F-828F-914BEDF476DD}" dt="2020-12-24T15:42:43.474" v="1424"/>
          <ac:spMkLst>
            <pc:docMk/>
            <pc:sldMk cId="4254637975" sldId="383"/>
            <ac:spMk id="16" creationId="{3DAFB898-59E3-4F8D-8FA6-8DFDB1D0B5D4}"/>
          </ac:spMkLst>
        </pc:spChg>
        <pc:spChg chg="add">
          <ac:chgData name="Coiley, Peter" userId="025b827e-c6c5-41fe-831e-7f0eb6b6a8cc" providerId="ADAL" clId="{17070012-7F5C-4A5F-828F-914BEDF476DD}" dt="2020-12-24T15:42:43.474" v="1424"/>
          <ac:spMkLst>
            <pc:docMk/>
            <pc:sldMk cId="4254637975" sldId="383"/>
            <ac:spMk id="17" creationId="{45FD9B99-1E0A-4090-8629-6A1BBD49DC40}"/>
          </ac:spMkLst>
        </pc:spChg>
        <pc:spChg chg="add">
          <ac:chgData name="Coiley, Peter" userId="025b827e-c6c5-41fe-831e-7f0eb6b6a8cc" providerId="ADAL" clId="{17070012-7F5C-4A5F-828F-914BEDF476DD}" dt="2020-12-24T15:42:43.474" v="1424"/>
          <ac:spMkLst>
            <pc:docMk/>
            <pc:sldMk cId="4254637975" sldId="383"/>
            <ac:spMk id="18" creationId="{0A80914E-6986-4278-B6D7-E08ADF2A61C6}"/>
          </ac:spMkLst>
        </pc:spChg>
        <pc:spChg chg="add">
          <ac:chgData name="Coiley, Peter" userId="025b827e-c6c5-41fe-831e-7f0eb6b6a8cc" providerId="ADAL" clId="{17070012-7F5C-4A5F-828F-914BEDF476DD}" dt="2020-12-24T15:42:43.474" v="1424"/>
          <ac:spMkLst>
            <pc:docMk/>
            <pc:sldMk cId="4254637975" sldId="383"/>
            <ac:spMk id="19" creationId="{8F6586FF-D7CF-4D9C-BE6A-D38631CCB578}"/>
          </ac:spMkLst>
        </pc:spChg>
        <pc:spChg chg="del">
          <ac:chgData name="Coiley, Peter" userId="025b827e-c6c5-41fe-831e-7f0eb6b6a8cc" providerId="ADAL" clId="{17070012-7F5C-4A5F-828F-914BEDF476DD}" dt="2020-12-24T15:42:25.455" v="1422" actId="478"/>
          <ac:spMkLst>
            <pc:docMk/>
            <pc:sldMk cId="4254637975" sldId="383"/>
            <ac:spMk id="20" creationId="{38E4E001-525D-46DC-81CD-51C618FB833A}"/>
          </ac:spMkLst>
        </pc:spChg>
        <pc:spChg chg="add">
          <ac:chgData name="Coiley, Peter" userId="025b827e-c6c5-41fe-831e-7f0eb6b6a8cc" providerId="ADAL" clId="{17070012-7F5C-4A5F-828F-914BEDF476DD}" dt="2020-12-24T15:42:43.474" v="1424"/>
          <ac:spMkLst>
            <pc:docMk/>
            <pc:sldMk cId="4254637975" sldId="383"/>
            <ac:spMk id="23" creationId="{65B33B43-BDB4-455B-A027-5068D0797A3C}"/>
          </ac:spMkLst>
        </pc:spChg>
        <pc:spChg chg="add">
          <ac:chgData name="Coiley, Peter" userId="025b827e-c6c5-41fe-831e-7f0eb6b6a8cc" providerId="ADAL" clId="{17070012-7F5C-4A5F-828F-914BEDF476DD}" dt="2020-12-24T15:42:43.474" v="1424"/>
          <ac:spMkLst>
            <pc:docMk/>
            <pc:sldMk cId="4254637975" sldId="383"/>
            <ac:spMk id="26" creationId="{E82D4F72-87DF-4A86-8133-DE9DC32C49FA}"/>
          </ac:spMkLst>
        </pc:spChg>
        <pc:spChg chg="add">
          <ac:chgData name="Coiley, Peter" userId="025b827e-c6c5-41fe-831e-7f0eb6b6a8cc" providerId="ADAL" clId="{17070012-7F5C-4A5F-828F-914BEDF476DD}" dt="2020-12-24T15:42:43.474" v="1424"/>
          <ac:spMkLst>
            <pc:docMk/>
            <pc:sldMk cId="4254637975" sldId="383"/>
            <ac:spMk id="27" creationId="{40E5C7A9-60A6-4EBC-B281-BE0EE720E956}"/>
          </ac:spMkLst>
        </pc:spChg>
        <pc:spChg chg="add">
          <ac:chgData name="Coiley, Peter" userId="025b827e-c6c5-41fe-831e-7f0eb6b6a8cc" providerId="ADAL" clId="{17070012-7F5C-4A5F-828F-914BEDF476DD}" dt="2020-12-24T15:42:43.474" v="1424"/>
          <ac:spMkLst>
            <pc:docMk/>
            <pc:sldMk cId="4254637975" sldId="383"/>
            <ac:spMk id="28" creationId="{4896F7A5-B51B-483B-8264-1A7D561FBD22}"/>
          </ac:spMkLst>
        </pc:spChg>
        <pc:spChg chg="add">
          <ac:chgData name="Coiley, Peter" userId="025b827e-c6c5-41fe-831e-7f0eb6b6a8cc" providerId="ADAL" clId="{17070012-7F5C-4A5F-828F-914BEDF476DD}" dt="2020-12-24T15:42:43.474" v="1424"/>
          <ac:spMkLst>
            <pc:docMk/>
            <pc:sldMk cId="4254637975" sldId="383"/>
            <ac:spMk id="29" creationId="{C05A2E13-BA61-4AE9-839C-C6D056A92095}"/>
          </ac:spMkLst>
        </pc:spChg>
        <pc:graphicFrameChg chg="add">
          <ac:chgData name="Coiley, Peter" userId="025b827e-c6c5-41fe-831e-7f0eb6b6a8cc" providerId="ADAL" clId="{17070012-7F5C-4A5F-828F-914BEDF476DD}" dt="2020-12-24T15:42:43.474" v="1424"/>
          <ac:graphicFrameMkLst>
            <pc:docMk/>
            <pc:sldMk cId="4254637975" sldId="383"/>
            <ac:graphicFrameMk id="22" creationId="{7438BD09-8925-4F1E-A51E-F9BFB74E2ED2}"/>
          </ac:graphicFrameMkLst>
        </pc:graphicFrameChg>
        <pc:picChg chg="del">
          <ac:chgData name="Coiley, Peter" userId="025b827e-c6c5-41fe-831e-7f0eb6b6a8cc" providerId="ADAL" clId="{17070012-7F5C-4A5F-828F-914BEDF476DD}" dt="2020-12-24T15:42:27.706" v="1423" actId="478"/>
          <ac:picMkLst>
            <pc:docMk/>
            <pc:sldMk cId="4254637975" sldId="383"/>
            <ac:picMk id="21" creationId="{924968FA-B009-4847-878D-036B4585F63E}"/>
          </ac:picMkLst>
        </pc:picChg>
        <pc:cxnChg chg="add">
          <ac:chgData name="Coiley, Peter" userId="025b827e-c6c5-41fe-831e-7f0eb6b6a8cc" providerId="ADAL" clId="{17070012-7F5C-4A5F-828F-914BEDF476DD}" dt="2020-12-24T15:42:43.474" v="1424"/>
          <ac:cxnSpMkLst>
            <pc:docMk/>
            <pc:sldMk cId="4254637975" sldId="383"/>
            <ac:cxnSpMk id="24" creationId="{EF451740-E688-4C20-B9AA-976BC22C1B1D}"/>
          </ac:cxnSpMkLst>
        </pc:cxnChg>
        <pc:cxnChg chg="add">
          <ac:chgData name="Coiley, Peter" userId="025b827e-c6c5-41fe-831e-7f0eb6b6a8cc" providerId="ADAL" clId="{17070012-7F5C-4A5F-828F-914BEDF476DD}" dt="2020-12-24T15:42:43.474" v="1424"/>
          <ac:cxnSpMkLst>
            <pc:docMk/>
            <pc:sldMk cId="4254637975" sldId="383"/>
            <ac:cxnSpMk id="25" creationId="{5B960190-4F87-4CF9-B272-2EE977A957BA}"/>
          </ac:cxnSpMkLst>
        </pc:cxnChg>
      </pc:sldChg>
      <pc:sldChg chg="addSp delSp modSp add ord">
        <pc:chgData name="Coiley, Peter" userId="025b827e-c6c5-41fe-831e-7f0eb6b6a8cc" providerId="ADAL" clId="{17070012-7F5C-4A5F-828F-914BEDF476DD}" dt="2021-01-14T14:17:43.243" v="16344"/>
        <pc:sldMkLst>
          <pc:docMk/>
          <pc:sldMk cId="78036178" sldId="384"/>
        </pc:sldMkLst>
        <pc:spChg chg="add mod">
          <ac:chgData name="Coiley, Peter" userId="025b827e-c6c5-41fe-831e-7f0eb6b6a8cc" providerId="ADAL" clId="{17070012-7F5C-4A5F-828F-914BEDF476DD}" dt="2021-01-04T13:28:50.285" v="9003" actId="113"/>
          <ac:spMkLst>
            <pc:docMk/>
            <pc:sldMk cId="78036178" sldId="384"/>
            <ac:spMk id="20" creationId="{96D935B2-418D-439B-B992-10945D992704}"/>
          </ac:spMkLst>
        </pc:spChg>
        <pc:spChg chg="mod">
          <ac:chgData name="Coiley, Peter" userId="025b827e-c6c5-41fe-831e-7f0eb6b6a8cc" providerId="ADAL" clId="{17070012-7F5C-4A5F-828F-914BEDF476DD}" dt="2020-12-24T15:43:36.251" v="1482" actId="20577"/>
          <ac:spMkLst>
            <pc:docMk/>
            <pc:sldMk cId="78036178" sldId="384"/>
            <ac:spMk id="34" creationId="{C560C772-E0A0-4F1E-92F1-CA076CC5FF28}"/>
          </ac:spMkLst>
        </pc:spChg>
        <pc:spChg chg="del">
          <ac:chgData name="Coiley, Peter" userId="025b827e-c6c5-41fe-831e-7f0eb6b6a8cc" providerId="ADAL" clId="{17070012-7F5C-4A5F-828F-914BEDF476DD}" dt="2020-12-24T15:45:38.551" v="1535" actId="478"/>
          <ac:spMkLst>
            <pc:docMk/>
            <pc:sldMk cId="78036178" sldId="384"/>
            <ac:spMk id="35" creationId="{D78A4532-4F35-4A82-9450-DB30BE776903}"/>
          </ac:spMkLst>
        </pc:spChg>
        <pc:spChg chg="del">
          <ac:chgData name="Coiley, Peter" userId="025b827e-c6c5-41fe-831e-7f0eb6b6a8cc" providerId="ADAL" clId="{17070012-7F5C-4A5F-828F-914BEDF476DD}" dt="2020-12-24T15:44:00.857" v="1508" actId="478"/>
          <ac:spMkLst>
            <pc:docMk/>
            <pc:sldMk cId="78036178" sldId="384"/>
            <ac:spMk id="37" creationId="{6A237DBB-7EF7-41C8-8E8F-5DA7D7E4B4DD}"/>
          </ac:spMkLst>
        </pc:spChg>
        <pc:spChg chg="del">
          <ac:chgData name="Coiley, Peter" userId="025b827e-c6c5-41fe-831e-7f0eb6b6a8cc" providerId="ADAL" clId="{17070012-7F5C-4A5F-828F-914BEDF476DD}" dt="2020-12-24T15:44:00.857" v="1508" actId="478"/>
          <ac:spMkLst>
            <pc:docMk/>
            <pc:sldMk cId="78036178" sldId="384"/>
            <ac:spMk id="38" creationId="{58D30955-097C-477D-A61C-B522340269F4}"/>
          </ac:spMkLst>
        </pc:spChg>
        <pc:spChg chg="del">
          <ac:chgData name="Coiley, Peter" userId="025b827e-c6c5-41fe-831e-7f0eb6b6a8cc" providerId="ADAL" clId="{17070012-7F5C-4A5F-828F-914BEDF476DD}" dt="2020-12-24T15:44:00.857" v="1508" actId="478"/>
          <ac:spMkLst>
            <pc:docMk/>
            <pc:sldMk cId="78036178" sldId="384"/>
            <ac:spMk id="39" creationId="{2AB5F735-96D5-42E4-B0B6-FDF35F96D207}"/>
          </ac:spMkLst>
        </pc:spChg>
        <pc:spChg chg="del">
          <ac:chgData name="Coiley, Peter" userId="025b827e-c6c5-41fe-831e-7f0eb6b6a8cc" providerId="ADAL" clId="{17070012-7F5C-4A5F-828F-914BEDF476DD}" dt="2020-12-24T15:44:00.857" v="1508" actId="478"/>
          <ac:spMkLst>
            <pc:docMk/>
            <pc:sldMk cId="78036178" sldId="384"/>
            <ac:spMk id="40" creationId="{BDD55DF9-362F-4E8E-B2C2-10909C50AE70}"/>
          </ac:spMkLst>
        </pc:spChg>
        <pc:spChg chg="del">
          <ac:chgData name="Coiley, Peter" userId="025b827e-c6c5-41fe-831e-7f0eb6b6a8cc" providerId="ADAL" clId="{17070012-7F5C-4A5F-828F-914BEDF476DD}" dt="2020-12-24T15:44:00.857" v="1508" actId="478"/>
          <ac:spMkLst>
            <pc:docMk/>
            <pc:sldMk cId="78036178" sldId="384"/>
            <ac:spMk id="41" creationId="{A5768C8F-A539-4FF6-80AF-94F7BBDEAA5A}"/>
          </ac:spMkLst>
        </pc:spChg>
        <pc:spChg chg="del">
          <ac:chgData name="Coiley, Peter" userId="025b827e-c6c5-41fe-831e-7f0eb6b6a8cc" providerId="ADAL" clId="{17070012-7F5C-4A5F-828F-914BEDF476DD}" dt="2020-12-24T15:44:00.857" v="1508" actId="478"/>
          <ac:spMkLst>
            <pc:docMk/>
            <pc:sldMk cId="78036178" sldId="384"/>
            <ac:spMk id="42" creationId="{6FB45803-2C87-4F71-8CF9-D023EC916002}"/>
          </ac:spMkLst>
        </pc:spChg>
        <pc:spChg chg="del">
          <ac:chgData name="Coiley, Peter" userId="025b827e-c6c5-41fe-831e-7f0eb6b6a8cc" providerId="ADAL" clId="{17070012-7F5C-4A5F-828F-914BEDF476DD}" dt="2020-12-24T15:44:00.857" v="1508" actId="478"/>
          <ac:spMkLst>
            <pc:docMk/>
            <pc:sldMk cId="78036178" sldId="384"/>
            <ac:spMk id="43" creationId="{626D0AE4-E718-426D-9C7F-D2E19A79DC66}"/>
          </ac:spMkLst>
        </pc:spChg>
        <pc:spChg chg="del">
          <ac:chgData name="Coiley, Peter" userId="025b827e-c6c5-41fe-831e-7f0eb6b6a8cc" providerId="ADAL" clId="{17070012-7F5C-4A5F-828F-914BEDF476DD}" dt="2020-12-24T15:44:00.857" v="1508" actId="478"/>
          <ac:spMkLst>
            <pc:docMk/>
            <pc:sldMk cId="78036178" sldId="384"/>
            <ac:spMk id="44" creationId="{BFA4E760-ECA3-41D7-BA0E-1EB8949C964E}"/>
          </ac:spMkLst>
        </pc:spChg>
        <pc:spChg chg="del">
          <ac:chgData name="Coiley, Peter" userId="025b827e-c6c5-41fe-831e-7f0eb6b6a8cc" providerId="ADAL" clId="{17070012-7F5C-4A5F-828F-914BEDF476DD}" dt="2020-12-24T15:44:00.857" v="1508" actId="478"/>
          <ac:spMkLst>
            <pc:docMk/>
            <pc:sldMk cId="78036178" sldId="384"/>
            <ac:spMk id="49" creationId="{65D17DB0-66BE-45DC-AF8E-9A7D6F40A382}"/>
          </ac:spMkLst>
        </pc:spChg>
        <pc:spChg chg="del">
          <ac:chgData name="Coiley, Peter" userId="025b827e-c6c5-41fe-831e-7f0eb6b6a8cc" providerId="ADAL" clId="{17070012-7F5C-4A5F-828F-914BEDF476DD}" dt="2020-12-24T15:44:00.857" v="1508" actId="478"/>
          <ac:spMkLst>
            <pc:docMk/>
            <pc:sldMk cId="78036178" sldId="384"/>
            <ac:spMk id="50" creationId="{0AE44036-B040-4746-AD0D-90158B0E8042}"/>
          </ac:spMkLst>
        </pc:spChg>
        <pc:spChg chg="del">
          <ac:chgData name="Coiley, Peter" userId="025b827e-c6c5-41fe-831e-7f0eb6b6a8cc" providerId="ADAL" clId="{17070012-7F5C-4A5F-828F-914BEDF476DD}" dt="2020-12-24T15:44:00.857" v="1508" actId="478"/>
          <ac:spMkLst>
            <pc:docMk/>
            <pc:sldMk cId="78036178" sldId="384"/>
            <ac:spMk id="52" creationId="{8DA60E01-E4B5-4F94-A5AF-B82B9A4BDE5D}"/>
          </ac:spMkLst>
        </pc:spChg>
        <pc:spChg chg="mod">
          <ac:chgData name="Coiley, Peter" userId="025b827e-c6c5-41fe-831e-7f0eb6b6a8cc" providerId="ADAL" clId="{17070012-7F5C-4A5F-828F-914BEDF476DD}" dt="2020-12-24T15:43:52.062" v="1507" actId="20577"/>
          <ac:spMkLst>
            <pc:docMk/>
            <pc:sldMk cId="78036178" sldId="384"/>
            <ac:spMk id="78" creationId="{1E906DC6-E92D-48B2-B43B-E4F5C4AED758}"/>
          </ac:spMkLst>
        </pc:spChg>
        <pc:picChg chg="add mod">
          <ac:chgData name="Coiley, Peter" userId="025b827e-c6c5-41fe-831e-7f0eb6b6a8cc" providerId="ADAL" clId="{17070012-7F5C-4A5F-828F-914BEDF476DD}" dt="2021-01-04T13:28:16.282" v="8991" actId="1076"/>
          <ac:picMkLst>
            <pc:docMk/>
            <pc:sldMk cId="78036178" sldId="384"/>
            <ac:picMk id="21" creationId="{0FAF8118-E545-4A65-8312-27FCDAB943FA}"/>
          </ac:picMkLst>
        </pc:picChg>
        <pc:cxnChg chg="del">
          <ac:chgData name="Coiley, Peter" userId="025b827e-c6c5-41fe-831e-7f0eb6b6a8cc" providerId="ADAL" clId="{17070012-7F5C-4A5F-828F-914BEDF476DD}" dt="2020-12-24T15:44:00.857" v="1508" actId="478"/>
          <ac:cxnSpMkLst>
            <pc:docMk/>
            <pc:sldMk cId="78036178" sldId="384"/>
            <ac:cxnSpMk id="46" creationId="{5DD9C9F5-AF19-4FC6-8F0A-A9E5B51A25AD}"/>
          </ac:cxnSpMkLst>
        </pc:cxnChg>
        <pc:cxnChg chg="del">
          <ac:chgData name="Coiley, Peter" userId="025b827e-c6c5-41fe-831e-7f0eb6b6a8cc" providerId="ADAL" clId="{17070012-7F5C-4A5F-828F-914BEDF476DD}" dt="2020-12-24T15:44:00.857" v="1508" actId="478"/>
          <ac:cxnSpMkLst>
            <pc:docMk/>
            <pc:sldMk cId="78036178" sldId="384"/>
            <ac:cxnSpMk id="47" creationId="{22B8B46E-E798-4236-8D00-2ED715FD18DF}"/>
          </ac:cxnSpMkLst>
        </pc:cxnChg>
      </pc:sldChg>
      <pc:sldChg chg="addSp delSp modSp add ord">
        <pc:chgData name="Coiley, Peter" userId="025b827e-c6c5-41fe-831e-7f0eb6b6a8cc" providerId="ADAL" clId="{17070012-7F5C-4A5F-828F-914BEDF476DD}" dt="2021-01-14T14:17:43.243" v="16344"/>
        <pc:sldMkLst>
          <pc:docMk/>
          <pc:sldMk cId="739923135" sldId="385"/>
        </pc:sldMkLst>
        <pc:spChg chg="add mod">
          <ac:chgData name="Coiley, Peter" userId="025b827e-c6c5-41fe-831e-7f0eb6b6a8cc" providerId="ADAL" clId="{17070012-7F5C-4A5F-828F-914BEDF476DD}" dt="2020-12-24T15:46:45.498" v="1580" actId="1037"/>
          <ac:spMkLst>
            <pc:docMk/>
            <pc:sldMk cId="739923135" sldId="385"/>
            <ac:spMk id="8" creationId="{0FC2B23D-C247-4565-82B8-F6481924B69B}"/>
          </ac:spMkLst>
        </pc:spChg>
        <pc:spChg chg="add mod">
          <ac:chgData name="Coiley, Peter" userId="025b827e-c6c5-41fe-831e-7f0eb6b6a8cc" providerId="ADAL" clId="{17070012-7F5C-4A5F-828F-914BEDF476DD}" dt="2020-12-24T15:46:45.498" v="1580" actId="1037"/>
          <ac:spMkLst>
            <pc:docMk/>
            <pc:sldMk cId="739923135" sldId="385"/>
            <ac:spMk id="9" creationId="{EF275607-40AF-4A2A-A6C2-364BC2AE23B6}"/>
          </ac:spMkLst>
        </pc:spChg>
        <pc:spChg chg="add mod">
          <ac:chgData name="Coiley, Peter" userId="025b827e-c6c5-41fe-831e-7f0eb6b6a8cc" providerId="ADAL" clId="{17070012-7F5C-4A5F-828F-914BEDF476DD}" dt="2020-12-24T15:46:45.498" v="1580" actId="1037"/>
          <ac:spMkLst>
            <pc:docMk/>
            <pc:sldMk cId="739923135" sldId="385"/>
            <ac:spMk id="10" creationId="{60AB82F3-E77A-4D75-ACFC-23F51C9371AF}"/>
          </ac:spMkLst>
        </pc:spChg>
        <pc:spChg chg="add mod">
          <ac:chgData name="Coiley, Peter" userId="025b827e-c6c5-41fe-831e-7f0eb6b6a8cc" providerId="ADAL" clId="{17070012-7F5C-4A5F-828F-914BEDF476DD}" dt="2020-12-24T15:46:45.498" v="1580" actId="1037"/>
          <ac:spMkLst>
            <pc:docMk/>
            <pc:sldMk cId="739923135" sldId="385"/>
            <ac:spMk id="11" creationId="{F2F25777-903B-4545-B1A9-454793A1D386}"/>
          </ac:spMkLst>
        </pc:spChg>
        <pc:spChg chg="add mod">
          <ac:chgData name="Coiley, Peter" userId="025b827e-c6c5-41fe-831e-7f0eb6b6a8cc" providerId="ADAL" clId="{17070012-7F5C-4A5F-828F-914BEDF476DD}" dt="2020-12-24T15:46:45.498" v="1580" actId="1037"/>
          <ac:spMkLst>
            <pc:docMk/>
            <pc:sldMk cId="739923135" sldId="385"/>
            <ac:spMk id="12" creationId="{0B0C3925-3EF4-45AB-BD9C-B46AE11130E1}"/>
          </ac:spMkLst>
        </pc:spChg>
        <pc:spChg chg="add mod">
          <ac:chgData name="Coiley, Peter" userId="025b827e-c6c5-41fe-831e-7f0eb6b6a8cc" providerId="ADAL" clId="{17070012-7F5C-4A5F-828F-914BEDF476DD}" dt="2020-12-24T15:46:45.498" v="1580" actId="1037"/>
          <ac:spMkLst>
            <pc:docMk/>
            <pc:sldMk cId="739923135" sldId="385"/>
            <ac:spMk id="13" creationId="{AD5552FA-0433-4631-A23F-4F414FFC27BF}"/>
          </ac:spMkLst>
        </pc:spChg>
        <pc:spChg chg="add mod">
          <ac:chgData name="Coiley, Peter" userId="025b827e-c6c5-41fe-831e-7f0eb6b6a8cc" providerId="ADAL" clId="{17070012-7F5C-4A5F-828F-914BEDF476DD}" dt="2020-12-24T15:46:45.498" v="1580" actId="1037"/>
          <ac:spMkLst>
            <pc:docMk/>
            <pc:sldMk cId="739923135" sldId="385"/>
            <ac:spMk id="14" creationId="{08848CFC-F769-4B71-BCCD-01992C2F6969}"/>
          </ac:spMkLst>
        </pc:spChg>
        <pc:spChg chg="add mod">
          <ac:chgData name="Coiley, Peter" userId="025b827e-c6c5-41fe-831e-7f0eb6b6a8cc" providerId="ADAL" clId="{17070012-7F5C-4A5F-828F-914BEDF476DD}" dt="2020-12-24T15:46:45.498" v="1580" actId="1037"/>
          <ac:spMkLst>
            <pc:docMk/>
            <pc:sldMk cId="739923135" sldId="385"/>
            <ac:spMk id="15" creationId="{AF0C629C-C7F2-42A9-B048-34F2FCCD8D39}"/>
          </ac:spMkLst>
        </pc:spChg>
        <pc:spChg chg="add mod">
          <ac:chgData name="Coiley, Peter" userId="025b827e-c6c5-41fe-831e-7f0eb6b6a8cc" providerId="ADAL" clId="{17070012-7F5C-4A5F-828F-914BEDF476DD}" dt="2020-12-24T15:46:45.498" v="1580" actId="1037"/>
          <ac:spMkLst>
            <pc:docMk/>
            <pc:sldMk cId="739923135" sldId="385"/>
            <ac:spMk id="16" creationId="{422E889D-464F-40F0-B91A-C09FFC215C98}"/>
          </ac:spMkLst>
        </pc:spChg>
        <pc:spChg chg="add mod">
          <ac:chgData name="Coiley, Peter" userId="025b827e-c6c5-41fe-831e-7f0eb6b6a8cc" providerId="ADAL" clId="{17070012-7F5C-4A5F-828F-914BEDF476DD}" dt="2020-12-24T15:46:45.498" v="1580" actId="1037"/>
          <ac:spMkLst>
            <pc:docMk/>
            <pc:sldMk cId="739923135" sldId="385"/>
            <ac:spMk id="17" creationId="{C5AA9BE6-D811-4044-8118-8C532029A490}"/>
          </ac:spMkLst>
        </pc:spChg>
        <pc:spChg chg="add mod">
          <ac:chgData name="Coiley, Peter" userId="025b827e-c6c5-41fe-831e-7f0eb6b6a8cc" providerId="ADAL" clId="{17070012-7F5C-4A5F-828F-914BEDF476DD}" dt="2020-12-24T15:46:45.498" v="1580" actId="1037"/>
          <ac:spMkLst>
            <pc:docMk/>
            <pc:sldMk cId="739923135" sldId="385"/>
            <ac:spMk id="18" creationId="{8C62E529-AF24-4226-A20F-FB208DA2ED62}"/>
          </ac:spMkLst>
        </pc:spChg>
        <pc:spChg chg="add mod">
          <ac:chgData name="Coiley, Peter" userId="025b827e-c6c5-41fe-831e-7f0eb6b6a8cc" providerId="ADAL" clId="{17070012-7F5C-4A5F-828F-914BEDF476DD}" dt="2020-12-24T15:46:45.498" v="1580" actId="1037"/>
          <ac:spMkLst>
            <pc:docMk/>
            <pc:sldMk cId="739923135" sldId="385"/>
            <ac:spMk id="19" creationId="{5F34DDA6-C9FE-43D2-86ED-D69243389A25}"/>
          </ac:spMkLst>
        </pc:spChg>
        <pc:spChg chg="del">
          <ac:chgData name="Coiley, Peter" userId="025b827e-c6c5-41fe-831e-7f0eb6b6a8cc" providerId="ADAL" clId="{17070012-7F5C-4A5F-828F-914BEDF476DD}" dt="2020-12-24T15:46:07.310" v="1559" actId="478"/>
          <ac:spMkLst>
            <pc:docMk/>
            <pc:sldMk cId="739923135" sldId="385"/>
            <ac:spMk id="20" creationId="{96D935B2-418D-439B-B992-10945D992704}"/>
          </ac:spMkLst>
        </pc:spChg>
        <pc:spChg chg="add mod">
          <ac:chgData name="Coiley, Peter" userId="025b827e-c6c5-41fe-831e-7f0eb6b6a8cc" providerId="ADAL" clId="{17070012-7F5C-4A5F-828F-914BEDF476DD}" dt="2020-12-24T15:46:45.498" v="1580" actId="1037"/>
          <ac:spMkLst>
            <pc:docMk/>
            <pc:sldMk cId="739923135" sldId="385"/>
            <ac:spMk id="23" creationId="{B536A399-434B-4EC0-B3A8-860F44D5D969}"/>
          </ac:spMkLst>
        </pc:spChg>
        <pc:spChg chg="add mod">
          <ac:chgData name="Coiley, Peter" userId="025b827e-c6c5-41fe-831e-7f0eb6b6a8cc" providerId="ADAL" clId="{17070012-7F5C-4A5F-828F-914BEDF476DD}" dt="2020-12-24T15:46:45.498" v="1580" actId="1037"/>
          <ac:spMkLst>
            <pc:docMk/>
            <pc:sldMk cId="739923135" sldId="385"/>
            <ac:spMk id="26" creationId="{EBF51ACB-15D4-4484-991A-5C78F2CF9152}"/>
          </ac:spMkLst>
        </pc:spChg>
        <pc:spChg chg="add mod">
          <ac:chgData name="Coiley, Peter" userId="025b827e-c6c5-41fe-831e-7f0eb6b6a8cc" providerId="ADAL" clId="{17070012-7F5C-4A5F-828F-914BEDF476DD}" dt="2020-12-24T15:46:45.498" v="1580" actId="1037"/>
          <ac:spMkLst>
            <pc:docMk/>
            <pc:sldMk cId="739923135" sldId="385"/>
            <ac:spMk id="27" creationId="{D102F939-BEBD-4B62-816A-EBE8159D17FA}"/>
          </ac:spMkLst>
        </pc:spChg>
        <pc:spChg chg="add mod">
          <ac:chgData name="Coiley, Peter" userId="025b827e-c6c5-41fe-831e-7f0eb6b6a8cc" providerId="ADAL" clId="{17070012-7F5C-4A5F-828F-914BEDF476DD}" dt="2020-12-24T15:46:45.498" v="1580" actId="1037"/>
          <ac:spMkLst>
            <pc:docMk/>
            <pc:sldMk cId="739923135" sldId="385"/>
            <ac:spMk id="28" creationId="{70FB8925-233F-4C97-9AB0-17370EC1A909}"/>
          </ac:spMkLst>
        </pc:spChg>
        <pc:spChg chg="add mod">
          <ac:chgData name="Coiley, Peter" userId="025b827e-c6c5-41fe-831e-7f0eb6b6a8cc" providerId="ADAL" clId="{17070012-7F5C-4A5F-828F-914BEDF476DD}" dt="2020-12-24T15:46:45.498" v="1580" actId="1037"/>
          <ac:spMkLst>
            <pc:docMk/>
            <pc:sldMk cId="739923135" sldId="385"/>
            <ac:spMk id="29" creationId="{15BAC48D-B997-465A-B174-82F8F6B8FC74}"/>
          </ac:spMkLst>
        </pc:spChg>
        <pc:spChg chg="mod">
          <ac:chgData name="Coiley, Peter" userId="025b827e-c6c5-41fe-831e-7f0eb6b6a8cc" providerId="ADAL" clId="{17070012-7F5C-4A5F-828F-914BEDF476DD}" dt="2020-12-24T15:46:04.866" v="1558" actId="20577"/>
          <ac:spMkLst>
            <pc:docMk/>
            <pc:sldMk cId="739923135" sldId="385"/>
            <ac:spMk id="34" creationId="{C560C772-E0A0-4F1E-92F1-CA076CC5FF28}"/>
          </ac:spMkLst>
        </pc:spChg>
        <pc:graphicFrameChg chg="add mod">
          <ac:chgData name="Coiley, Peter" userId="025b827e-c6c5-41fe-831e-7f0eb6b6a8cc" providerId="ADAL" clId="{17070012-7F5C-4A5F-828F-914BEDF476DD}" dt="2020-12-24T15:46:45.498" v="1580" actId="1037"/>
          <ac:graphicFrameMkLst>
            <pc:docMk/>
            <pc:sldMk cId="739923135" sldId="385"/>
            <ac:graphicFrameMk id="22" creationId="{2E48BEFC-7213-4496-9C8A-43474F19FA29}"/>
          </ac:graphicFrameMkLst>
        </pc:graphicFrameChg>
        <pc:picChg chg="del">
          <ac:chgData name="Coiley, Peter" userId="025b827e-c6c5-41fe-831e-7f0eb6b6a8cc" providerId="ADAL" clId="{17070012-7F5C-4A5F-828F-914BEDF476DD}" dt="2020-12-24T15:46:10.020" v="1560" actId="478"/>
          <ac:picMkLst>
            <pc:docMk/>
            <pc:sldMk cId="739923135" sldId="385"/>
            <ac:picMk id="21" creationId="{0FAF8118-E545-4A65-8312-27FCDAB943FA}"/>
          </ac:picMkLst>
        </pc:picChg>
        <pc:cxnChg chg="add mod">
          <ac:chgData name="Coiley, Peter" userId="025b827e-c6c5-41fe-831e-7f0eb6b6a8cc" providerId="ADAL" clId="{17070012-7F5C-4A5F-828F-914BEDF476DD}" dt="2020-12-24T15:46:45.498" v="1580" actId="1037"/>
          <ac:cxnSpMkLst>
            <pc:docMk/>
            <pc:sldMk cId="739923135" sldId="385"/>
            <ac:cxnSpMk id="24" creationId="{861744BE-7A25-47B7-AAB9-FE909028B0A6}"/>
          </ac:cxnSpMkLst>
        </pc:cxnChg>
        <pc:cxnChg chg="add mod">
          <ac:chgData name="Coiley, Peter" userId="025b827e-c6c5-41fe-831e-7f0eb6b6a8cc" providerId="ADAL" clId="{17070012-7F5C-4A5F-828F-914BEDF476DD}" dt="2020-12-24T15:46:45.498" v="1580" actId="1037"/>
          <ac:cxnSpMkLst>
            <pc:docMk/>
            <pc:sldMk cId="739923135" sldId="385"/>
            <ac:cxnSpMk id="25" creationId="{3D36A27E-80ED-4D56-AF54-E3682CD58883}"/>
          </ac:cxnSpMkLst>
        </pc:cxnChg>
      </pc:sldChg>
      <pc:sldChg chg="add del">
        <pc:chgData name="Coiley, Peter" userId="025b827e-c6c5-41fe-831e-7f0eb6b6a8cc" providerId="ADAL" clId="{17070012-7F5C-4A5F-828F-914BEDF476DD}" dt="2020-12-24T15:45:06.716" v="1512"/>
        <pc:sldMkLst>
          <pc:docMk/>
          <pc:sldMk cId="1097484175" sldId="385"/>
        </pc:sldMkLst>
      </pc:sldChg>
      <pc:sldChg chg="modSp add del">
        <pc:chgData name="Coiley, Peter" userId="025b827e-c6c5-41fe-831e-7f0eb6b6a8cc" providerId="ADAL" clId="{17070012-7F5C-4A5F-828F-914BEDF476DD}" dt="2021-01-20T16:19:46.505" v="18876" actId="2696"/>
        <pc:sldMkLst>
          <pc:docMk/>
          <pc:sldMk cId="250671572" sldId="386"/>
        </pc:sldMkLst>
        <pc:spChg chg="mod">
          <ac:chgData name="Coiley, Peter" userId="025b827e-c6c5-41fe-831e-7f0eb6b6a8cc" providerId="ADAL" clId="{17070012-7F5C-4A5F-828F-914BEDF476DD}" dt="2021-01-20T15:57:24.230" v="18752" actId="20577"/>
          <ac:spMkLst>
            <pc:docMk/>
            <pc:sldMk cId="250671572" sldId="386"/>
            <ac:spMk id="20" creationId="{96D935B2-418D-439B-B992-10945D992704}"/>
          </ac:spMkLst>
        </pc:spChg>
      </pc:sldChg>
      <pc:sldChg chg="add del">
        <pc:chgData name="Coiley, Peter" userId="025b827e-c6c5-41fe-831e-7f0eb6b6a8cc" providerId="ADAL" clId="{17070012-7F5C-4A5F-828F-914BEDF476DD}" dt="2020-12-24T15:48:39.615" v="1586"/>
        <pc:sldMkLst>
          <pc:docMk/>
          <pc:sldMk cId="1578864057" sldId="386"/>
        </pc:sldMkLst>
      </pc:sldChg>
      <pc:sldChg chg="addSp delSp modSp add del">
        <pc:chgData name="Coiley, Peter" userId="025b827e-c6c5-41fe-831e-7f0eb6b6a8cc" providerId="ADAL" clId="{17070012-7F5C-4A5F-828F-914BEDF476DD}" dt="2021-01-20T15:01:52.482" v="17744" actId="2696"/>
        <pc:sldMkLst>
          <pc:docMk/>
          <pc:sldMk cId="2347724783" sldId="386"/>
        </pc:sldMkLst>
        <pc:spChg chg="add mod">
          <ac:chgData name="Coiley, Peter" userId="025b827e-c6c5-41fe-831e-7f0eb6b6a8cc" providerId="ADAL" clId="{17070012-7F5C-4A5F-828F-914BEDF476DD}" dt="2020-12-24T15:58:53.493" v="2310" actId="164"/>
          <ac:spMkLst>
            <pc:docMk/>
            <pc:sldMk cId="2347724783" sldId="386"/>
            <ac:spMk id="8" creationId="{A5EA659B-12B7-4876-AC99-9BCA7EFA4F90}"/>
          </ac:spMkLst>
        </pc:spChg>
        <pc:spChg chg="add mod">
          <ac:chgData name="Coiley, Peter" userId="025b827e-c6c5-41fe-831e-7f0eb6b6a8cc" providerId="ADAL" clId="{17070012-7F5C-4A5F-828F-914BEDF476DD}" dt="2020-12-24T15:58:53.493" v="2310" actId="164"/>
          <ac:spMkLst>
            <pc:docMk/>
            <pc:sldMk cId="2347724783" sldId="386"/>
            <ac:spMk id="9" creationId="{673D9820-224A-4B7F-8E85-91C971E12056}"/>
          </ac:spMkLst>
        </pc:spChg>
        <pc:spChg chg="add mod">
          <ac:chgData name="Coiley, Peter" userId="025b827e-c6c5-41fe-831e-7f0eb6b6a8cc" providerId="ADAL" clId="{17070012-7F5C-4A5F-828F-914BEDF476DD}" dt="2020-12-24T15:58:53.493" v="2310" actId="164"/>
          <ac:spMkLst>
            <pc:docMk/>
            <pc:sldMk cId="2347724783" sldId="386"/>
            <ac:spMk id="10" creationId="{6556324E-1A81-471C-BB09-681C79172E79}"/>
          </ac:spMkLst>
        </pc:spChg>
        <pc:spChg chg="add mod">
          <ac:chgData name="Coiley, Peter" userId="025b827e-c6c5-41fe-831e-7f0eb6b6a8cc" providerId="ADAL" clId="{17070012-7F5C-4A5F-828F-914BEDF476DD}" dt="2020-12-24T15:58:53.493" v="2310" actId="164"/>
          <ac:spMkLst>
            <pc:docMk/>
            <pc:sldMk cId="2347724783" sldId="386"/>
            <ac:spMk id="11" creationId="{70EEEC44-95D2-4677-8B1B-EA4662D822BB}"/>
          </ac:spMkLst>
        </pc:spChg>
        <pc:spChg chg="add mod">
          <ac:chgData name="Coiley, Peter" userId="025b827e-c6c5-41fe-831e-7f0eb6b6a8cc" providerId="ADAL" clId="{17070012-7F5C-4A5F-828F-914BEDF476DD}" dt="2020-12-24T15:58:53.493" v="2310" actId="164"/>
          <ac:spMkLst>
            <pc:docMk/>
            <pc:sldMk cId="2347724783" sldId="386"/>
            <ac:spMk id="12" creationId="{4FDB5E80-4408-4805-BF54-6F03C8CB3BC5}"/>
          </ac:spMkLst>
        </pc:spChg>
        <pc:spChg chg="add mod">
          <ac:chgData name="Coiley, Peter" userId="025b827e-c6c5-41fe-831e-7f0eb6b6a8cc" providerId="ADAL" clId="{17070012-7F5C-4A5F-828F-914BEDF476DD}" dt="2020-12-24T15:58:53.493" v="2310" actId="164"/>
          <ac:spMkLst>
            <pc:docMk/>
            <pc:sldMk cId="2347724783" sldId="386"/>
            <ac:spMk id="13" creationId="{F5C6F776-3CBB-499B-AB81-8D8163CE856A}"/>
          </ac:spMkLst>
        </pc:spChg>
        <pc:spChg chg="add mod">
          <ac:chgData name="Coiley, Peter" userId="025b827e-c6c5-41fe-831e-7f0eb6b6a8cc" providerId="ADAL" clId="{17070012-7F5C-4A5F-828F-914BEDF476DD}" dt="2020-12-24T15:58:53.493" v="2310" actId="164"/>
          <ac:spMkLst>
            <pc:docMk/>
            <pc:sldMk cId="2347724783" sldId="386"/>
            <ac:spMk id="14" creationId="{329E4FA3-777A-49A7-AAD8-F47BB69B24EF}"/>
          </ac:spMkLst>
        </pc:spChg>
        <pc:spChg chg="add mod">
          <ac:chgData name="Coiley, Peter" userId="025b827e-c6c5-41fe-831e-7f0eb6b6a8cc" providerId="ADAL" clId="{17070012-7F5C-4A5F-828F-914BEDF476DD}" dt="2020-12-24T15:58:53.493" v="2310" actId="164"/>
          <ac:spMkLst>
            <pc:docMk/>
            <pc:sldMk cId="2347724783" sldId="386"/>
            <ac:spMk id="15" creationId="{91048C2D-13AC-4D4A-ABDB-1B906E27BFFF}"/>
          </ac:spMkLst>
        </pc:spChg>
        <pc:spChg chg="add mod">
          <ac:chgData name="Coiley, Peter" userId="025b827e-c6c5-41fe-831e-7f0eb6b6a8cc" providerId="ADAL" clId="{17070012-7F5C-4A5F-828F-914BEDF476DD}" dt="2020-12-24T15:58:53.493" v="2310" actId="164"/>
          <ac:spMkLst>
            <pc:docMk/>
            <pc:sldMk cId="2347724783" sldId="386"/>
            <ac:spMk id="16" creationId="{AA4F5C9D-11BC-4E0D-B9A0-3BB31C927DFF}"/>
          </ac:spMkLst>
        </pc:spChg>
        <pc:spChg chg="add mod">
          <ac:chgData name="Coiley, Peter" userId="025b827e-c6c5-41fe-831e-7f0eb6b6a8cc" providerId="ADAL" clId="{17070012-7F5C-4A5F-828F-914BEDF476DD}" dt="2020-12-24T15:58:53.493" v="2310" actId="164"/>
          <ac:spMkLst>
            <pc:docMk/>
            <pc:sldMk cId="2347724783" sldId="386"/>
            <ac:spMk id="17" creationId="{0323DB00-F5F1-4F5E-AE56-E61522F8D5F8}"/>
          </ac:spMkLst>
        </pc:spChg>
        <pc:spChg chg="mod">
          <ac:chgData name="Coiley, Peter" userId="025b827e-c6c5-41fe-831e-7f0eb6b6a8cc" providerId="ADAL" clId="{17070012-7F5C-4A5F-828F-914BEDF476DD}" dt="2021-01-04T13:30:43.693" v="9067" actId="20577"/>
          <ac:spMkLst>
            <pc:docMk/>
            <pc:sldMk cId="2347724783" sldId="386"/>
            <ac:spMk id="20" creationId="{96D935B2-418D-439B-B992-10945D992704}"/>
          </ac:spMkLst>
        </pc:spChg>
        <pc:spChg chg="add mod">
          <ac:chgData name="Coiley, Peter" userId="025b827e-c6c5-41fe-831e-7f0eb6b6a8cc" providerId="ADAL" clId="{17070012-7F5C-4A5F-828F-914BEDF476DD}" dt="2020-12-24T15:58:53.493" v="2310" actId="164"/>
          <ac:spMkLst>
            <pc:docMk/>
            <pc:sldMk cId="2347724783" sldId="386"/>
            <ac:spMk id="24" creationId="{632B4D07-9A00-4DBA-9CE7-D265DAECBD07}"/>
          </ac:spMkLst>
        </pc:spChg>
        <pc:spChg chg="add mod">
          <ac:chgData name="Coiley, Peter" userId="025b827e-c6c5-41fe-831e-7f0eb6b6a8cc" providerId="ADAL" clId="{17070012-7F5C-4A5F-828F-914BEDF476DD}" dt="2021-01-04T13:31:24.594" v="9069" actId="1076"/>
          <ac:spMkLst>
            <pc:docMk/>
            <pc:sldMk cId="2347724783" sldId="386"/>
            <ac:spMk id="25" creationId="{CBBD7205-F3BB-455D-8A7E-497E7EC254D6}"/>
          </ac:spMkLst>
        </pc:spChg>
        <pc:spChg chg="mod">
          <ac:chgData name="Coiley, Peter" userId="025b827e-c6c5-41fe-831e-7f0eb6b6a8cc" providerId="ADAL" clId="{17070012-7F5C-4A5F-828F-914BEDF476DD}" dt="2020-12-24T15:56:23.114" v="2290" actId="20577"/>
          <ac:spMkLst>
            <pc:docMk/>
            <pc:sldMk cId="2347724783" sldId="386"/>
            <ac:spMk id="34" creationId="{C560C772-E0A0-4F1E-92F1-CA076CC5FF28}"/>
          </ac:spMkLst>
        </pc:spChg>
        <pc:spChg chg="mod">
          <ac:chgData name="Coiley, Peter" userId="025b827e-c6c5-41fe-831e-7f0eb6b6a8cc" providerId="ADAL" clId="{17070012-7F5C-4A5F-828F-914BEDF476DD}" dt="2020-12-24T15:49:45.917" v="1634" actId="20577"/>
          <ac:spMkLst>
            <pc:docMk/>
            <pc:sldMk cId="2347724783" sldId="386"/>
            <ac:spMk id="78" creationId="{1E906DC6-E92D-48B2-B43B-E4F5C4AED758}"/>
          </ac:spMkLst>
        </pc:spChg>
        <pc:grpChg chg="add del mod">
          <ac:chgData name="Coiley, Peter" userId="025b827e-c6c5-41fe-831e-7f0eb6b6a8cc" providerId="ADAL" clId="{17070012-7F5C-4A5F-828F-914BEDF476DD}" dt="2021-01-04T13:31:19.136" v="9068" actId="478"/>
          <ac:grpSpMkLst>
            <pc:docMk/>
            <pc:sldMk cId="2347724783" sldId="386"/>
            <ac:grpSpMk id="2" creationId="{2D3180C9-8AD4-40A2-8798-DEDBB743E364}"/>
          </ac:grpSpMkLst>
        </pc:grpChg>
        <pc:grpChg chg="add mod">
          <ac:chgData name="Coiley, Peter" userId="025b827e-c6c5-41fe-831e-7f0eb6b6a8cc" providerId="ADAL" clId="{17070012-7F5C-4A5F-828F-914BEDF476DD}" dt="2020-12-24T15:58:53.493" v="2310" actId="164"/>
          <ac:grpSpMkLst>
            <pc:docMk/>
            <pc:sldMk cId="2347724783" sldId="386"/>
            <ac:grpSpMk id="18" creationId="{D21E33E9-A146-406E-AF60-002AF834FF50}"/>
          </ac:grpSpMkLst>
        </pc:grpChg>
        <pc:picChg chg="del">
          <ac:chgData name="Coiley, Peter" userId="025b827e-c6c5-41fe-831e-7f0eb6b6a8cc" providerId="ADAL" clId="{17070012-7F5C-4A5F-828F-914BEDF476DD}" dt="2020-12-24T15:49:50.297" v="1635" actId="478"/>
          <ac:picMkLst>
            <pc:docMk/>
            <pc:sldMk cId="2347724783" sldId="386"/>
            <ac:picMk id="21" creationId="{0FAF8118-E545-4A65-8312-27FCDAB943FA}"/>
          </ac:picMkLst>
        </pc:picChg>
      </pc:sldChg>
      <pc:sldChg chg="modSp add">
        <pc:chgData name="Coiley, Peter" userId="025b827e-c6c5-41fe-831e-7f0eb6b6a8cc" providerId="ADAL" clId="{17070012-7F5C-4A5F-828F-914BEDF476DD}" dt="2021-01-20T16:28:53.561" v="19206" actId="20577"/>
        <pc:sldMkLst>
          <pc:docMk/>
          <pc:sldMk cId="3413406411" sldId="386"/>
        </pc:sldMkLst>
        <pc:spChg chg="mod">
          <ac:chgData name="Coiley, Peter" userId="025b827e-c6c5-41fe-831e-7f0eb6b6a8cc" providerId="ADAL" clId="{17070012-7F5C-4A5F-828F-914BEDF476DD}" dt="2021-01-20T16:28:53.561" v="19206" actId="20577"/>
          <ac:spMkLst>
            <pc:docMk/>
            <pc:sldMk cId="3413406411" sldId="386"/>
            <ac:spMk id="20" creationId="{96D935B2-418D-439B-B992-10945D992704}"/>
          </ac:spMkLst>
        </pc:spChg>
      </pc:sldChg>
      <pc:sldChg chg="delSp modSp add del">
        <pc:chgData name="Coiley, Peter" userId="025b827e-c6c5-41fe-831e-7f0eb6b6a8cc" providerId="ADAL" clId="{17070012-7F5C-4A5F-828F-914BEDF476DD}" dt="2020-12-24T16:02:27.355" v="2359" actId="2696"/>
        <pc:sldMkLst>
          <pc:docMk/>
          <pc:sldMk cId="751398388" sldId="387"/>
        </pc:sldMkLst>
        <pc:spChg chg="mod">
          <ac:chgData name="Coiley, Peter" userId="025b827e-c6c5-41fe-831e-7f0eb6b6a8cc" providerId="ADAL" clId="{17070012-7F5C-4A5F-828F-914BEDF476DD}" dt="2020-12-24T16:02:22.495" v="2358" actId="20577"/>
          <ac:spMkLst>
            <pc:docMk/>
            <pc:sldMk cId="751398388" sldId="387"/>
            <ac:spMk id="20" creationId="{96D935B2-418D-439B-B992-10945D992704}"/>
          </ac:spMkLst>
        </pc:spChg>
        <pc:picChg chg="del">
          <ac:chgData name="Coiley, Peter" userId="025b827e-c6c5-41fe-831e-7f0eb6b6a8cc" providerId="ADAL" clId="{17070012-7F5C-4A5F-828F-914BEDF476DD}" dt="2020-12-24T16:02:13.916" v="2354" actId="478"/>
          <ac:picMkLst>
            <pc:docMk/>
            <pc:sldMk cId="751398388" sldId="387"/>
            <ac:picMk id="21" creationId="{0FAF8118-E545-4A65-8312-27FCDAB943FA}"/>
          </ac:picMkLst>
        </pc:picChg>
      </pc:sldChg>
      <pc:sldChg chg="delSp modSp add del">
        <pc:chgData name="Coiley, Peter" userId="025b827e-c6c5-41fe-831e-7f0eb6b6a8cc" providerId="ADAL" clId="{17070012-7F5C-4A5F-828F-914BEDF476DD}" dt="2021-01-20T16:38:22.471" v="19946" actId="2696"/>
        <pc:sldMkLst>
          <pc:docMk/>
          <pc:sldMk cId="3049750282" sldId="387"/>
        </pc:sldMkLst>
        <pc:spChg chg="mod">
          <ac:chgData name="Coiley, Peter" userId="025b827e-c6c5-41fe-831e-7f0eb6b6a8cc" providerId="ADAL" clId="{17070012-7F5C-4A5F-828F-914BEDF476DD}" dt="2021-01-20T15:12:00.938" v="18248" actId="20577"/>
          <ac:spMkLst>
            <pc:docMk/>
            <pc:sldMk cId="3049750282" sldId="387"/>
            <ac:spMk id="20" creationId="{96D935B2-418D-439B-B992-10945D992704}"/>
          </ac:spMkLst>
        </pc:spChg>
        <pc:spChg chg="mod">
          <ac:chgData name="Coiley, Peter" userId="025b827e-c6c5-41fe-831e-7f0eb6b6a8cc" providerId="ADAL" clId="{17070012-7F5C-4A5F-828F-914BEDF476DD}" dt="2020-12-24T16:06:40.339" v="2413" actId="20577"/>
          <ac:spMkLst>
            <pc:docMk/>
            <pc:sldMk cId="3049750282" sldId="387"/>
            <ac:spMk id="34" creationId="{C560C772-E0A0-4F1E-92F1-CA076CC5FF28}"/>
          </ac:spMkLst>
        </pc:spChg>
        <pc:spChg chg="mod">
          <ac:chgData name="Coiley, Peter" userId="025b827e-c6c5-41fe-831e-7f0eb6b6a8cc" providerId="ADAL" clId="{17070012-7F5C-4A5F-828F-914BEDF476DD}" dt="2020-12-24T16:09:58.504" v="2489" actId="20577"/>
          <ac:spMkLst>
            <pc:docMk/>
            <pc:sldMk cId="3049750282" sldId="387"/>
            <ac:spMk id="78" creationId="{1E906DC6-E92D-48B2-B43B-E4F5C4AED758}"/>
          </ac:spMkLst>
        </pc:spChg>
        <pc:picChg chg="del">
          <ac:chgData name="Coiley, Peter" userId="025b827e-c6c5-41fe-831e-7f0eb6b6a8cc" providerId="ADAL" clId="{17070012-7F5C-4A5F-828F-914BEDF476DD}" dt="2020-12-24T16:02:34.895" v="2362" actId="478"/>
          <ac:picMkLst>
            <pc:docMk/>
            <pc:sldMk cId="3049750282" sldId="387"/>
            <ac:picMk id="21" creationId="{0FAF8118-E545-4A65-8312-27FCDAB943FA}"/>
          </ac:picMkLst>
        </pc:picChg>
      </pc:sldChg>
      <pc:sldChg chg="add del">
        <pc:chgData name="Coiley, Peter" userId="025b827e-c6c5-41fe-831e-7f0eb6b6a8cc" providerId="ADAL" clId="{17070012-7F5C-4A5F-828F-914BEDF476DD}" dt="2021-01-21T00:19:09.628" v="19976" actId="2696"/>
        <pc:sldMkLst>
          <pc:docMk/>
          <pc:sldMk cId="2535922469" sldId="388"/>
        </pc:sldMkLst>
      </pc:sldChg>
      <pc:sldChg chg="addSp delSp modSp add del">
        <pc:chgData name="Coiley, Peter" userId="025b827e-c6c5-41fe-831e-7f0eb6b6a8cc" providerId="ADAL" clId="{17070012-7F5C-4A5F-828F-914BEDF476DD}" dt="2021-01-20T16:32:34.477" v="19372" actId="2696"/>
        <pc:sldMkLst>
          <pc:docMk/>
          <pc:sldMk cId="3339131527" sldId="388"/>
        </pc:sldMkLst>
        <pc:spChg chg="add del mod">
          <ac:chgData name="Coiley, Peter" userId="025b827e-c6c5-41fe-831e-7f0eb6b6a8cc" providerId="ADAL" clId="{17070012-7F5C-4A5F-828F-914BEDF476DD}" dt="2020-12-24T16:17:14.208" v="3431" actId="478"/>
          <ac:spMkLst>
            <pc:docMk/>
            <pc:sldMk cId="3339131527" sldId="388"/>
            <ac:spMk id="7" creationId="{C8A8D9EC-DA7C-4803-AABA-1ABF39EB92C8}"/>
          </ac:spMkLst>
        </pc:spChg>
        <pc:spChg chg="add mod">
          <ac:chgData name="Coiley, Peter" userId="025b827e-c6c5-41fe-831e-7f0eb6b6a8cc" providerId="ADAL" clId="{17070012-7F5C-4A5F-828F-914BEDF476DD}" dt="2020-12-24T16:20:02.991" v="3494" actId="1076"/>
          <ac:spMkLst>
            <pc:docMk/>
            <pc:sldMk cId="3339131527" sldId="388"/>
            <ac:spMk id="8" creationId="{60E600A7-252D-45DB-BF18-2396B1A176A8}"/>
          </ac:spMkLst>
        </pc:spChg>
        <pc:spChg chg="add mod">
          <ac:chgData name="Coiley, Peter" userId="025b827e-c6c5-41fe-831e-7f0eb6b6a8cc" providerId="ADAL" clId="{17070012-7F5C-4A5F-828F-914BEDF476DD}" dt="2021-01-14T14:38:20.386" v="17391" actId="20577"/>
          <ac:spMkLst>
            <pc:docMk/>
            <pc:sldMk cId="3339131527" sldId="388"/>
            <ac:spMk id="9" creationId="{4EE010EB-A213-4DE5-87A9-55E58D0CC3B3}"/>
          </ac:spMkLst>
        </pc:spChg>
        <pc:spChg chg="mod">
          <ac:chgData name="Coiley, Peter" userId="025b827e-c6c5-41fe-831e-7f0eb6b6a8cc" providerId="ADAL" clId="{17070012-7F5C-4A5F-828F-914BEDF476DD}" dt="2021-01-14T20:19:58.305" v="17615" actId="20577"/>
          <ac:spMkLst>
            <pc:docMk/>
            <pc:sldMk cId="3339131527" sldId="388"/>
            <ac:spMk id="20" creationId="{96D935B2-418D-439B-B992-10945D992704}"/>
          </ac:spMkLst>
        </pc:spChg>
        <pc:spChg chg="mod">
          <ac:chgData name="Coiley, Peter" userId="025b827e-c6c5-41fe-831e-7f0eb6b6a8cc" providerId="ADAL" clId="{17070012-7F5C-4A5F-828F-914BEDF476DD}" dt="2020-12-24T16:10:24.674" v="2537" actId="20577"/>
          <ac:spMkLst>
            <pc:docMk/>
            <pc:sldMk cId="3339131527" sldId="388"/>
            <ac:spMk id="34" creationId="{C560C772-E0A0-4F1E-92F1-CA076CC5FF28}"/>
          </ac:spMkLst>
        </pc:spChg>
      </pc:sldChg>
      <pc:sldChg chg="addSp delSp modSp add del">
        <pc:chgData name="Coiley, Peter" userId="025b827e-c6c5-41fe-831e-7f0eb6b6a8cc" providerId="ADAL" clId="{17070012-7F5C-4A5F-828F-914BEDF476DD}" dt="2021-01-20T15:02:41.563" v="17749" actId="2696"/>
        <pc:sldMkLst>
          <pc:docMk/>
          <pc:sldMk cId="1803234757" sldId="389"/>
        </pc:sldMkLst>
        <pc:spChg chg="add mod">
          <ac:chgData name="Coiley, Peter" userId="025b827e-c6c5-41fe-831e-7f0eb6b6a8cc" providerId="ADAL" clId="{17070012-7F5C-4A5F-828F-914BEDF476DD}" dt="2021-01-04T13:36:52.575" v="9212" actId="20577"/>
          <ac:spMkLst>
            <pc:docMk/>
            <pc:sldMk cId="1803234757" sldId="389"/>
            <ac:spMk id="2" creationId="{CF974283-7C28-4084-A1A2-3A9A103385BF}"/>
          </ac:spMkLst>
        </pc:spChg>
        <pc:spChg chg="add del mod">
          <ac:chgData name="Coiley, Peter" userId="025b827e-c6c5-41fe-831e-7f0eb6b6a8cc" providerId="ADAL" clId="{17070012-7F5C-4A5F-828F-914BEDF476DD}" dt="2020-12-24T16:26:43.120" v="3925" actId="478"/>
          <ac:spMkLst>
            <pc:docMk/>
            <pc:sldMk cId="1803234757" sldId="389"/>
            <ac:spMk id="7" creationId="{1476B3FA-93A0-41E7-8709-836D0406A77C}"/>
          </ac:spMkLst>
        </pc:spChg>
        <pc:spChg chg="add del">
          <ac:chgData name="Coiley, Peter" userId="025b827e-c6c5-41fe-831e-7f0eb6b6a8cc" providerId="ADAL" clId="{17070012-7F5C-4A5F-828F-914BEDF476DD}" dt="2020-12-24T16:27:32.768" v="3936"/>
          <ac:spMkLst>
            <pc:docMk/>
            <pc:sldMk cId="1803234757" sldId="389"/>
            <ac:spMk id="8" creationId="{78818A78-2224-4F99-90FF-107DE0FE2AFE}"/>
          </ac:spMkLst>
        </pc:spChg>
        <pc:spChg chg="add del">
          <ac:chgData name="Coiley, Peter" userId="025b827e-c6c5-41fe-831e-7f0eb6b6a8cc" providerId="ADAL" clId="{17070012-7F5C-4A5F-828F-914BEDF476DD}" dt="2020-12-24T16:27:32.768" v="3936"/>
          <ac:spMkLst>
            <pc:docMk/>
            <pc:sldMk cId="1803234757" sldId="389"/>
            <ac:spMk id="9" creationId="{66934191-F020-498D-AB92-0B931233098A}"/>
          </ac:spMkLst>
        </pc:spChg>
        <pc:spChg chg="add mod">
          <ac:chgData name="Coiley, Peter" userId="025b827e-c6c5-41fe-831e-7f0eb6b6a8cc" providerId="ADAL" clId="{17070012-7F5C-4A5F-828F-914BEDF476DD}" dt="2020-12-24T16:33:39.552" v="4060" actId="1035"/>
          <ac:spMkLst>
            <pc:docMk/>
            <pc:sldMk cId="1803234757" sldId="389"/>
            <ac:spMk id="10" creationId="{94DA0BBE-9D0E-4182-95EB-9DA5D5997D6B}"/>
          </ac:spMkLst>
        </pc:spChg>
        <pc:spChg chg="add mod">
          <ac:chgData name="Coiley, Peter" userId="025b827e-c6c5-41fe-831e-7f0eb6b6a8cc" providerId="ADAL" clId="{17070012-7F5C-4A5F-828F-914BEDF476DD}" dt="2021-01-04T13:36:39.250" v="9206" actId="20577"/>
          <ac:spMkLst>
            <pc:docMk/>
            <pc:sldMk cId="1803234757" sldId="389"/>
            <ac:spMk id="11" creationId="{7FD17F2B-33BD-46FF-AB56-150BE7CE80CE}"/>
          </ac:spMkLst>
        </pc:spChg>
        <pc:spChg chg="add del mod">
          <ac:chgData name="Coiley, Peter" userId="025b827e-c6c5-41fe-831e-7f0eb6b6a8cc" providerId="ADAL" clId="{17070012-7F5C-4A5F-828F-914BEDF476DD}" dt="2020-12-24T16:32:10.958" v="4024"/>
          <ac:spMkLst>
            <pc:docMk/>
            <pc:sldMk cId="1803234757" sldId="389"/>
            <ac:spMk id="16" creationId="{DF2B0271-0A7B-4634-BBB7-3AC4B3459AB8}"/>
          </ac:spMkLst>
        </pc:spChg>
        <pc:spChg chg="add del mod">
          <ac:chgData name="Coiley, Peter" userId="025b827e-c6c5-41fe-831e-7f0eb6b6a8cc" providerId="ADAL" clId="{17070012-7F5C-4A5F-828F-914BEDF476DD}" dt="2020-12-24T16:32:10.958" v="4024"/>
          <ac:spMkLst>
            <pc:docMk/>
            <pc:sldMk cId="1803234757" sldId="389"/>
            <ac:spMk id="17" creationId="{42C9E613-A6E6-49A8-9BCF-B010FCA7B8F9}"/>
          </ac:spMkLst>
        </pc:spChg>
        <pc:spChg chg="add mod">
          <ac:chgData name="Coiley, Peter" userId="025b827e-c6c5-41fe-831e-7f0eb6b6a8cc" providerId="ADAL" clId="{17070012-7F5C-4A5F-828F-914BEDF476DD}" dt="2020-12-24T16:32:46.044" v="4032" actId="1076"/>
          <ac:spMkLst>
            <pc:docMk/>
            <pc:sldMk cId="1803234757" sldId="389"/>
            <ac:spMk id="18" creationId="{71D234D6-8D8F-4661-B8DA-DAEAC87B6C6D}"/>
          </ac:spMkLst>
        </pc:spChg>
        <pc:spChg chg="add mod">
          <ac:chgData name="Coiley, Peter" userId="025b827e-c6c5-41fe-831e-7f0eb6b6a8cc" providerId="ADAL" clId="{17070012-7F5C-4A5F-828F-914BEDF476DD}" dt="2021-01-04T13:37:00.922" v="9220" actId="20577"/>
          <ac:spMkLst>
            <pc:docMk/>
            <pc:sldMk cId="1803234757" sldId="389"/>
            <ac:spMk id="19" creationId="{3D500C24-92F8-40C6-AB00-0C472E633EFD}"/>
          </ac:spMkLst>
        </pc:spChg>
        <pc:spChg chg="mod">
          <ac:chgData name="Coiley, Peter" userId="025b827e-c6c5-41fe-831e-7f0eb6b6a8cc" providerId="ADAL" clId="{17070012-7F5C-4A5F-828F-914BEDF476DD}" dt="2021-01-04T13:37:21.921" v="9222" actId="20577"/>
          <ac:spMkLst>
            <pc:docMk/>
            <pc:sldMk cId="1803234757" sldId="389"/>
            <ac:spMk id="20" creationId="{96D935B2-418D-439B-B992-10945D992704}"/>
          </ac:spMkLst>
        </pc:spChg>
        <pc:spChg chg="mod">
          <ac:chgData name="Coiley, Peter" userId="025b827e-c6c5-41fe-831e-7f0eb6b6a8cc" providerId="ADAL" clId="{17070012-7F5C-4A5F-828F-914BEDF476DD}" dt="2020-12-24T16:39:26.347" v="4140" actId="20577"/>
          <ac:spMkLst>
            <pc:docMk/>
            <pc:sldMk cId="1803234757" sldId="389"/>
            <ac:spMk id="34" creationId="{C560C772-E0A0-4F1E-92F1-CA076CC5FF28}"/>
          </ac:spMkLst>
        </pc:spChg>
        <pc:cxnChg chg="add mod">
          <ac:chgData name="Coiley, Peter" userId="025b827e-c6c5-41fe-831e-7f0eb6b6a8cc" providerId="ADAL" clId="{17070012-7F5C-4A5F-828F-914BEDF476DD}" dt="2020-12-24T19:42:34.427" v="5388" actId="1035"/>
          <ac:cxnSpMkLst>
            <pc:docMk/>
            <pc:sldMk cId="1803234757" sldId="389"/>
            <ac:cxnSpMk id="6" creationId="{9B4A7A49-1383-49ED-84CE-0EA86AED590D}"/>
          </ac:cxnSpMkLst>
        </pc:cxnChg>
        <pc:cxnChg chg="add mod">
          <ac:chgData name="Coiley, Peter" userId="025b827e-c6c5-41fe-831e-7f0eb6b6a8cc" providerId="ADAL" clId="{17070012-7F5C-4A5F-828F-914BEDF476DD}" dt="2020-12-24T19:42:55.283" v="5394" actId="14100"/>
          <ac:cxnSpMkLst>
            <pc:docMk/>
            <pc:sldMk cId="1803234757" sldId="389"/>
            <ac:cxnSpMk id="13" creationId="{93B5246E-0CE4-4016-9BF4-474031C15368}"/>
          </ac:cxnSpMkLst>
        </pc:cxnChg>
        <pc:cxnChg chg="add mod">
          <ac:chgData name="Coiley, Peter" userId="025b827e-c6c5-41fe-831e-7f0eb6b6a8cc" providerId="ADAL" clId="{17070012-7F5C-4A5F-828F-914BEDF476DD}" dt="2020-12-24T19:42:50.097" v="5393" actId="571"/>
          <ac:cxnSpMkLst>
            <pc:docMk/>
            <pc:sldMk cId="1803234757" sldId="389"/>
            <ac:cxnSpMk id="15" creationId="{E8BE60F1-45AF-4BD4-958D-62EB17C80B3C}"/>
          </ac:cxnSpMkLst>
        </pc:cxnChg>
      </pc:sldChg>
      <pc:sldChg chg="delSp modSp add del">
        <pc:chgData name="Coiley, Peter" userId="025b827e-c6c5-41fe-831e-7f0eb6b6a8cc" providerId="ADAL" clId="{17070012-7F5C-4A5F-828F-914BEDF476DD}" dt="2021-01-20T16:32:48" v="19373" actId="2696"/>
        <pc:sldMkLst>
          <pc:docMk/>
          <pc:sldMk cId="2570124398" sldId="389"/>
        </pc:sldMkLst>
        <pc:spChg chg="del">
          <ac:chgData name="Coiley, Peter" userId="025b827e-c6c5-41fe-831e-7f0eb6b6a8cc" providerId="ADAL" clId="{17070012-7F5C-4A5F-828F-914BEDF476DD}" dt="2021-01-20T16:27:32.607" v="19118" actId="478"/>
          <ac:spMkLst>
            <pc:docMk/>
            <pc:sldMk cId="2570124398" sldId="389"/>
            <ac:spMk id="2" creationId="{CF974283-7C28-4084-A1A2-3A9A103385BF}"/>
          </ac:spMkLst>
        </pc:spChg>
        <pc:spChg chg="del">
          <ac:chgData name="Coiley, Peter" userId="025b827e-c6c5-41fe-831e-7f0eb6b6a8cc" providerId="ADAL" clId="{17070012-7F5C-4A5F-828F-914BEDF476DD}" dt="2021-01-20T16:27:32.607" v="19118" actId="478"/>
          <ac:spMkLst>
            <pc:docMk/>
            <pc:sldMk cId="2570124398" sldId="389"/>
            <ac:spMk id="10" creationId="{94DA0BBE-9D0E-4182-95EB-9DA5D5997D6B}"/>
          </ac:spMkLst>
        </pc:spChg>
        <pc:spChg chg="del">
          <ac:chgData name="Coiley, Peter" userId="025b827e-c6c5-41fe-831e-7f0eb6b6a8cc" providerId="ADAL" clId="{17070012-7F5C-4A5F-828F-914BEDF476DD}" dt="2021-01-20T16:27:32.607" v="19118" actId="478"/>
          <ac:spMkLst>
            <pc:docMk/>
            <pc:sldMk cId="2570124398" sldId="389"/>
            <ac:spMk id="11" creationId="{7FD17F2B-33BD-46FF-AB56-150BE7CE80CE}"/>
          </ac:spMkLst>
        </pc:spChg>
        <pc:spChg chg="del">
          <ac:chgData name="Coiley, Peter" userId="025b827e-c6c5-41fe-831e-7f0eb6b6a8cc" providerId="ADAL" clId="{17070012-7F5C-4A5F-828F-914BEDF476DD}" dt="2021-01-20T16:27:32.607" v="19118" actId="478"/>
          <ac:spMkLst>
            <pc:docMk/>
            <pc:sldMk cId="2570124398" sldId="389"/>
            <ac:spMk id="18" creationId="{71D234D6-8D8F-4661-B8DA-DAEAC87B6C6D}"/>
          </ac:spMkLst>
        </pc:spChg>
        <pc:spChg chg="del">
          <ac:chgData name="Coiley, Peter" userId="025b827e-c6c5-41fe-831e-7f0eb6b6a8cc" providerId="ADAL" clId="{17070012-7F5C-4A5F-828F-914BEDF476DD}" dt="2021-01-20T16:27:37.363" v="19119" actId="478"/>
          <ac:spMkLst>
            <pc:docMk/>
            <pc:sldMk cId="2570124398" sldId="389"/>
            <ac:spMk id="19" creationId="{3D500C24-92F8-40C6-AB00-0C472E633EFD}"/>
          </ac:spMkLst>
        </pc:spChg>
        <pc:spChg chg="mod">
          <ac:chgData name="Coiley, Peter" userId="025b827e-c6c5-41fe-831e-7f0eb6b6a8cc" providerId="ADAL" clId="{17070012-7F5C-4A5F-828F-914BEDF476DD}" dt="2021-01-20T16:32:19.918" v="19370" actId="20577"/>
          <ac:spMkLst>
            <pc:docMk/>
            <pc:sldMk cId="2570124398" sldId="389"/>
            <ac:spMk id="34" creationId="{C560C772-E0A0-4F1E-92F1-CA076CC5FF28}"/>
          </ac:spMkLst>
        </pc:spChg>
        <pc:cxnChg chg="del">
          <ac:chgData name="Coiley, Peter" userId="025b827e-c6c5-41fe-831e-7f0eb6b6a8cc" providerId="ADAL" clId="{17070012-7F5C-4A5F-828F-914BEDF476DD}" dt="2021-01-20T16:27:32.607" v="19118" actId="478"/>
          <ac:cxnSpMkLst>
            <pc:docMk/>
            <pc:sldMk cId="2570124398" sldId="389"/>
            <ac:cxnSpMk id="6" creationId="{9B4A7A49-1383-49ED-84CE-0EA86AED590D}"/>
          </ac:cxnSpMkLst>
        </pc:cxnChg>
        <pc:cxnChg chg="del">
          <ac:chgData name="Coiley, Peter" userId="025b827e-c6c5-41fe-831e-7f0eb6b6a8cc" providerId="ADAL" clId="{17070012-7F5C-4A5F-828F-914BEDF476DD}" dt="2021-01-20T16:27:32.607" v="19118" actId="478"/>
          <ac:cxnSpMkLst>
            <pc:docMk/>
            <pc:sldMk cId="2570124398" sldId="389"/>
            <ac:cxnSpMk id="13" creationId="{93B5246E-0CE4-4016-9BF4-474031C15368}"/>
          </ac:cxnSpMkLst>
        </pc:cxnChg>
        <pc:cxnChg chg="del">
          <ac:chgData name="Coiley, Peter" userId="025b827e-c6c5-41fe-831e-7f0eb6b6a8cc" providerId="ADAL" clId="{17070012-7F5C-4A5F-828F-914BEDF476DD}" dt="2021-01-20T16:27:32.607" v="19118" actId="478"/>
          <ac:cxnSpMkLst>
            <pc:docMk/>
            <pc:sldMk cId="2570124398" sldId="389"/>
            <ac:cxnSpMk id="15" creationId="{E8BE60F1-45AF-4BD4-958D-62EB17C80B3C}"/>
          </ac:cxnSpMkLst>
        </pc:cxnChg>
      </pc:sldChg>
      <pc:sldChg chg="add del">
        <pc:chgData name="Coiley, Peter" userId="025b827e-c6c5-41fe-831e-7f0eb6b6a8cc" providerId="ADAL" clId="{17070012-7F5C-4A5F-828F-914BEDF476DD}" dt="2021-01-20T16:19:46.586" v="18877" actId="2696"/>
        <pc:sldMkLst>
          <pc:docMk/>
          <pc:sldMk cId="3472172797" sldId="389"/>
        </pc:sldMkLst>
      </pc:sldChg>
      <pc:sldChg chg="add del">
        <pc:chgData name="Coiley, Peter" userId="025b827e-c6c5-41fe-831e-7f0eb6b6a8cc" providerId="ADAL" clId="{17070012-7F5C-4A5F-828F-914BEDF476DD}" dt="2021-01-20T16:19:46.668" v="18878" actId="2696"/>
        <pc:sldMkLst>
          <pc:docMk/>
          <pc:sldMk cId="640347332" sldId="390"/>
        </pc:sldMkLst>
      </pc:sldChg>
      <pc:sldChg chg="addSp delSp modSp add">
        <pc:chgData name="Coiley, Peter" userId="025b827e-c6c5-41fe-831e-7f0eb6b6a8cc" providerId="ADAL" clId="{17070012-7F5C-4A5F-828F-914BEDF476DD}" dt="2021-01-26T13:51:49.449" v="23356" actId="403"/>
        <pc:sldMkLst>
          <pc:docMk/>
          <pc:sldMk cId="2202223908" sldId="390"/>
        </pc:sldMkLst>
        <pc:spChg chg="mod">
          <ac:chgData name="Coiley, Peter" userId="025b827e-c6c5-41fe-831e-7f0eb6b6a8cc" providerId="ADAL" clId="{17070012-7F5C-4A5F-828F-914BEDF476DD}" dt="2021-01-21T23:44:46.749" v="22929" actId="1036"/>
          <ac:spMkLst>
            <pc:docMk/>
            <pc:sldMk cId="2202223908" sldId="390"/>
            <ac:spMk id="10" creationId="{D456FD3D-8BA5-4C00-B4C8-75DE438A144B}"/>
          </ac:spMkLst>
        </pc:spChg>
        <pc:spChg chg="mod">
          <ac:chgData name="Coiley, Peter" userId="025b827e-c6c5-41fe-831e-7f0eb6b6a8cc" providerId="ADAL" clId="{17070012-7F5C-4A5F-828F-914BEDF476DD}" dt="2021-01-21T23:44:46.749" v="22929" actId="1036"/>
          <ac:spMkLst>
            <pc:docMk/>
            <pc:sldMk cId="2202223908" sldId="390"/>
            <ac:spMk id="11" creationId="{93551DDF-15A8-4DBC-9D68-04E8E4C6D9E3}"/>
          </ac:spMkLst>
        </pc:spChg>
        <pc:spChg chg="mod">
          <ac:chgData name="Coiley, Peter" userId="025b827e-c6c5-41fe-831e-7f0eb6b6a8cc" providerId="ADAL" clId="{17070012-7F5C-4A5F-828F-914BEDF476DD}" dt="2021-01-26T13:51:02.373" v="23330" actId="6549"/>
          <ac:spMkLst>
            <pc:docMk/>
            <pc:sldMk cId="2202223908" sldId="390"/>
            <ac:spMk id="13" creationId="{579A6788-2E52-47FE-9965-85A10DF4F8E9}"/>
          </ac:spMkLst>
        </pc:spChg>
        <pc:spChg chg="mod">
          <ac:chgData name="Coiley, Peter" userId="025b827e-c6c5-41fe-831e-7f0eb6b6a8cc" providerId="ADAL" clId="{17070012-7F5C-4A5F-828F-914BEDF476DD}" dt="2021-01-21T23:43:45.843" v="22895" actId="1076"/>
          <ac:spMkLst>
            <pc:docMk/>
            <pc:sldMk cId="2202223908" sldId="390"/>
            <ac:spMk id="16" creationId="{72EA78A8-C3B3-4A54-BF36-85654176DE93}"/>
          </ac:spMkLst>
        </pc:spChg>
        <pc:spChg chg="del mod">
          <ac:chgData name="Coiley, Peter" userId="025b827e-c6c5-41fe-831e-7f0eb6b6a8cc" providerId="ADAL" clId="{17070012-7F5C-4A5F-828F-914BEDF476DD}" dt="2021-01-26T13:49:07.756" v="23305" actId="478"/>
          <ac:spMkLst>
            <pc:docMk/>
            <pc:sldMk cId="2202223908" sldId="390"/>
            <ac:spMk id="23" creationId="{450F446A-1EDD-4DB0-8BC9-1436153149F4}"/>
          </ac:spMkLst>
        </pc:spChg>
        <pc:spChg chg="del">
          <ac:chgData name="Coiley, Peter" userId="025b827e-c6c5-41fe-831e-7f0eb6b6a8cc" providerId="ADAL" clId="{17070012-7F5C-4A5F-828F-914BEDF476DD}" dt="2021-01-26T13:49:07.756" v="23305" actId="478"/>
          <ac:spMkLst>
            <pc:docMk/>
            <pc:sldMk cId="2202223908" sldId="390"/>
            <ac:spMk id="24" creationId="{F4446560-0E6E-4E85-97DB-01244EA50A2C}"/>
          </ac:spMkLst>
        </pc:spChg>
        <pc:spChg chg="del">
          <ac:chgData name="Coiley, Peter" userId="025b827e-c6c5-41fe-831e-7f0eb6b6a8cc" providerId="ADAL" clId="{17070012-7F5C-4A5F-828F-914BEDF476DD}" dt="2021-01-26T13:49:07.756" v="23305" actId="478"/>
          <ac:spMkLst>
            <pc:docMk/>
            <pc:sldMk cId="2202223908" sldId="390"/>
            <ac:spMk id="25" creationId="{631C2FC2-A757-49C2-8FC9-C0C0C4154591}"/>
          </ac:spMkLst>
        </pc:spChg>
        <pc:spChg chg="del">
          <ac:chgData name="Coiley, Peter" userId="025b827e-c6c5-41fe-831e-7f0eb6b6a8cc" providerId="ADAL" clId="{17070012-7F5C-4A5F-828F-914BEDF476DD}" dt="2021-01-26T13:49:07.756" v="23305" actId="478"/>
          <ac:spMkLst>
            <pc:docMk/>
            <pc:sldMk cId="2202223908" sldId="390"/>
            <ac:spMk id="29" creationId="{3238B038-FC7F-434A-BB82-89B0B42EBD2E}"/>
          </ac:spMkLst>
        </pc:spChg>
        <pc:spChg chg="del">
          <ac:chgData name="Coiley, Peter" userId="025b827e-c6c5-41fe-831e-7f0eb6b6a8cc" providerId="ADAL" clId="{17070012-7F5C-4A5F-828F-914BEDF476DD}" dt="2021-01-26T13:49:07.756" v="23305" actId="478"/>
          <ac:spMkLst>
            <pc:docMk/>
            <pc:sldMk cId="2202223908" sldId="390"/>
            <ac:spMk id="30" creationId="{5BC21AF1-0DBD-42E6-9A43-12D02E01B6BF}"/>
          </ac:spMkLst>
        </pc:spChg>
        <pc:spChg chg="del">
          <ac:chgData name="Coiley, Peter" userId="025b827e-c6c5-41fe-831e-7f0eb6b6a8cc" providerId="ADAL" clId="{17070012-7F5C-4A5F-828F-914BEDF476DD}" dt="2021-01-26T13:49:07.756" v="23305" actId="478"/>
          <ac:spMkLst>
            <pc:docMk/>
            <pc:sldMk cId="2202223908" sldId="390"/>
            <ac:spMk id="35" creationId="{1001A262-2F39-4EBD-8676-D19CF01AD795}"/>
          </ac:spMkLst>
        </pc:spChg>
        <pc:spChg chg="del">
          <ac:chgData name="Coiley, Peter" userId="025b827e-c6c5-41fe-831e-7f0eb6b6a8cc" providerId="ADAL" clId="{17070012-7F5C-4A5F-828F-914BEDF476DD}" dt="2021-01-26T13:49:07.756" v="23305" actId="478"/>
          <ac:spMkLst>
            <pc:docMk/>
            <pc:sldMk cId="2202223908" sldId="390"/>
            <ac:spMk id="39" creationId="{52CFEC61-620E-4015-90B3-5D22895397C7}"/>
          </ac:spMkLst>
        </pc:spChg>
        <pc:spChg chg="add mod">
          <ac:chgData name="Coiley, Peter" userId="025b827e-c6c5-41fe-831e-7f0eb6b6a8cc" providerId="ADAL" clId="{17070012-7F5C-4A5F-828F-914BEDF476DD}" dt="2021-01-21T23:45:42.428" v="22930" actId="113"/>
          <ac:spMkLst>
            <pc:docMk/>
            <pc:sldMk cId="2202223908" sldId="390"/>
            <ac:spMk id="43" creationId="{DF9686DF-EA9A-41F6-BC81-EA1DE5CDF59D}"/>
          </ac:spMkLst>
        </pc:spChg>
        <pc:grpChg chg="del">
          <ac:chgData name="Coiley, Peter" userId="025b827e-c6c5-41fe-831e-7f0eb6b6a8cc" providerId="ADAL" clId="{17070012-7F5C-4A5F-828F-914BEDF476DD}" dt="2021-01-26T13:49:07.756" v="23305" actId="478"/>
          <ac:grpSpMkLst>
            <pc:docMk/>
            <pc:sldMk cId="2202223908" sldId="390"/>
            <ac:grpSpMk id="26" creationId="{E1DC6B92-077F-43FA-89D3-C9EAF0FBADDE}"/>
          </ac:grpSpMkLst>
        </pc:grpChg>
        <pc:grpChg chg="del">
          <ac:chgData name="Coiley, Peter" userId="025b827e-c6c5-41fe-831e-7f0eb6b6a8cc" providerId="ADAL" clId="{17070012-7F5C-4A5F-828F-914BEDF476DD}" dt="2021-01-26T13:49:07.756" v="23305" actId="478"/>
          <ac:grpSpMkLst>
            <pc:docMk/>
            <pc:sldMk cId="2202223908" sldId="390"/>
            <ac:grpSpMk id="31" creationId="{49ABAD34-E908-4C26-9A21-B1D1145735AF}"/>
          </ac:grpSpMkLst>
        </pc:grpChg>
        <pc:grpChg chg="del">
          <ac:chgData name="Coiley, Peter" userId="025b827e-c6c5-41fe-831e-7f0eb6b6a8cc" providerId="ADAL" clId="{17070012-7F5C-4A5F-828F-914BEDF476DD}" dt="2021-01-26T13:49:07.756" v="23305" actId="478"/>
          <ac:grpSpMkLst>
            <pc:docMk/>
            <pc:sldMk cId="2202223908" sldId="390"/>
            <ac:grpSpMk id="36" creationId="{EFBEF8CB-C99E-422A-ABD6-C17EC17212D0}"/>
          </ac:grpSpMkLst>
        </pc:grpChg>
        <pc:grpChg chg="del">
          <ac:chgData name="Coiley, Peter" userId="025b827e-c6c5-41fe-831e-7f0eb6b6a8cc" providerId="ADAL" clId="{17070012-7F5C-4A5F-828F-914BEDF476DD}" dt="2021-01-26T13:49:07.756" v="23305" actId="478"/>
          <ac:grpSpMkLst>
            <pc:docMk/>
            <pc:sldMk cId="2202223908" sldId="390"/>
            <ac:grpSpMk id="40" creationId="{1BCD0EE6-088A-487E-AAD6-0420F889AF2E}"/>
          </ac:grpSpMkLst>
        </pc:grpChg>
        <pc:graphicFrameChg chg="add mod">
          <ac:chgData name="Coiley, Peter" userId="025b827e-c6c5-41fe-831e-7f0eb6b6a8cc" providerId="ADAL" clId="{17070012-7F5C-4A5F-828F-914BEDF476DD}" dt="2021-01-26T13:51:49.449" v="23356" actId="403"/>
          <ac:graphicFrameMkLst>
            <pc:docMk/>
            <pc:sldMk cId="2202223908" sldId="390"/>
            <ac:graphicFrameMk id="2" creationId="{157F5DAB-7348-4EF7-A388-7A10525776F8}"/>
          </ac:graphicFrameMkLst>
        </pc:graphicFrameChg>
      </pc:sldChg>
      <pc:sldChg chg="addSp delSp modSp add del ord">
        <pc:chgData name="Coiley, Peter" userId="025b827e-c6c5-41fe-831e-7f0eb6b6a8cc" providerId="ADAL" clId="{17070012-7F5C-4A5F-828F-914BEDF476DD}" dt="2021-01-20T15:02:41.496" v="17748" actId="2696"/>
        <pc:sldMkLst>
          <pc:docMk/>
          <pc:sldMk cId="4089364283" sldId="390"/>
        </pc:sldMkLst>
        <pc:spChg chg="del">
          <ac:chgData name="Coiley, Peter" userId="025b827e-c6c5-41fe-831e-7f0eb6b6a8cc" providerId="ADAL" clId="{17070012-7F5C-4A5F-828F-914BEDF476DD}" dt="2020-12-24T16:35:22.334" v="4096" actId="478"/>
          <ac:spMkLst>
            <pc:docMk/>
            <pc:sldMk cId="4089364283" sldId="390"/>
            <ac:spMk id="8" creationId="{60E600A7-252D-45DB-BF18-2396B1A176A8}"/>
          </ac:spMkLst>
        </pc:spChg>
        <pc:spChg chg="del">
          <ac:chgData name="Coiley, Peter" userId="025b827e-c6c5-41fe-831e-7f0eb6b6a8cc" providerId="ADAL" clId="{17070012-7F5C-4A5F-828F-914BEDF476DD}" dt="2020-12-24T16:35:19.182" v="4095" actId="478"/>
          <ac:spMkLst>
            <pc:docMk/>
            <pc:sldMk cId="4089364283" sldId="390"/>
            <ac:spMk id="9" creationId="{4EE010EB-A213-4DE5-87A9-55E58D0CC3B3}"/>
          </ac:spMkLst>
        </pc:spChg>
        <pc:spChg chg="add mod">
          <ac:chgData name="Coiley, Peter" userId="025b827e-c6c5-41fe-831e-7f0eb6b6a8cc" providerId="ADAL" clId="{17070012-7F5C-4A5F-828F-914BEDF476DD}" dt="2020-12-24T16:38:12.398" v="4114" actId="14100"/>
          <ac:spMkLst>
            <pc:docMk/>
            <pc:sldMk cId="4089364283" sldId="390"/>
            <ac:spMk id="10" creationId="{D456FD3D-8BA5-4C00-B4C8-75DE438A144B}"/>
          </ac:spMkLst>
        </pc:spChg>
        <pc:spChg chg="add mod">
          <ac:chgData name="Coiley, Peter" userId="025b827e-c6c5-41fe-831e-7f0eb6b6a8cc" providerId="ADAL" clId="{17070012-7F5C-4A5F-828F-914BEDF476DD}" dt="2020-12-24T16:38:12.398" v="4114" actId="14100"/>
          <ac:spMkLst>
            <pc:docMk/>
            <pc:sldMk cId="4089364283" sldId="390"/>
            <ac:spMk id="11" creationId="{93551DDF-15A8-4DBC-9D68-04E8E4C6D9E3}"/>
          </ac:spMkLst>
        </pc:spChg>
        <pc:spChg chg="add mod">
          <ac:chgData name="Coiley, Peter" userId="025b827e-c6c5-41fe-831e-7f0eb6b6a8cc" providerId="ADAL" clId="{17070012-7F5C-4A5F-828F-914BEDF476DD}" dt="2020-12-24T16:38:12.398" v="4114" actId="14100"/>
          <ac:spMkLst>
            <pc:docMk/>
            <pc:sldMk cId="4089364283" sldId="390"/>
            <ac:spMk id="12" creationId="{988224E6-55E1-4A54-B49A-BB2D7C5D34C2}"/>
          </ac:spMkLst>
        </pc:spChg>
        <pc:spChg chg="add mod">
          <ac:chgData name="Coiley, Peter" userId="025b827e-c6c5-41fe-831e-7f0eb6b6a8cc" providerId="ADAL" clId="{17070012-7F5C-4A5F-828F-914BEDF476DD}" dt="2021-01-04T13:38:17.446" v="9236" actId="20577"/>
          <ac:spMkLst>
            <pc:docMk/>
            <pc:sldMk cId="4089364283" sldId="390"/>
            <ac:spMk id="13" creationId="{579A6788-2E52-47FE-9965-85A10DF4F8E9}"/>
          </ac:spMkLst>
        </pc:spChg>
        <pc:spChg chg="add del mod">
          <ac:chgData name="Coiley, Peter" userId="025b827e-c6c5-41fe-831e-7f0eb6b6a8cc" providerId="ADAL" clId="{17070012-7F5C-4A5F-828F-914BEDF476DD}" dt="2021-01-04T13:38:23.763" v="9238" actId="478"/>
          <ac:spMkLst>
            <pc:docMk/>
            <pc:sldMk cId="4089364283" sldId="390"/>
            <ac:spMk id="14" creationId="{747724DE-B2A4-4189-92FE-75694607B189}"/>
          </ac:spMkLst>
        </pc:spChg>
        <pc:spChg chg="add del mod">
          <ac:chgData name="Coiley, Peter" userId="025b827e-c6c5-41fe-831e-7f0eb6b6a8cc" providerId="ADAL" clId="{17070012-7F5C-4A5F-828F-914BEDF476DD}" dt="2021-01-04T13:38:19.650" v="9237" actId="478"/>
          <ac:spMkLst>
            <pc:docMk/>
            <pc:sldMk cId="4089364283" sldId="390"/>
            <ac:spMk id="15" creationId="{D3F74879-A3EA-4D65-8871-CA148C84FAD5}"/>
          </ac:spMkLst>
        </pc:spChg>
        <pc:spChg chg="add mod">
          <ac:chgData name="Coiley, Peter" userId="025b827e-c6c5-41fe-831e-7f0eb6b6a8cc" providerId="ADAL" clId="{17070012-7F5C-4A5F-828F-914BEDF476DD}" dt="2020-12-24T16:38:12.398" v="4114" actId="14100"/>
          <ac:spMkLst>
            <pc:docMk/>
            <pc:sldMk cId="4089364283" sldId="390"/>
            <ac:spMk id="16" creationId="{72EA78A8-C3B3-4A54-BF36-85654176DE93}"/>
          </ac:spMkLst>
        </pc:spChg>
        <pc:spChg chg="add mod">
          <ac:chgData name="Coiley, Peter" userId="025b827e-c6c5-41fe-831e-7f0eb6b6a8cc" providerId="ADAL" clId="{17070012-7F5C-4A5F-828F-914BEDF476DD}" dt="2020-12-24T16:38:12.398" v="4114" actId="14100"/>
          <ac:spMkLst>
            <pc:docMk/>
            <pc:sldMk cId="4089364283" sldId="390"/>
            <ac:spMk id="17" creationId="{DB5FA6DD-5BEF-416E-A51C-7E75B3B13269}"/>
          </ac:spMkLst>
        </pc:spChg>
        <pc:spChg chg="add mod">
          <ac:chgData name="Coiley, Peter" userId="025b827e-c6c5-41fe-831e-7f0eb6b6a8cc" providerId="ADAL" clId="{17070012-7F5C-4A5F-828F-914BEDF476DD}" dt="2020-12-24T16:38:12.398" v="4114" actId="14100"/>
          <ac:spMkLst>
            <pc:docMk/>
            <pc:sldMk cId="4089364283" sldId="390"/>
            <ac:spMk id="18" creationId="{01975B9B-A8FA-41DD-B48B-4D6669AD010C}"/>
          </ac:spMkLst>
        </pc:spChg>
        <pc:spChg chg="add mod">
          <ac:chgData name="Coiley, Peter" userId="025b827e-c6c5-41fe-831e-7f0eb6b6a8cc" providerId="ADAL" clId="{17070012-7F5C-4A5F-828F-914BEDF476DD}" dt="2020-12-24T16:38:12.398" v="4114" actId="14100"/>
          <ac:spMkLst>
            <pc:docMk/>
            <pc:sldMk cId="4089364283" sldId="390"/>
            <ac:spMk id="19" creationId="{826B91AD-8950-4852-ABAC-B0C2C713B2D0}"/>
          </ac:spMkLst>
        </pc:spChg>
        <pc:spChg chg="del">
          <ac:chgData name="Coiley, Peter" userId="025b827e-c6c5-41fe-831e-7f0eb6b6a8cc" providerId="ADAL" clId="{17070012-7F5C-4A5F-828F-914BEDF476DD}" dt="2020-12-24T16:35:27.830" v="4097" actId="478"/>
          <ac:spMkLst>
            <pc:docMk/>
            <pc:sldMk cId="4089364283" sldId="390"/>
            <ac:spMk id="20" creationId="{96D935B2-418D-439B-B992-10945D992704}"/>
          </ac:spMkLst>
        </pc:spChg>
        <pc:spChg chg="add mod">
          <ac:chgData name="Coiley, Peter" userId="025b827e-c6c5-41fe-831e-7f0eb6b6a8cc" providerId="ADAL" clId="{17070012-7F5C-4A5F-828F-914BEDF476DD}" dt="2020-12-24T16:38:12.398" v="4114" actId="14100"/>
          <ac:spMkLst>
            <pc:docMk/>
            <pc:sldMk cId="4089364283" sldId="390"/>
            <ac:spMk id="21" creationId="{760B089F-E3B0-49FB-96C1-4FB8472E38AA}"/>
          </ac:spMkLst>
        </pc:spChg>
        <pc:spChg chg="add mod">
          <ac:chgData name="Coiley, Peter" userId="025b827e-c6c5-41fe-831e-7f0eb6b6a8cc" providerId="ADAL" clId="{17070012-7F5C-4A5F-828F-914BEDF476DD}" dt="2020-12-24T16:38:36.383" v="4118" actId="1076"/>
          <ac:spMkLst>
            <pc:docMk/>
            <pc:sldMk cId="4089364283" sldId="390"/>
            <ac:spMk id="22" creationId="{3F7FBBDF-BF14-41F8-80FB-9F6F0C26CE71}"/>
          </ac:spMkLst>
        </pc:spChg>
        <pc:spChg chg="add mod">
          <ac:chgData name="Coiley, Peter" userId="025b827e-c6c5-41fe-831e-7f0eb6b6a8cc" providerId="ADAL" clId="{17070012-7F5C-4A5F-828F-914BEDF476DD}" dt="2020-12-24T16:38:36.383" v="4118" actId="1076"/>
          <ac:spMkLst>
            <pc:docMk/>
            <pc:sldMk cId="4089364283" sldId="390"/>
            <ac:spMk id="23" creationId="{450F446A-1EDD-4DB0-8BC9-1436153149F4}"/>
          </ac:spMkLst>
        </pc:spChg>
        <pc:spChg chg="add mod">
          <ac:chgData name="Coiley, Peter" userId="025b827e-c6c5-41fe-831e-7f0eb6b6a8cc" providerId="ADAL" clId="{17070012-7F5C-4A5F-828F-914BEDF476DD}" dt="2020-12-24T16:38:36.383" v="4118" actId="1076"/>
          <ac:spMkLst>
            <pc:docMk/>
            <pc:sldMk cId="4089364283" sldId="390"/>
            <ac:spMk id="24" creationId="{F4446560-0E6E-4E85-97DB-01244EA50A2C}"/>
          </ac:spMkLst>
        </pc:spChg>
        <pc:spChg chg="add mod">
          <ac:chgData name="Coiley, Peter" userId="025b827e-c6c5-41fe-831e-7f0eb6b6a8cc" providerId="ADAL" clId="{17070012-7F5C-4A5F-828F-914BEDF476DD}" dt="2020-12-24T16:38:36.383" v="4118" actId="1076"/>
          <ac:spMkLst>
            <pc:docMk/>
            <pc:sldMk cId="4089364283" sldId="390"/>
            <ac:spMk id="25" creationId="{631C2FC2-A757-49C2-8FC9-C0C0C4154591}"/>
          </ac:spMkLst>
        </pc:spChg>
        <pc:spChg chg="add mod">
          <ac:chgData name="Coiley, Peter" userId="025b827e-c6c5-41fe-831e-7f0eb6b6a8cc" providerId="ADAL" clId="{17070012-7F5C-4A5F-828F-914BEDF476DD}" dt="2020-12-24T16:38:36.383" v="4118" actId="1076"/>
          <ac:spMkLst>
            <pc:docMk/>
            <pc:sldMk cId="4089364283" sldId="390"/>
            <ac:spMk id="29" creationId="{3238B038-FC7F-434A-BB82-89B0B42EBD2E}"/>
          </ac:spMkLst>
        </pc:spChg>
        <pc:spChg chg="add mod">
          <ac:chgData name="Coiley, Peter" userId="025b827e-c6c5-41fe-831e-7f0eb6b6a8cc" providerId="ADAL" clId="{17070012-7F5C-4A5F-828F-914BEDF476DD}" dt="2020-12-24T16:38:36.383" v="4118" actId="1076"/>
          <ac:spMkLst>
            <pc:docMk/>
            <pc:sldMk cId="4089364283" sldId="390"/>
            <ac:spMk id="30" creationId="{5BC21AF1-0DBD-42E6-9A43-12D02E01B6BF}"/>
          </ac:spMkLst>
        </pc:spChg>
        <pc:spChg chg="mod">
          <ac:chgData name="Coiley, Peter" userId="025b827e-c6c5-41fe-831e-7f0eb6b6a8cc" providerId="ADAL" clId="{17070012-7F5C-4A5F-828F-914BEDF476DD}" dt="2020-12-24T16:35:15.267" v="4094" actId="20577"/>
          <ac:spMkLst>
            <pc:docMk/>
            <pc:sldMk cId="4089364283" sldId="390"/>
            <ac:spMk id="34" creationId="{C560C772-E0A0-4F1E-92F1-CA076CC5FF28}"/>
          </ac:spMkLst>
        </pc:spChg>
        <pc:spChg chg="add mod">
          <ac:chgData name="Coiley, Peter" userId="025b827e-c6c5-41fe-831e-7f0eb6b6a8cc" providerId="ADAL" clId="{17070012-7F5C-4A5F-828F-914BEDF476DD}" dt="2020-12-24T16:38:36.383" v="4118" actId="1076"/>
          <ac:spMkLst>
            <pc:docMk/>
            <pc:sldMk cId="4089364283" sldId="390"/>
            <ac:spMk id="35" creationId="{1001A262-2F39-4EBD-8676-D19CF01AD795}"/>
          </ac:spMkLst>
        </pc:spChg>
        <pc:spChg chg="add mod">
          <ac:chgData name="Coiley, Peter" userId="025b827e-c6c5-41fe-831e-7f0eb6b6a8cc" providerId="ADAL" clId="{17070012-7F5C-4A5F-828F-914BEDF476DD}" dt="2020-12-24T16:38:36.383" v="4118" actId="1076"/>
          <ac:spMkLst>
            <pc:docMk/>
            <pc:sldMk cId="4089364283" sldId="390"/>
            <ac:spMk id="39" creationId="{52CFEC61-620E-4015-90B3-5D22895397C7}"/>
          </ac:spMkLst>
        </pc:spChg>
        <pc:grpChg chg="add mod">
          <ac:chgData name="Coiley, Peter" userId="025b827e-c6c5-41fe-831e-7f0eb6b6a8cc" providerId="ADAL" clId="{17070012-7F5C-4A5F-828F-914BEDF476DD}" dt="2020-12-24T16:38:36.383" v="4118" actId="1076"/>
          <ac:grpSpMkLst>
            <pc:docMk/>
            <pc:sldMk cId="4089364283" sldId="390"/>
            <ac:grpSpMk id="26" creationId="{E1DC6B92-077F-43FA-89D3-C9EAF0FBADDE}"/>
          </ac:grpSpMkLst>
        </pc:grpChg>
        <pc:grpChg chg="add mod">
          <ac:chgData name="Coiley, Peter" userId="025b827e-c6c5-41fe-831e-7f0eb6b6a8cc" providerId="ADAL" clId="{17070012-7F5C-4A5F-828F-914BEDF476DD}" dt="2020-12-24T16:38:36.383" v="4118" actId="1076"/>
          <ac:grpSpMkLst>
            <pc:docMk/>
            <pc:sldMk cId="4089364283" sldId="390"/>
            <ac:grpSpMk id="31" creationId="{49ABAD34-E908-4C26-9A21-B1D1145735AF}"/>
          </ac:grpSpMkLst>
        </pc:grpChg>
        <pc:grpChg chg="add mod">
          <ac:chgData name="Coiley, Peter" userId="025b827e-c6c5-41fe-831e-7f0eb6b6a8cc" providerId="ADAL" clId="{17070012-7F5C-4A5F-828F-914BEDF476DD}" dt="2020-12-24T16:38:36.383" v="4118" actId="1076"/>
          <ac:grpSpMkLst>
            <pc:docMk/>
            <pc:sldMk cId="4089364283" sldId="390"/>
            <ac:grpSpMk id="36" creationId="{EFBEF8CB-C99E-422A-ABD6-C17EC17212D0}"/>
          </ac:grpSpMkLst>
        </pc:grpChg>
        <pc:grpChg chg="add mod">
          <ac:chgData name="Coiley, Peter" userId="025b827e-c6c5-41fe-831e-7f0eb6b6a8cc" providerId="ADAL" clId="{17070012-7F5C-4A5F-828F-914BEDF476DD}" dt="2020-12-24T16:38:36.383" v="4118" actId="1076"/>
          <ac:grpSpMkLst>
            <pc:docMk/>
            <pc:sldMk cId="4089364283" sldId="390"/>
            <ac:grpSpMk id="40" creationId="{1BCD0EE6-088A-487E-AAD6-0420F889AF2E}"/>
          </ac:grpSpMkLst>
        </pc:grpChg>
        <pc:picChg chg="add del mod">
          <ac:chgData name="Coiley, Peter" userId="025b827e-c6c5-41fe-831e-7f0eb6b6a8cc" providerId="ADAL" clId="{17070012-7F5C-4A5F-828F-914BEDF476DD}" dt="2020-12-24T16:38:29.177" v="4116" actId="478"/>
          <ac:picMkLst>
            <pc:docMk/>
            <pc:sldMk cId="4089364283" sldId="390"/>
            <ac:picMk id="2" creationId="{EDF38439-865D-4B4C-BF26-0FF535F3A266}"/>
          </ac:picMkLst>
        </pc:picChg>
      </pc:sldChg>
      <pc:sldChg chg="add">
        <pc:chgData name="Coiley, Peter" userId="025b827e-c6c5-41fe-831e-7f0eb6b6a8cc" providerId="ADAL" clId="{17070012-7F5C-4A5F-828F-914BEDF476DD}" dt="2021-01-26T13:52:25.439" v="23359"/>
        <pc:sldMkLst>
          <pc:docMk/>
          <pc:sldMk cId="398263417" sldId="391"/>
        </pc:sldMkLst>
      </pc:sldChg>
      <pc:sldChg chg="addSp delSp modSp add del">
        <pc:chgData name="Coiley, Peter" userId="025b827e-c6c5-41fe-831e-7f0eb6b6a8cc" providerId="ADAL" clId="{17070012-7F5C-4A5F-828F-914BEDF476DD}" dt="2021-01-20T15:01:52.725" v="17745" actId="2696"/>
        <pc:sldMkLst>
          <pc:docMk/>
          <pc:sldMk cId="2534684395" sldId="391"/>
        </pc:sldMkLst>
        <pc:spChg chg="mod">
          <ac:chgData name="Coiley, Peter" userId="025b827e-c6c5-41fe-831e-7f0eb6b6a8cc" providerId="ADAL" clId="{17070012-7F5C-4A5F-828F-914BEDF476DD}" dt="2021-01-04T13:32:36.050" v="9099" actId="20577"/>
          <ac:spMkLst>
            <pc:docMk/>
            <pc:sldMk cId="2534684395" sldId="391"/>
            <ac:spMk id="20" creationId="{96D935B2-418D-439B-B992-10945D992704}"/>
          </ac:spMkLst>
        </pc:spChg>
        <pc:spChg chg="del">
          <ac:chgData name="Coiley, Peter" userId="025b827e-c6c5-41fe-831e-7f0eb6b6a8cc" providerId="ADAL" clId="{17070012-7F5C-4A5F-828F-914BEDF476DD}" dt="2020-12-24T17:05:21.129" v="4430" actId="478"/>
          <ac:spMkLst>
            <pc:docMk/>
            <pc:sldMk cId="2534684395" sldId="391"/>
            <ac:spMk id="25" creationId="{CBBD7205-F3BB-455D-8A7E-497E7EC254D6}"/>
          </ac:spMkLst>
        </pc:spChg>
        <pc:spChg chg="add mod">
          <ac:chgData name="Coiley, Peter" userId="025b827e-c6c5-41fe-831e-7f0eb6b6a8cc" providerId="ADAL" clId="{17070012-7F5C-4A5F-828F-914BEDF476DD}" dt="2021-01-04T13:32:47.232" v="9105" actId="20577"/>
          <ac:spMkLst>
            <pc:docMk/>
            <pc:sldMk cId="2534684395" sldId="391"/>
            <ac:spMk id="26" creationId="{69EB21E4-DE3E-4A06-AE01-764D36AC80BA}"/>
          </ac:spMkLst>
        </pc:spChg>
        <pc:spChg chg="mod">
          <ac:chgData name="Coiley, Peter" userId="025b827e-c6c5-41fe-831e-7f0eb6b6a8cc" providerId="ADAL" clId="{17070012-7F5C-4A5F-828F-914BEDF476DD}" dt="2020-12-24T17:19:09.466" v="5034" actId="20577"/>
          <ac:spMkLst>
            <pc:docMk/>
            <pc:sldMk cId="2534684395" sldId="391"/>
            <ac:spMk id="34" creationId="{C560C772-E0A0-4F1E-92F1-CA076CC5FF28}"/>
          </ac:spMkLst>
        </pc:spChg>
        <pc:grpChg chg="del">
          <ac:chgData name="Coiley, Peter" userId="025b827e-c6c5-41fe-831e-7f0eb6b6a8cc" providerId="ADAL" clId="{17070012-7F5C-4A5F-828F-914BEDF476DD}" dt="2020-12-24T17:05:22.075" v="4431" actId="478"/>
          <ac:grpSpMkLst>
            <pc:docMk/>
            <pc:sldMk cId="2534684395" sldId="391"/>
            <ac:grpSpMk id="2" creationId="{2D3180C9-8AD4-40A2-8798-DEDBB743E364}"/>
          </ac:grpSpMkLst>
        </pc:grpChg>
        <pc:cxnChg chg="add mod">
          <ac:chgData name="Coiley, Peter" userId="025b827e-c6c5-41fe-831e-7f0eb6b6a8cc" providerId="ADAL" clId="{17070012-7F5C-4A5F-828F-914BEDF476DD}" dt="2020-12-24T17:16:24.586" v="5003" actId="14100"/>
          <ac:cxnSpMkLst>
            <pc:docMk/>
            <pc:sldMk cId="2534684395" sldId="391"/>
            <ac:cxnSpMk id="27" creationId="{062DFC7E-5338-4B35-A35A-BDFF12917549}"/>
          </ac:cxnSpMkLst>
        </pc:cxnChg>
      </pc:sldChg>
      <pc:sldChg chg="add del">
        <pc:chgData name="Coiley, Peter" userId="025b827e-c6c5-41fe-831e-7f0eb6b6a8cc" providerId="ADAL" clId="{17070012-7F5C-4A5F-828F-914BEDF476DD}" dt="2021-01-26T13:52:17.562" v="23358" actId="2696"/>
        <pc:sldMkLst>
          <pc:docMk/>
          <pc:sldMk cId="2868095902" sldId="391"/>
        </pc:sldMkLst>
      </pc:sldChg>
      <pc:sldChg chg="add del">
        <pc:chgData name="Coiley, Peter" userId="025b827e-c6c5-41fe-831e-7f0eb6b6a8cc" providerId="ADAL" clId="{17070012-7F5C-4A5F-828F-914BEDF476DD}" dt="2021-01-20T16:19:46.739" v="18879" actId="2696"/>
        <pc:sldMkLst>
          <pc:docMk/>
          <pc:sldMk cId="3095226650" sldId="391"/>
        </pc:sldMkLst>
      </pc:sldChg>
      <pc:sldChg chg="modSp add del">
        <pc:chgData name="Coiley, Peter" userId="025b827e-c6c5-41fe-831e-7f0eb6b6a8cc" providerId="ADAL" clId="{17070012-7F5C-4A5F-828F-914BEDF476DD}" dt="2021-01-20T15:01:52.860" v="17746" actId="2696"/>
        <pc:sldMkLst>
          <pc:docMk/>
          <pc:sldMk cId="1231795501" sldId="392"/>
        </pc:sldMkLst>
        <pc:spChg chg="mod">
          <ac:chgData name="Coiley, Peter" userId="025b827e-c6c5-41fe-831e-7f0eb6b6a8cc" providerId="ADAL" clId="{17070012-7F5C-4A5F-828F-914BEDF476DD}" dt="2021-01-04T13:33:55.778" v="9136" actId="20577"/>
          <ac:spMkLst>
            <pc:docMk/>
            <pc:sldMk cId="1231795501" sldId="392"/>
            <ac:spMk id="20" creationId="{96D935B2-418D-439B-B992-10945D992704}"/>
          </ac:spMkLst>
        </pc:spChg>
        <pc:spChg chg="mod">
          <ac:chgData name="Coiley, Peter" userId="025b827e-c6c5-41fe-831e-7f0eb6b6a8cc" providerId="ADAL" clId="{17070012-7F5C-4A5F-828F-914BEDF476DD}" dt="2021-01-04T13:33:20.044" v="9114" actId="20577"/>
          <ac:spMkLst>
            <pc:docMk/>
            <pc:sldMk cId="1231795501" sldId="392"/>
            <ac:spMk id="26" creationId="{69EB21E4-DE3E-4A06-AE01-764D36AC80BA}"/>
          </ac:spMkLst>
        </pc:spChg>
        <pc:spChg chg="mod">
          <ac:chgData name="Coiley, Peter" userId="025b827e-c6c5-41fe-831e-7f0eb6b6a8cc" providerId="ADAL" clId="{17070012-7F5C-4A5F-828F-914BEDF476DD}" dt="2020-12-24T17:19:20.141" v="5058" actId="20577"/>
          <ac:spMkLst>
            <pc:docMk/>
            <pc:sldMk cId="1231795501" sldId="392"/>
            <ac:spMk id="34" creationId="{C560C772-E0A0-4F1E-92F1-CA076CC5FF28}"/>
          </ac:spMkLst>
        </pc:spChg>
      </pc:sldChg>
      <pc:sldChg chg="add del">
        <pc:chgData name="Coiley, Peter" userId="025b827e-c6c5-41fe-831e-7f0eb6b6a8cc" providerId="ADAL" clId="{17070012-7F5C-4A5F-828F-914BEDF476DD}" dt="2021-01-20T16:19:46.803" v="18880" actId="2696"/>
        <pc:sldMkLst>
          <pc:docMk/>
          <pc:sldMk cId="1386590171" sldId="392"/>
        </pc:sldMkLst>
      </pc:sldChg>
      <pc:sldChg chg="add del">
        <pc:chgData name="Coiley, Peter" userId="025b827e-c6c5-41fe-831e-7f0eb6b6a8cc" providerId="ADAL" clId="{17070012-7F5C-4A5F-828F-914BEDF476DD}" dt="2021-01-26T13:52:17.537" v="23357" actId="2696"/>
        <pc:sldMkLst>
          <pc:docMk/>
          <pc:sldMk cId="3222705470" sldId="392"/>
        </pc:sldMkLst>
      </pc:sldChg>
      <pc:sldChg chg="add">
        <pc:chgData name="Coiley, Peter" userId="025b827e-c6c5-41fe-831e-7f0eb6b6a8cc" providerId="ADAL" clId="{17070012-7F5C-4A5F-828F-914BEDF476DD}" dt="2021-01-26T13:52:25.439" v="23359"/>
        <pc:sldMkLst>
          <pc:docMk/>
          <pc:sldMk cId="3397856547" sldId="392"/>
        </pc:sldMkLst>
      </pc:sldChg>
      <pc:sldChg chg="modSp add del">
        <pc:chgData name="Coiley, Peter" userId="025b827e-c6c5-41fe-831e-7f0eb6b6a8cc" providerId="ADAL" clId="{17070012-7F5C-4A5F-828F-914BEDF476DD}" dt="2020-12-24T20:00:51.755" v="5893" actId="2696"/>
        <pc:sldMkLst>
          <pc:docMk/>
          <pc:sldMk cId="2097787274" sldId="393"/>
        </pc:sldMkLst>
        <pc:spChg chg="mod">
          <ac:chgData name="Coiley, Peter" userId="025b827e-c6c5-41fe-831e-7f0eb6b6a8cc" providerId="ADAL" clId="{17070012-7F5C-4A5F-828F-914BEDF476DD}" dt="2020-12-24T19:46:20.959" v="5450" actId="20577"/>
          <ac:spMkLst>
            <pc:docMk/>
            <pc:sldMk cId="2097787274" sldId="393"/>
            <ac:spMk id="34" creationId="{C560C772-E0A0-4F1E-92F1-CA076CC5FF28}"/>
          </ac:spMkLst>
        </pc:spChg>
      </pc:sldChg>
      <pc:sldChg chg="add del">
        <pc:chgData name="Coiley, Peter" userId="025b827e-c6c5-41fe-831e-7f0eb6b6a8cc" providerId="ADAL" clId="{17070012-7F5C-4A5F-828F-914BEDF476DD}" dt="2020-12-24T19:43:56.629" v="5397"/>
        <pc:sldMkLst>
          <pc:docMk/>
          <pc:sldMk cId="2026774851" sldId="394"/>
        </pc:sldMkLst>
      </pc:sldChg>
      <pc:sldChg chg="modSp add">
        <pc:chgData name="Coiley, Peter" userId="025b827e-c6c5-41fe-831e-7f0eb6b6a8cc" providerId="ADAL" clId="{17070012-7F5C-4A5F-828F-914BEDF476DD}" dt="2021-01-09T15:54:55.900" v="10772" actId="20577"/>
        <pc:sldMkLst>
          <pc:docMk/>
          <pc:sldMk cId="3584331209" sldId="394"/>
        </pc:sldMkLst>
        <pc:spChg chg="mod">
          <ac:chgData name="Coiley, Peter" userId="025b827e-c6c5-41fe-831e-7f0eb6b6a8cc" providerId="ADAL" clId="{17070012-7F5C-4A5F-828F-914BEDF476DD}" dt="2021-01-09T15:54:55.900" v="10772" actId="20577"/>
          <ac:spMkLst>
            <pc:docMk/>
            <pc:sldMk cId="3584331209" sldId="394"/>
            <ac:spMk id="2" creationId="{D254A172-A855-45DB-BE99-F7FA9B1923B6}"/>
          </ac:spMkLst>
        </pc:spChg>
      </pc:sldChg>
      <pc:sldChg chg="addSp delSp modSp add del ord">
        <pc:chgData name="Coiley, Peter" userId="025b827e-c6c5-41fe-831e-7f0eb6b6a8cc" providerId="ADAL" clId="{17070012-7F5C-4A5F-828F-914BEDF476DD}" dt="2021-01-20T16:39:14.673" v="19972" actId="2696"/>
        <pc:sldMkLst>
          <pc:docMk/>
          <pc:sldMk cId="270988040" sldId="395"/>
        </pc:sldMkLst>
        <pc:spChg chg="del">
          <ac:chgData name="Coiley, Peter" userId="025b827e-c6c5-41fe-831e-7f0eb6b6a8cc" providerId="ADAL" clId="{17070012-7F5C-4A5F-828F-914BEDF476DD}" dt="2020-12-24T19:58:49.457" v="5845" actId="478"/>
          <ac:spMkLst>
            <pc:docMk/>
            <pc:sldMk cId="270988040" sldId="395"/>
            <ac:spMk id="8" creationId="{60E600A7-252D-45DB-BF18-2396B1A176A8}"/>
          </ac:spMkLst>
        </pc:spChg>
        <pc:spChg chg="del">
          <ac:chgData name="Coiley, Peter" userId="025b827e-c6c5-41fe-831e-7f0eb6b6a8cc" providerId="ADAL" clId="{17070012-7F5C-4A5F-828F-914BEDF476DD}" dt="2020-12-24T19:58:47.724" v="5844" actId="478"/>
          <ac:spMkLst>
            <pc:docMk/>
            <pc:sldMk cId="270988040" sldId="395"/>
            <ac:spMk id="9" creationId="{4EE010EB-A213-4DE5-87A9-55E58D0CC3B3}"/>
          </ac:spMkLst>
        </pc:spChg>
        <pc:spChg chg="add del mod">
          <ac:chgData name="Coiley, Peter" userId="025b827e-c6c5-41fe-831e-7f0eb6b6a8cc" providerId="ADAL" clId="{17070012-7F5C-4A5F-828F-914BEDF476DD}" dt="2020-12-24T20:31:24.638" v="7808" actId="478"/>
          <ac:spMkLst>
            <pc:docMk/>
            <pc:sldMk cId="270988040" sldId="395"/>
            <ac:spMk id="10" creationId="{87A193C6-8404-4354-9D9F-ED302B04A194}"/>
          </ac:spMkLst>
        </pc:spChg>
        <pc:spChg chg="add del mod">
          <ac:chgData name="Coiley, Peter" userId="025b827e-c6c5-41fe-831e-7f0eb6b6a8cc" providerId="ADAL" clId="{17070012-7F5C-4A5F-828F-914BEDF476DD}" dt="2020-12-24T20:31:23.372" v="7807" actId="478"/>
          <ac:spMkLst>
            <pc:docMk/>
            <pc:sldMk cId="270988040" sldId="395"/>
            <ac:spMk id="11" creationId="{46AC6934-5A1D-441E-9B46-46517F4CC870}"/>
          </ac:spMkLst>
        </pc:spChg>
        <pc:spChg chg="add">
          <ac:chgData name="Coiley, Peter" userId="025b827e-c6c5-41fe-831e-7f0eb6b6a8cc" providerId="ADAL" clId="{17070012-7F5C-4A5F-828F-914BEDF476DD}" dt="2020-12-24T20:31:36.074" v="7814"/>
          <ac:spMkLst>
            <pc:docMk/>
            <pc:sldMk cId="270988040" sldId="395"/>
            <ac:spMk id="13" creationId="{18A5DE04-AC1C-400F-8EBF-03152E59D7DD}"/>
          </ac:spMkLst>
        </pc:spChg>
        <pc:spChg chg="add mod">
          <ac:chgData name="Coiley, Peter" userId="025b827e-c6c5-41fe-831e-7f0eb6b6a8cc" providerId="ADAL" clId="{17070012-7F5C-4A5F-828F-914BEDF476DD}" dt="2020-12-24T20:33:27.731" v="7887" actId="2711"/>
          <ac:spMkLst>
            <pc:docMk/>
            <pc:sldMk cId="270988040" sldId="395"/>
            <ac:spMk id="14" creationId="{C7CC0113-D905-4297-A19C-8CA1E21F37E9}"/>
          </ac:spMkLst>
        </pc:spChg>
        <pc:spChg chg="add mod">
          <ac:chgData name="Coiley, Peter" userId="025b827e-c6c5-41fe-831e-7f0eb6b6a8cc" providerId="ADAL" clId="{17070012-7F5C-4A5F-828F-914BEDF476DD}" dt="2020-12-24T20:33:27.731" v="7887" actId="2711"/>
          <ac:spMkLst>
            <pc:docMk/>
            <pc:sldMk cId="270988040" sldId="395"/>
            <ac:spMk id="15" creationId="{26A4AA75-90D2-4DD0-A22D-6BC929718835}"/>
          </ac:spMkLst>
        </pc:spChg>
        <pc:spChg chg="add mod">
          <ac:chgData name="Coiley, Peter" userId="025b827e-c6c5-41fe-831e-7f0eb6b6a8cc" providerId="ADAL" clId="{17070012-7F5C-4A5F-828F-914BEDF476DD}" dt="2020-12-24T20:33:27.731" v="7887" actId="2711"/>
          <ac:spMkLst>
            <pc:docMk/>
            <pc:sldMk cId="270988040" sldId="395"/>
            <ac:spMk id="16" creationId="{89F77AAC-C6E8-4B27-AABE-2140659A2ACC}"/>
          </ac:spMkLst>
        </pc:spChg>
        <pc:spChg chg="add mod">
          <ac:chgData name="Coiley, Peter" userId="025b827e-c6c5-41fe-831e-7f0eb6b6a8cc" providerId="ADAL" clId="{17070012-7F5C-4A5F-828F-914BEDF476DD}" dt="2020-12-24T20:33:27.731" v="7887" actId="2711"/>
          <ac:spMkLst>
            <pc:docMk/>
            <pc:sldMk cId="270988040" sldId="395"/>
            <ac:spMk id="17" creationId="{A920A14E-5111-471F-8F84-44957E4AC8B9}"/>
          </ac:spMkLst>
        </pc:spChg>
        <pc:spChg chg="add mod">
          <ac:chgData name="Coiley, Peter" userId="025b827e-c6c5-41fe-831e-7f0eb6b6a8cc" providerId="ADAL" clId="{17070012-7F5C-4A5F-828F-914BEDF476DD}" dt="2020-12-24T20:33:27.731" v="7887" actId="2711"/>
          <ac:spMkLst>
            <pc:docMk/>
            <pc:sldMk cId="270988040" sldId="395"/>
            <ac:spMk id="18" creationId="{75EF09BA-7E32-441C-9439-25C74528299E}"/>
          </ac:spMkLst>
        </pc:spChg>
        <pc:spChg chg="mod">
          <ac:chgData name="Coiley, Peter" userId="025b827e-c6c5-41fe-831e-7f0eb6b6a8cc" providerId="ADAL" clId="{17070012-7F5C-4A5F-828F-914BEDF476DD}" dt="2020-12-24T20:32:37.054" v="7882"/>
          <ac:spMkLst>
            <pc:docMk/>
            <pc:sldMk cId="270988040" sldId="395"/>
            <ac:spMk id="20" creationId="{96D935B2-418D-439B-B992-10945D992704}"/>
          </ac:spMkLst>
        </pc:spChg>
        <pc:spChg chg="add mod">
          <ac:chgData name="Coiley, Peter" userId="025b827e-c6c5-41fe-831e-7f0eb6b6a8cc" providerId="ADAL" clId="{17070012-7F5C-4A5F-828F-914BEDF476DD}" dt="2020-12-24T20:33:27.731" v="7887" actId="2711"/>
          <ac:spMkLst>
            <pc:docMk/>
            <pc:sldMk cId="270988040" sldId="395"/>
            <ac:spMk id="23" creationId="{2E10533B-C8D2-4712-A114-EA057B84CB5C}"/>
          </ac:spMkLst>
        </pc:spChg>
        <pc:spChg chg="add mod">
          <ac:chgData name="Coiley, Peter" userId="025b827e-c6c5-41fe-831e-7f0eb6b6a8cc" providerId="ADAL" clId="{17070012-7F5C-4A5F-828F-914BEDF476DD}" dt="2021-01-04T13:39:29.730" v="9243" actId="20577"/>
          <ac:spMkLst>
            <pc:docMk/>
            <pc:sldMk cId="270988040" sldId="395"/>
            <ac:spMk id="24" creationId="{A7642EE1-05A3-40D6-9034-87158736B016}"/>
          </ac:spMkLst>
        </pc:spChg>
        <pc:spChg chg="add mod">
          <ac:chgData name="Coiley, Peter" userId="025b827e-c6c5-41fe-831e-7f0eb6b6a8cc" providerId="ADAL" clId="{17070012-7F5C-4A5F-828F-914BEDF476DD}" dt="2020-12-24T20:33:27.731" v="7887" actId="2711"/>
          <ac:spMkLst>
            <pc:docMk/>
            <pc:sldMk cId="270988040" sldId="395"/>
            <ac:spMk id="25" creationId="{0F79C7E7-D884-4EDF-B0C9-6CA0D868AEA6}"/>
          </ac:spMkLst>
        </pc:spChg>
        <pc:spChg chg="add">
          <ac:chgData name="Coiley, Peter" userId="025b827e-c6c5-41fe-831e-7f0eb6b6a8cc" providerId="ADAL" clId="{17070012-7F5C-4A5F-828F-914BEDF476DD}" dt="2020-12-24T20:31:36.074" v="7814"/>
          <ac:spMkLst>
            <pc:docMk/>
            <pc:sldMk cId="270988040" sldId="395"/>
            <ac:spMk id="26" creationId="{79364BA8-7828-44A2-A821-973784FF85A5}"/>
          </ac:spMkLst>
        </pc:spChg>
        <pc:spChg chg="add">
          <ac:chgData name="Coiley, Peter" userId="025b827e-c6c5-41fe-831e-7f0eb6b6a8cc" providerId="ADAL" clId="{17070012-7F5C-4A5F-828F-914BEDF476DD}" dt="2020-12-24T20:31:36.074" v="7814"/>
          <ac:spMkLst>
            <pc:docMk/>
            <pc:sldMk cId="270988040" sldId="395"/>
            <ac:spMk id="27" creationId="{596F8B69-59D2-427B-BA96-87396194F9BD}"/>
          </ac:spMkLst>
        </pc:spChg>
        <pc:spChg chg="add">
          <ac:chgData name="Coiley, Peter" userId="025b827e-c6c5-41fe-831e-7f0eb6b6a8cc" providerId="ADAL" clId="{17070012-7F5C-4A5F-828F-914BEDF476DD}" dt="2020-12-24T20:31:36.074" v="7814"/>
          <ac:spMkLst>
            <pc:docMk/>
            <pc:sldMk cId="270988040" sldId="395"/>
            <ac:spMk id="28" creationId="{BDAC5C35-A90B-41E0-AA20-92B7624E6173}"/>
          </ac:spMkLst>
        </pc:spChg>
        <pc:spChg chg="add">
          <ac:chgData name="Coiley, Peter" userId="025b827e-c6c5-41fe-831e-7f0eb6b6a8cc" providerId="ADAL" clId="{17070012-7F5C-4A5F-828F-914BEDF476DD}" dt="2020-12-24T20:31:36.074" v="7814"/>
          <ac:spMkLst>
            <pc:docMk/>
            <pc:sldMk cId="270988040" sldId="395"/>
            <ac:spMk id="29" creationId="{550CAB80-7085-4480-AECE-29EEC73C4EED}"/>
          </ac:spMkLst>
        </pc:spChg>
        <pc:spChg chg="add mod">
          <ac:chgData name="Coiley, Peter" userId="025b827e-c6c5-41fe-831e-7f0eb6b6a8cc" providerId="ADAL" clId="{17070012-7F5C-4A5F-828F-914BEDF476DD}" dt="2020-12-24T20:33:36.441" v="7889" actId="14100"/>
          <ac:spMkLst>
            <pc:docMk/>
            <pc:sldMk cId="270988040" sldId="395"/>
            <ac:spMk id="30" creationId="{7573698B-D64A-484D-BF9E-9F6A26337A8E}"/>
          </ac:spMkLst>
        </pc:spChg>
        <pc:spChg chg="mod">
          <ac:chgData name="Coiley, Peter" userId="025b827e-c6c5-41fe-831e-7f0eb6b6a8cc" providerId="ADAL" clId="{17070012-7F5C-4A5F-828F-914BEDF476DD}" dt="2020-12-24T20:32:05.385" v="7866" actId="20577"/>
          <ac:spMkLst>
            <pc:docMk/>
            <pc:sldMk cId="270988040" sldId="395"/>
            <ac:spMk id="34" creationId="{C560C772-E0A0-4F1E-92F1-CA076CC5FF28}"/>
          </ac:spMkLst>
        </pc:spChg>
        <pc:spChg chg="add mod">
          <ac:chgData name="Coiley, Peter" userId="025b827e-c6c5-41fe-831e-7f0eb6b6a8cc" providerId="ADAL" clId="{17070012-7F5C-4A5F-828F-914BEDF476DD}" dt="2020-12-24T20:33:27.731" v="7887" actId="2711"/>
          <ac:spMkLst>
            <pc:docMk/>
            <pc:sldMk cId="270988040" sldId="395"/>
            <ac:spMk id="45" creationId="{47FCC3DA-8391-4FDB-ACC7-8FC642CB49B5}"/>
          </ac:spMkLst>
        </pc:spChg>
        <pc:spChg chg="add mod">
          <ac:chgData name="Coiley, Peter" userId="025b827e-c6c5-41fe-831e-7f0eb6b6a8cc" providerId="ADAL" clId="{17070012-7F5C-4A5F-828F-914BEDF476DD}" dt="2020-12-24T20:33:27.731" v="7887" actId="2711"/>
          <ac:spMkLst>
            <pc:docMk/>
            <pc:sldMk cId="270988040" sldId="395"/>
            <ac:spMk id="46" creationId="{C7CF539E-641B-4CAE-90BE-4F6E6B2077A3}"/>
          </ac:spMkLst>
        </pc:spChg>
        <pc:spChg chg="mod">
          <ac:chgData name="Coiley, Peter" userId="025b827e-c6c5-41fe-831e-7f0eb6b6a8cc" providerId="ADAL" clId="{17070012-7F5C-4A5F-828F-914BEDF476DD}" dt="2020-12-24T20:32:10.838" v="7880" actId="20577"/>
          <ac:spMkLst>
            <pc:docMk/>
            <pc:sldMk cId="270988040" sldId="395"/>
            <ac:spMk id="78" creationId="{1E906DC6-E92D-48B2-B43B-E4F5C4AED758}"/>
          </ac:spMkLst>
        </pc:spChg>
        <pc:grpChg chg="add">
          <ac:chgData name="Coiley, Peter" userId="025b827e-c6c5-41fe-831e-7f0eb6b6a8cc" providerId="ADAL" clId="{17070012-7F5C-4A5F-828F-914BEDF476DD}" dt="2020-12-24T20:31:36.074" v="7814"/>
          <ac:grpSpMkLst>
            <pc:docMk/>
            <pc:sldMk cId="270988040" sldId="395"/>
            <ac:grpSpMk id="31" creationId="{20765130-285E-4F35-A128-646E952B3E4B}"/>
          </ac:grpSpMkLst>
        </pc:grpChg>
        <pc:grpChg chg="add">
          <ac:chgData name="Coiley, Peter" userId="025b827e-c6c5-41fe-831e-7f0eb6b6a8cc" providerId="ADAL" clId="{17070012-7F5C-4A5F-828F-914BEDF476DD}" dt="2020-12-24T20:31:36.074" v="7814"/>
          <ac:grpSpMkLst>
            <pc:docMk/>
            <pc:sldMk cId="270988040" sldId="395"/>
            <ac:grpSpMk id="38" creationId="{087C4B3B-43F6-4842-8016-56CDE41F47C6}"/>
          </ac:grpSpMkLst>
        </pc:grpChg>
        <pc:picChg chg="add">
          <ac:chgData name="Coiley, Peter" userId="025b827e-c6c5-41fe-831e-7f0eb6b6a8cc" providerId="ADAL" clId="{17070012-7F5C-4A5F-828F-914BEDF476DD}" dt="2020-12-24T20:31:36.074" v="7814"/>
          <ac:picMkLst>
            <pc:docMk/>
            <pc:sldMk cId="270988040" sldId="395"/>
            <ac:picMk id="43" creationId="{81D76DB1-4A9E-4A96-8A66-4EB061D46AD6}"/>
          </ac:picMkLst>
        </pc:picChg>
        <pc:picChg chg="add">
          <ac:chgData name="Coiley, Peter" userId="025b827e-c6c5-41fe-831e-7f0eb6b6a8cc" providerId="ADAL" clId="{17070012-7F5C-4A5F-828F-914BEDF476DD}" dt="2020-12-24T20:31:36.074" v="7814"/>
          <ac:picMkLst>
            <pc:docMk/>
            <pc:sldMk cId="270988040" sldId="395"/>
            <ac:picMk id="44" creationId="{FC8B4694-6DB1-474E-B258-3FEF0FEE7310}"/>
          </ac:picMkLst>
        </pc:picChg>
        <pc:cxnChg chg="add mod">
          <ac:chgData name="Coiley, Peter" userId="025b827e-c6c5-41fe-831e-7f0eb6b6a8cc" providerId="ADAL" clId="{17070012-7F5C-4A5F-828F-914BEDF476DD}" dt="2020-12-24T20:32:51.800" v="7884" actId="14100"/>
          <ac:cxnSpMkLst>
            <pc:docMk/>
            <pc:sldMk cId="270988040" sldId="395"/>
            <ac:cxnSpMk id="12" creationId="{E4173559-271B-4B96-9712-F4536106B3CD}"/>
          </ac:cxnSpMkLst>
        </pc:cxnChg>
        <pc:cxnChg chg="add">
          <ac:chgData name="Coiley, Peter" userId="025b827e-c6c5-41fe-831e-7f0eb6b6a8cc" providerId="ADAL" clId="{17070012-7F5C-4A5F-828F-914BEDF476DD}" dt="2020-12-24T20:31:36.074" v="7814"/>
          <ac:cxnSpMkLst>
            <pc:docMk/>
            <pc:sldMk cId="270988040" sldId="395"/>
            <ac:cxnSpMk id="19" creationId="{AE550DB5-E19B-433F-A378-13152B39AE10}"/>
          </ac:cxnSpMkLst>
        </pc:cxnChg>
        <pc:cxnChg chg="add">
          <ac:chgData name="Coiley, Peter" userId="025b827e-c6c5-41fe-831e-7f0eb6b6a8cc" providerId="ADAL" clId="{17070012-7F5C-4A5F-828F-914BEDF476DD}" dt="2020-12-24T20:31:36.074" v="7814"/>
          <ac:cxnSpMkLst>
            <pc:docMk/>
            <pc:sldMk cId="270988040" sldId="395"/>
            <ac:cxnSpMk id="21" creationId="{32804AB0-7EDF-4A8E-B249-3FA7C6165660}"/>
          </ac:cxnSpMkLst>
        </pc:cxnChg>
        <pc:cxnChg chg="add">
          <ac:chgData name="Coiley, Peter" userId="025b827e-c6c5-41fe-831e-7f0eb6b6a8cc" providerId="ADAL" clId="{17070012-7F5C-4A5F-828F-914BEDF476DD}" dt="2020-12-24T20:31:36.074" v="7814"/>
          <ac:cxnSpMkLst>
            <pc:docMk/>
            <pc:sldMk cId="270988040" sldId="395"/>
            <ac:cxnSpMk id="22" creationId="{180F8A5C-D052-452C-B4EC-DCCBBE52974E}"/>
          </ac:cxnSpMkLst>
        </pc:cxnChg>
        <pc:cxnChg chg="add">
          <ac:chgData name="Coiley, Peter" userId="025b827e-c6c5-41fe-831e-7f0eb6b6a8cc" providerId="ADAL" clId="{17070012-7F5C-4A5F-828F-914BEDF476DD}" dt="2020-12-24T20:31:36.074" v="7814"/>
          <ac:cxnSpMkLst>
            <pc:docMk/>
            <pc:sldMk cId="270988040" sldId="395"/>
            <ac:cxnSpMk id="47" creationId="{6EF5E698-CF76-442A-9DCE-404AB7F92D41}"/>
          </ac:cxnSpMkLst>
        </pc:cxnChg>
      </pc:sldChg>
      <pc:sldChg chg="modSp add del">
        <pc:chgData name="Coiley, Peter" userId="025b827e-c6c5-41fe-831e-7f0eb6b6a8cc" providerId="ADAL" clId="{17070012-7F5C-4A5F-828F-914BEDF476DD}" dt="2020-12-24T19:56:08.534" v="5563" actId="2696"/>
        <pc:sldMkLst>
          <pc:docMk/>
          <pc:sldMk cId="3425968088" sldId="395"/>
        </pc:sldMkLst>
        <pc:spChg chg="mod">
          <ac:chgData name="Coiley, Peter" userId="025b827e-c6c5-41fe-831e-7f0eb6b6a8cc" providerId="ADAL" clId="{17070012-7F5C-4A5F-828F-914BEDF476DD}" dt="2020-12-24T19:56:04.703" v="5562" actId="1076"/>
          <ac:spMkLst>
            <pc:docMk/>
            <pc:sldMk cId="3425968088" sldId="395"/>
            <ac:spMk id="11" creationId="{93551DDF-15A8-4DBC-9D68-04E8E4C6D9E3}"/>
          </ac:spMkLst>
        </pc:spChg>
        <pc:spChg chg="mod">
          <ac:chgData name="Coiley, Peter" userId="025b827e-c6c5-41fe-831e-7f0eb6b6a8cc" providerId="ADAL" clId="{17070012-7F5C-4A5F-828F-914BEDF476DD}" dt="2020-12-24T19:56:02.917" v="5561" actId="20577"/>
          <ac:spMkLst>
            <pc:docMk/>
            <pc:sldMk cId="3425968088" sldId="395"/>
            <ac:spMk id="34" creationId="{C560C772-E0A0-4F1E-92F1-CA076CC5FF28}"/>
          </ac:spMkLst>
        </pc:spChg>
      </pc:sldChg>
      <pc:sldChg chg="addSp delSp modSp add del ord">
        <pc:chgData name="Coiley, Peter" userId="025b827e-c6c5-41fe-831e-7f0eb6b6a8cc" providerId="ADAL" clId="{17070012-7F5C-4A5F-828F-914BEDF476DD}" dt="2021-01-20T16:39:17.215" v="19974" actId="2696"/>
        <pc:sldMkLst>
          <pc:docMk/>
          <pc:sldMk cId="531357773" sldId="396"/>
        </pc:sldMkLst>
        <pc:spChg chg="del">
          <ac:chgData name="Coiley, Peter" userId="025b827e-c6c5-41fe-831e-7f0eb6b6a8cc" providerId="ADAL" clId="{17070012-7F5C-4A5F-828F-914BEDF476DD}" dt="2020-12-24T20:04:55.722" v="6285" actId="478"/>
          <ac:spMkLst>
            <pc:docMk/>
            <pc:sldMk cId="531357773" sldId="396"/>
            <ac:spMk id="10" creationId="{87A193C6-8404-4354-9D9F-ED302B04A194}"/>
          </ac:spMkLst>
        </pc:spChg>
        <pc:spChg chg="del">
          <ac:chgData name="Coiley, Peter" userId="025b827e-c6c5-41fe-831e-7f0eb6b6a8cc" providerId="ADAL" clId="{17070012-7F5C-4A5F-828F-914BEDF476DD}" dt="2020-12-24T20:04:46.486" v="6283" actId="478"/>
          <ac:spMkLst>
            <pc:docMk/>
            <pc:sldMk cId="531357773" sldId="396"/>
            <ac:spMk id="11" creationId="{46AC6934-5A1D-441E-9B46-46517F4CC870}"/>
          </ac:spMkLst>
        </pc:spChg>
        <pc:spChg chg="mod topLvl">
          <ac:chgData name="Coiley, Peter" userId="025b827e-c6c5-41fe-831e-7f0eb6b6a8cc" providerId="ADAL" clId="{17070012-7F5C-4A5F-828F-914BEDF476DD}" dt="2020-12-24T20:12:58.507" v="6710" actId="164"/>
          <ac:spMkLst>
            <pc:docMk/>
            <pc:sldMk cId="531357773" sldId="396"/>
            <ac:spMk id="15" creationId="{09427103-85F7-4EA7-A319-4759767E9A58}"/>
          </ac:spMkLst>
        </pc:spChg>
        <pc:spChg chg="mod topLvl">
          <ac:chgData name="Coiley, Peter" userId="025b827e-c6c5-41fe-831e-7f0eb6b6a8cc" providerId="ADAL" clId="{17070012-7F5C-4A5F-828F-914BEDF476DD}" dt="2020-12-24T20:12:58.507" v="6710" actId="164"/>
          <ac:spMkLst>
            <pc:docMk/>
            <pc:sldMk cId="531357773" sldId="396"/>
            <ac:spMk id="16" creationId="{8B5E5844-8C20-4B1C-9AA6-28BA10232941}"/>
          </ac:spMkLst>
        </pc:spChg>
        <pc:spChg chg="mod topLvl">
          <ac:chgData name="Coiley, Peter" userId="025b827e-c6c5-41fe-831e-7f0eb6b6a8cc" providerId="ADAL" clId="{17070012-7F5C-4A5F-828F-914BEDF476DD}" dt="2020-12-24T20:12:58.507" v="6710" actId="164"/>
          <ac:spMkLst>
            <pc:docMk/>
            <pc:sldMk cId="531357773" sldId="396"/>
            <ac:spMk id="17" creationId="{3B92A1DB-1E2A-42AA-82E6-3C4B466EF5B1}"/>
          </ac:spMkLst>
        </pc:spChg>
        <pc:spChg chg="mod topLvl">
          <ac:chgData name="Coiley, Peter" userId="025b827e-c6c5-41fe-831e-7f0eb6b6a8cc" providerId="ADAL" clId="{17070012-7F5C-4A5F-828F-914BEDF476DD}" dt="2020-12-24T20:12:58.507" v="6710" actId="164"/>
          <ac:spMkLst>
            <pc:docMk/>
            <pc:sldMk cId="531357773" sldId="396"/>
            <ac:spMk id="18" creationId="{0597B036-10E6-49C9-885D-C5066362B0CB}"/>
          </ac:spMkLst>
        </pc:spChg>
        <pc:spChg chg="mod topLvl">
          <ac:chgData name="Coiley, Peter" userId="025b827e-c6c5-41fe-831e-7f0eb6b6a8cc" providerId="ADAL" clId="{17070012-7F5C-4A5F-828F-914BEDF476DD}" dt="2020-12-24T20:12:58.507" v="6710" actId="164"/>
          <ac:spMkLst>
            <pc:docMk/>
            <pc:sldMk cId="531357773" sldId="396"/>
            <ac:spMk id="19" creationId="{9297B139-22AA-4DD7-A514-2F1A09D5C95B}"/>
          </ac:spMkLst>
        </pc:spChg>
        <pc:spChg chg="mod">
          <ac:chgData name="Coiley, Peter" userId="025b827e-c6c5-41fe-831e-7f0eb6b6a8cc" providerId="ADAL" clId="{17070012-7F5C-4A5F-828F-914BEDF476DD}" dt="2020-12-24T20:35:32.754" v="7936" actId="20577"/>
          <ac:spMkLst>
            <pc:docMk/>
            <pc:sldMk cId="531357773" sldId="396"/>
            <ac:spMk id="20" creationId="{96D935B2-418D-439B-B992-10945D992704}"/>
          </ac:spMkLst>
        </pc:spChg>
        <pc:spChg chg="mod topLvl">
          <ac:chgData name="Coiley, Peter" userId="025b827e-c6c5-41fe-831e-7f0eb6b6a8cc" providerId="ADAL" clId="{17070012-7F5C-4A5F-828F-914BEDF476DD}" dt="2020-12-24T20:12:58.507" v="6710" actId="164"/>
          <ac:spMkLst>
            <pc:docMk/>
            <pc:sldMk cId="531357773" sldId="396"/>
            <ac:spMk id="21" creationId="{B37E22A7-14B6-417B-8199-CE85895729B1}"/>
          </ac:spMkLst>
        </pc:spChg>
        <pc:spChg chg="mod topLvl">
          <ac:chgData name="Coiley, Peter" userId="025b827e-c6c5-41fe-831e-7f0eb6b6a8cc" providerId="ADAL" clId="{17070012-7F5C-4A5F-828F-914BEDF476DD}" dt="2020-12-24T20:12:58.507" v="6710" actId="164"/>
          <ac:spMkLst>
            <pc:docMk/>
            <pc:sldMk cId="531357773" sldId="396"/>
            <ac:spMk id="22" creationId="{0BF296B9-B36B-4491-B7E7-CA58AE4C1186}"/>
          </ac:spMkLst>
        </pc:spChg>
        <pc:spChg chg="mod topLvl">
          <ac:chgData name="Coiley, Peter" userId="025b827e-c6c5-41fe-831e-7f0eb6b6a8cc" providerId="ADAL" clId="{17070012-7F5C-4A5F-828F-914BEDF476DD}" dt="2020-12-24T20:12:58.507" v="6710" actId="164"/>
          <ac:spMkLst>
            <pc:docMk/>
            <pc:sldMk cId="531357773" sldId="396"/>
            <ac:spMk id="23" creationId="{809768B3-8030-42EE-BF07-4F60C2695601}"/>
          </ac:spMkLst>
        </pc:spChg>
        <pc:spChg chg="mod topLvl">
          <ac:chgData name="Coiley, Peter" userId="025b827e-c6c5-41fe-831e-7f0eb6b6a8cc" providerId="ADAL" clId="{17070012-7F5C-4A5F-828F-914BEDF476DD}" dt="2020-12-24T20:12:58.507" v="6710" actId="164"/>
          <ac:spMkLst>
            <pc:docMk/>
            <pc:sldMk cId="531357773" sldId="396"/>
            <ac:spMk id="24" creationId="{B386E49C-F70D-4986-A737-011AF9F36249}"/>
          </ac:spMkLst>
        </pc:spChg>
        <pc:spChg chg="mod topLvl">
          <ac:chgData name="Coiley, Peter" userId="025b827e-c6c5-41fe-831e-7f0eb6b6a8cc" providerId="ADAL" clId="{17070012-7F5C-4A5F-828F-914BEDF476DD}" dt="2020-12-24T20:12:58.507" v="6710" actId="164"/>
          <ac:spMkLst>
            <pc:docMk/>
            <pc:sldMk cId="531357773" sldId="396"/>
            <ac:spMk id="25" creationId="{2AAEC237-6777-4C4A-AD14-5831470FAFC4}"/>
          </ac:spMkLst>
        </pc:spChg>
        <pc:spChg chg="mod topLvl">
          <ac:chgData name="Coiley, Peter" userId="025b827e-c6c5-41fe-831e-7f0eb6b6a8cc" providerId="ADAL" clId="{17070012-7F5C-4A5F-828F-914BEDF476DD}" dt="2020-12-24T20:12:58.507" v="6710" actId="164"/>
          <ac:spMkLst>
            <pc:docMk/>
            <pc:sldMk cId="531357773" sldId="396"/>
            <ac:spMk id="26" creationId="{F4FDC700-C7E5-45BE-A26F-A333B27A2BB0}"/>
          </ac:spMkLst>
        </pc:spChg>
        <pc:spChg chg="mod topLvl">
          <ac:chgData name="Coiley, Peter" userId="025b827e-c6c5-41fe-831e-7f0eb6b6a8cc" providerId="ADAL" clId="{17070012-7F5C-4A5F-828F-914BEDF476DD}" dt="2020-12-24T20:12:58.507" v="6710" actId="164"/>
          <ac:spMkLst>
            <pc:docMk/>
            <pc:sldMk cId="531357773" sldId="396"/>
            <ac:spMk id="27" creationId="{963DBC7B-CB39-4E8B-A23B-7217E99C9769}"/>
          </ac:spMkLst>
        </pc:spChg>
        <pc:spChg chg="mod topLvl">
          <ac:chgData name="Coiley, Peter" userId="025b827e-c6c5-41fe-831e-7f0eb6b6a8cc" providerId="ADAL" clId="{17070012-7F5C-4A5F-828F-914BEDF476DD}" dt="2020-12-24T20:12:58.507" v="6710" actId="164"/>
          <ac:spMkLst>
            <pc:docMk/>
            <pc:sldMk cId="531357773" sldId="396"/>
            <ac:spMk id="28" creationId="{2A260B0A-E0F7-4C7A-9849-3AB093848D01}"/>
          </ac:spMkLst>
        </pc:spChg>
        <pc:spChg chg="mod topLvl">
          <ac:chgData name="Coiley, Peter" userId="025b827e-c6c5-41fe-831e-7f0eb6b6a8cc" providerId="ADAL" clId="{17070012-7F5C-4A5F-828F-914BEDF476DD}" dt="2020-12-24T20:12:58.507" v="6710" actId="164"/>
          <ac:spMkLst>
            <pc:docMk/>
            <pc:sldMk cId="531357773" sldId="396"/>
            <ac:spMk id="29" creationId="{A1F2F9D4-9A1D-413E-B66B-F6B657C44D95}"/>
          </ac:spMkLst>
        </pc:spChg>
        <pc:spChg chg="mod topLvl">
          <ac:chgData name="Coiley, Peter" userId="025b827e-c6c5-41fe-831e-7f0eb6b6a8cc" providerId="ADAL" clId="{17070012-7F5C-4A5F-828F-914BEDF476DD}" dt="2020-12-24T20:12:58.507" v="6710" actId="164"/>
          <ac:spMkLst>
            <pc:docMk/>
            <pc:sldMk cId="531357773" sldId="396"/>
            <ac:spMk id="30" creationId="{82F3BB6D-E371-4D31-9D21-4067FB674F9E}"/>
          </ac:spMkLst>
        </pc:spChg>
        <pc:spChg chg="mod topLvl">
          <ac:chgData name="Coiley, Peter" userId="025b827e-c6c5-41fe-831e-7f0eb6b6a8cc" providerId="ADAL" clId="{17070012-7F5C-4A5F-828F-914BEDF476DD}" dt="2020-12-24T20:12:58.507" v="6710" actId="164"/>
          <ac:spMkLst>
            <pc:docMk/>
            <pc:sldMk cId="531357773" sldId="396"/>
            <ac:spMk id="31" creationId="{47B004F1-BFF5-4698-BA06-8596A600E6C0}"/>
          </ac:spMkLst>
        </pc:spChg>
        <pc:spChg chg="mod topLvl">
          <ac:chgData name="Coiley, Peter" userId="025b827e-c6c5-41fe-831e-7f0eb6b6a8cc" providerId="ADAL" clId="{17070012-7F5C-4A5F-828F-914BEDF476DD}" dt="2020-12-24T20:12:58.507" v="6710" actId="164"/>
          <ac:spMkLst>
            <pc:docMk/>
            <pc:sldMk cId="531357773" sldId="396"/>
            <ac:spMk id="32" creationId="{19CC65AA-E61A-4DFA-9D77-A2884AA7BA00}"/>
          </ac:spMkLst>
        </pc:spChg>
        <pc:spChg chg="mod topLvl">
          <ac:chgData name="Coiley, Peter" userId="025b827e-c6c5-41fe-831e-7f0eb6b6a8cc" providerId="ADAL" clId="{17070012-7F5C-4A5F-828F-914BEDF476DD}" dt="2020-12-24T20:12:58.507" v="6710" actId="164"/>
          <ac:spMkLst>
            <pc:docMk/>
            <pc:sldMk cId="531357773" sldId="396"/>
            <ac:spMk id="33" creationId="{C7C497C2-B5AE-4B34-9796-57FA35279034}"/>
          </ac:spMkLst>
        </pc:spChg>
        <pc:spChg chg="mod">
          <ac:chgData name="Coiley, Peter" userId="025b827e-c6c5-41fe-831e-7f0eb6b6a8cc" providerId="ADAL" clId="{17070012-7F5C-4A5F-828F-914BEDF476DD}" dt="2020-12-24T20:01:21.766" v="5940" actId="20577"/>
          <ac:spMkLst>
            <pc:docMk/>
            <pc:sldMk cId="531357773" sldId="396"/>
            <ac:spMk id="34" creationId="{C560C772-E0A0-4F1E-92F1-CA076CC5FF28}"/>
          </ac:spMkLst>
        </pc:spChg>
        <pc:spChg chg="mod topLvl">
          <ac:chgData name="Coiley, Peter" userId="025b827e-c6c5-41fe-831e-7f0eb6b6a8cc" providerId="ADAL" clId="{17070012-7F5C-4A5F-828F-914BEDF476DD}" dt="2020-12-24T20:12:58.507" v="6710" actId="164"/>
          <ac:spMkLst>
            <pc:docMk/>
            <pc:sldMk cId="531357773" sldId="396"/>
            <ac:spMk id="35" creationId="{D1E7462A-61A3-4539-B3BB-C4856D2CA3E3}"/>
          </ac:spMkLst>
        </pc:spChg>
        <pc:spChg chg="mod topLvl">
          <ac:chgData name="Coiley, Peter" userId="025b827e-c6c5-41fe-831e-7f0eb6b6a8cc" providerId="ADAL" clId="{17070012-7F5C-4A5F-828F-914BEDF476DD}" dt="2020-12-24T20:12:58.507" v="6710" actId="164"/>
          <ac:spMkLst>
            <pc:docMk/>
            <pc:sldMk cId="531357773" sldId="396"/>
            <ac:spMk id="36" creationId="{8B205553-E15B-4D48-8EF6-14BE65E12625}"/>
          </ac:spMkLst>
        </pc:spChg>
        <pc:spChg chg="mod topLvl">
          <ac:chgData name="Coiley, Peter" userId="025b827e-c6c5-41fe-831e-7f0eb6b6a8cc" providerId="ADAL" clId="{17070012-7F5C-4A5F-828F-914BEDF476DD}" dt="2020-12-24T20:12:58.507" v="6710" actId="164"/>
          <ac:spMkLst>
            <pc:docMk/>
            <pc:sldMk cId="531357773" sldId="396"/>
            <ac:spMk id="37" creationId="{661FE7A1-925C-457B-98AF-EF3A15B79750}"/>
          </ac:spMkLst>
        </pc:spChg>
        <pc:spChg chg="mod topLvl">
          <ac:chgData name="Coiley, Peter" userId="025b827e-c6c5-41fe-831e-7f0eb6b6a8cc" providerId="ADAL" clId="{17070012-7F5C-4A5F-828F-914BEDF476DD}" dt="2020-12-24T20:12:58.507" v="6710" actId="164"/>
          <ac:spMkLst>
            <pc:docMk/>
            <pc:sldMk cId="531357773" sldId="396"/>
            <ac:spMk id="38" creationId="{6A857F09-D608-4A05-9D09-B2CD82925BFC}"/>
          </ac:spMkLst>
        </pc:spChg>
        <pc:spChg chg="mod topLvl">
          <ac:chgData name="Coiley, Peter" userId="025b827e-c6c5-41fe-831e-7f0eb6b6a8cc" providerId="ADAL" clId="{17070012-7F5C-4A5F-828F-914BEDF476DD}" dt="2020-12-24T20:12:58.507" v="6710" actId="164"/>
          <ac:spMkLst>
            <pc:docMk/>
            <pc:sldMk cId="531357773" sldId="396"/>
            <ac:spMk id="39" creationId="{28625145-B355-43CD-AC59-FA811A42A298}"/>
          </ac:spMkLst>
        </pc:spChg>
        <pc:spChg chg="mod topLvl">
          <ac:chgData name="Coiley, Peter" userId="025b827e-c6c5-41fe-831e-7f0eb6b6a8cc" providerId="ADAL" clId="{17070012-7F5C-4A5F-828F-914BEDF476DD}" dt="2020-12-24T20:12:58.507" v="6710" actId="164"/>
          <ac:spMkLst>
            <pc:docMk/>
            <pc:sldMk cId="531357773" sldId="396"/>
            <ac:spMk id="40" creationId="{7B3E5C54-6FDB-4D45-BB84-3D216997606C}"/>
          </ac:spMkLst>
        </pc:spChg>
        <pc:spChg chg="mod topLvl">
          <ac:chgData name="Coiley, Peter" userId="025b827e-c6c5-41fe-831e-7f0eb6b6a8cc" providerId="ADAL" clId="{17070012-7F5C-4A5F-828F-914BEDF476DD}" dt="2020-12-24T20:12:58.507" v="6710" actId="164"/>
          <ac:spMkLst>
            <pc:docMk/>
            <pc:sldMk cId="531357773" sldId="396"/>
            <ac:spMk id="42" creationId="{E2B9FE11-9854-4264-A4D7-5511D3478B60}"/>
          </ac:spMkLst>
        </pc:spChg>
        <pc:spChg chg="mod topLvl">
          <ac:chgData name="Coiley, Peter" userId="025b827e-c6c5-41fe-831e-7f0eb6b6a8cc" providerId="ADAL" clId="{17070012-7F5C-4A5F-828F-914BEDF476DD}" dt="2020-12-24T20:12:58.507" v="6710" actId="164"/>
          <ac:spMkLst>
            <pc:docMk/>
            <pc:sldMk cId="531357773" sldId="396"/>
            <ac:spMk id="43" creationId="{EDCF8924-EEB0-495E-8AF6-4ED7CB1CF99A}"/>
          </ac:spMkLst>
        </pc:spChg>
        <pc:spChg chg="mod topLvl">
          <ac:chgData name="Coiley, Peter" userId="025b827e-c6c5-41fe-831e-7f0eb6b6a8cc" providerId="ADAL" clId="{17070012-7F5C-4A5F-828F-914BEDF476DD}" dt="2020-12-24T20:12:58.507" v="6710" actId="164"/>
          <ac:spMkLst>
            <pc:docMk/>
            <pc:sldMk cId="531357773" sldId="396"/>
            <ac:spMk id="44" creationId="{A6A4E619-2ADD-4B9D-B510-9F549E2613C1}"/>
          </ac:spMkLst>
        </pc:spChg>
        <pc:spChg chg="mod topLvl">
          <ac:chgData name="Coiley, Peter" userId="025b827e-c6c5-41fe-831e-7f0eb6b6a8cc" providerId="ADAL" clId="{17070012-7F5C-4A5F-828F-914BEDF476DD}" dt="2020-12-24T20:12:58.507" v="6710" actId="164"/>
          <ac:spMkLst>
            <pc:docMk/>
            <pc:sldMk cId="531357773" sldId="396"/>
            <ac:spMk id="45" creationId="{20268C4A-AE78-4410-B8BF-06ABA27494D5}"/>
          </ac:spMkLst>
        </pc:spChg>
        <pc:spChg chg="mod topLvl">
          <ac:chgData name="Coiley, Peter" userId="025b827e-c6c5-41fe-831e-7f0eb6b6a8cc" providerId="ADAL" clId="{17070012-7F5C-4A5F-828F-914BEDF476DD}" dt="2020-12-24T20:12:58.507" v="6710" actId="164"/>
          <ac:spMkLst>
            <pc:docMk/>
            <pc:sldMk cId="531357773" sldId="396"/>
            <ac:spMk id="46" creationId="{C11EDF7F-8B88-4B71-9FE2-56FD304C5FAC}"/>
          </ac:spMkLst>
        </pc:spChg>
        <pc:spChg chg="mod topLvl">
          <ac:chgData name="Coiley, Peter" userId="025b827e-c6c5-41fe-831e-7f0eb6b6a8cc" providerId="ADAL" clId="{17070012-7F5C-4A5F-828F-914BEDF476DD}" dt="2020-12-24T20:12:58.507" v="6710" actId="164"/>
          <ac:spMkLst>
            <pc:docMk/>
            <pc:sldMk cId="531357773" sldId="396"/>
            <ac:spMk id="47" creationId="{7F75BB77-E124-440F-833D-F3F6FB3CB06A}"/>
          </ac:spMkLst>
        </pc:spChg>
        <pc:spChg chg="mod topLvl">
          <ac:chgData name="Coiley, Peter" userId="025b827e-c6c5-41fe-831e-7f0eb6b6a8cc" providerId="ADAL" clId="{17070012-7F5C-4A5F-828F-914BEDF476DD}" dt="2020-12-24T20:12:58.507" v="6710" actId="164"/>
          <ac:spMkLst>
            <pc:docMk/>
            <pc:sldMk cId="531357773" sldId="396"/>
            <ac:spMk id="48" creationId="{FC64AD39-6D85-4679-9DE9-7EA8D8ED27B6}"/>
          </ac:spMkLst>
        </pc:spChg>
        <pc:spChg chg="mod topLvl">
          <ac:chgData name="Coiley, Peter" userId="025b827e-c6c5-41fe-831e-7f0eb6b6a8cc" providerId="ADAL" clId="{17070012-7F5C-4A5F-828F-914BEDF476DD}" dt="2020-12-24T20:12:58.507" v="6710" actId="164"/>
          <ac:spMkLst>
            <pc:docMk/>
            <pc:sldMk cId="531357773" sldId="396"/>
            <ac:spMk id="49" creationId="{0C8E7189-A2BB-4FA1-862E-9B4AB64F64E9}"/>
          </ac:spMkLst>
        </pc:spChg>
        <pc:spChg chg="mod topLvl">
          <ac:chgData name="Coiley, Peter" userId="025b827e-c6c5-41fe-831e-7f0eb6b6a8cc" providerId="ADAL" clId="{17070012-7F5C-4A5F-828F-914BEDF476DD}" dt="2020-12-24T20:12:58.507" v="6710" actId="164"/>
          <ac:spMkLst>
            <pc:docMk/>
            <pc:sldMk cId="531357773" sldId="396"/>
            <ac:spMk id="50" creationId="{3E5A8DE3-4A0E-4AB8-812C-223B4D9F1F36}"/>
          </ac:spMkLst>
        </pc:spChg>
        <pc:spChg chg="mod topLvl">
          <ac:chgData name="Coiley, Peter" userId="025b827e-c6c5-41fe-831e-7f0eb6b6a8cc" providerId="ADAL" clId="{17070012-7F5C-4A5F-828F-914BEDF476DD}" dt="2020-12-24T20:12:58.507" v="6710" actId="164"/>
          <ac:spMkLst>
            <pc:docMk/>
            <pc:sldMk cId="531357773" sldId="396"/>
            <ac:spMk id="51" creationId="{B20CA545-DDF1-46FD-ACC8-AFDD480E5E7A}"/>
          </ac:spMkLst>
        </pc:spChg>
        <pc:spChg chg="mod topLvl">
          <ac:chgData name="Coiley, Peter" userId="025b827e-c6c5-41fe-831e-7f0eb6b6a8cc" providerId="ADAL" clId="{17070012-7F5C-4A5F-828F-914BEDF476DD}" dt="2020-12-24T20:12:58.507" v="6710" actId="164"/>
          <ac:spMkLst>
            <pc:docMk/>
            <pc:sldMk cId="531357773" sldId="396"/>
            <ac:spMk id="52" creationId="{7098DD7A-E400-4A43-9F59-F416A7C86A79}"/>
          </ac:spMkLst>
        </pc:spChg>
        <pc:spChg chg="mod topLvl">
          <ac:chgData name="Coiley, Peter" userId="025b827e-c6c5-41fe-831e-7f0eb6b6a8cc" providerId="ADAL" clId="{17070012-7F5C-4A5F-828F-914BEDF476DD}" dt="2020-12-24T20:12:58.507" v="6710" actId="164"/>
          <ac:spMkLst>
            <pc:docMk/>
            <pc:sldMk cId="531357773" sldId="396"/>
            <ac:spMk id="53" creationId="{EC47D677-2B21-4AFE-808E-D865A31DE6DF}"/>
          </ac:spMkLst>
        </pc:spChg>
        <pc:spChg chg="mod topLvl">
          <ac:chgData name="Coiley, Peter" userId="025b827e-c6c5-41fe-831e-7f0eb6b6a8cc" providerId="ADAL" clId="{17070012-7F5C-4A5F-828F-914BEDF476DD}" dt="2020-12-24T20:12:58.507" v="6710" actId="164"/>
          <ac:spMkLst>
            <pc:docMk/>
            <pc:sldMk cId="531357773" sldId="396"/>
            <ac:spMk id="54" creationId="{B27EA254-1C86-4D65-A2E4-9AA30E276CFB}"/>
          </ac:spMkLst>
        </pc:spChg>
        <pc:spChg chg="mod topLvl">
          <ac:chgData name="Coiley, Peter" userId="025b827e-c6c5-41fe-831e-7f0eb6b6a8cc" providerId="ADAL" clId="{17070012-7F5C-4A5F-828F-914BEDF476DD}" dt="2020-12-24T20:12:58.507" v="6710" actId="164"/>
          <ac:spMkLst>
            <pc:docMk/>
            <pc:sldMk cId="531357773" sldId="396"/>
            <ac:spMk id="55" creationId="{AE5747DA-F210-4366-B8B3-F9F71C31B439}"/>
          </ac:spMkLst>
        </pc:spChg>
        <pc:spChg chg="mod topLvl">
          <ac:chgData name="Coiley, Peter" userId="025b827e-c6c5-41fe-831e-7f0eb6b6a8cc" providerId="ADAL" clId="{17070012-7F5C-4A5F-828F-914BEDF476DD}" dt="2020-12-24T20:12:58.507" v="6710" actId="164"/>
          <ac:spMkLst>
            <pc:docMk/>
            <pc:sldMk cId="531357773" sldId="396"/>
            <ac:spMk id="56" creationId="{FFD8FCFA-B2E0-4E18-A647-BBC3A6BE4466}"/>
          </ac:spMkLst>
        </pc:spChg>
        <pc:spChg chg="mod topLvl">
          <ac:chgData name="Coiley, Peter" userId="025b827e-c6c5-41fe-831e-7f0eb6b6a8cc" providerId="ADAL" clId="{17070012-7F5C-4A5F-828F-914BEDF476DD}" dt="2020-12-24T20:12:58.507" v="6710" actId="164"/>
          <ac:spMkLst>
            <pc:docMk/>
            <pc:sldMk cId="531357773" sldId="396"/>
            <ac:spMk id="57" creationId="{DBED8423-87A3-4B90-BBE2-5B39FE8B320E}"/>
          </ac:spMkLst>
        </pc:spChg>
        <pc:spChg chg="mod topLvl">
          <ac:chgData name="Coiley, Peter" userId="025b827e-c6c5-41fe-831e-7f0eb6b6a8cc" providerId="ADAL" clId="{17070012-7F5C-4A5F-828F-914BEDF476DD}" dt="2020-12-24T20:12:58.507" v="6710" actId="164"/>
          <ac:spMkLst>
            <pc:docMk/>
            <pc:sldMk cId="531357773" sldId="396"/>
            <ac:spMk id="58" creationId="{E33A9B97-3D6D-46F6-97EB-BA6CC81E1ABB}"/>
          </ac:spMkLst>
        </pc:spChg>
        <pc:spChg chg="mod topLvl">
          <ac:chgData name="Coiley, Peter" userId="025b827e-c6c5-41fe-831e-7f0eb6b6a8cc" providerId="ADAL" clId="{17070012-7F5C-4A5F-828F-914BEDF476DD}" dt="2020-12-24T20:12:58.507" v="6710" actId="164"/>
          <ac:spMkLst>
            <pc:docMk/>
            <pc:sldMk cId="531357773" sldId="396"/>
            <ac:spMk id="59" creationId="{C75EC4F2-0E64-41E2-9513-4B164342DAF0}"/>
          </ac:spMkLst>
        </pc:spChg>
        <pc:spChg chg="mod topLvl">
          <ac:chgData name="Coiley, Peter" userId="025b827e-c6c5-41fe-831e-7f0eb6b6a8cc" providerId="ADAL" clId="{17070012-7F5C-4A5F-828F-914BEDF476DD}" dt="2020-12-24T20:12:58.507" v="6710" actId="164"/>
          <ac:spMkLst>
            <pc:docMk/>
            <pc:sldMk cId="531357773" sldId="396"/>
            <ac:spMk id="60" creationId="{4C5D072A-236B-48CC-B5D4-5630BB15E839}"/>
          </ac:spMkLst>
        </pc:spChg>
        <pc:spChg chg="mod topLvl">
          <ac:chgData name="Coiley, Peter" userId="025b827e-c6c5-41fe-831e-7f0eb6b6a8cc" providerId="ADAL" clId="{17070012-7F5C-4A5F-828F-914BEDF476DD}" dt="2020-12-24T20:12:58.507" v="6710" actId="164"/>
          <ac:spMkLst>
            <pc:docMk/>
            <pc:sldMk cId="531357773" sldId="396"/>
            <ac:spMk id="61" creationId="{2290767E-7FD3-494D-B9AC-9765831D9CBE}"/>
          </ac:spMkLst>
        </pc:spChg>
        <pc:spChg chg="mod topLvl">
          <ac:chgData name="Coiley, Peter" userId="025b827e-c6c5-41fe-831e-7f0eb6b6a8cc" providerId="ADAL" clId="{17070012-7F5C-4A5F-828F-914BEDF476DD}" dt="2020-12-24T20:12:58.507" v="6710" actId="164"/>
          <ac:spMkLst>
            <pc:docMk/>
            <pc:sldMk cId="531357773" sldId="396"/>
            <ac:spMk id="62" creationId="{9EEA1F8F-3D81-47CC-ADA4-7B72BC9D121F}"/>
          </ac:spMkLst>
        </pc:spChg>
        <pc:spChg chg="mod topLvl">
          <ac:chgData name="Coiley, Peter" userId="025b827e-c6c5-41fe-831e-7f0eb6b6a8cc" providerId="ADAL" clId="{17070012-7F5C-4A5F-828F-914BEDF476DD}" dt="2020-12-24T20:12:58.507" v="6710" actId="164"/>
          <ac:spMkLst>
            <pc:docMk/>
            <pc:sldMk cId="531357773" sldId="396"/>
            <ac:spMk id="63" creationId="{27A69046-ADB5-402F-A1CD-EB21BC98656A}"/>
          </ac:spMkLst>
        </pc:spChg>
        <pc:spChg chg="mod topLvl">
          <ac:chgData name="Coiley, Peter" userId="025b827e-c6c5-41fe-831e-7f0eb6b6a8cc" providerId="ADAL" clId="{17070012-7F5C-4A5F-828F-914BEDF476DD}" dt="2020-12-24T20:12:58.507" v="6710" actId="164"/>
          <ac:spMkLst>
            <pc:docMk/>
            <pc:sldMk cId="531357773" sldId="396"/>
            <ac:spMk id="64" creationId="{B1BE32D4-9D3A-48C7-8C6C-22EB41E3C8D8}"/>
          </ac:spMkLst>
        </pc:spChg>
        <pc:spChg chg="mod topLvl">
          <ac:chgData name="Coiley, Peter" userId="025b827e-c6c5-41fe-831e-7f0eb6b6a8cc" providerId="ADAL" clId="{17070012-7F5C-4A5F-828F-914BEDF476DD}" dt="2020-12-24T20:12:58.507" v="6710" actId="164"/>
          <ac:spMkLst>
            <pc:docMk/>
            <pc:sldMk cId="531357773" sldId="396"/>
            <ac:spMk id="65" creationId="{B176404E-CA8D-46FC-92E9-207455238480}"/>
          </ac:spMkLst>
        </pc:spChg>
        <pc:spChg chg="mod topLvl">
          <ac:chgData name="Coiley, Peter" userId="025b827e-c6c5-41fe-831e-7f0eb6b6a8cc" providerId="ADAL" clId="{17070012-7F5C-4A5F-828F-914BEDF476DD}" dt="2020-12-24T20:12:58.507" v="6710" actId="164"/>
          <ac:spMkLst>
            <pc:docMk/>
            <pc:sldMk cId="531357773" sldId="396"/>
            <ac:spMk id="67" creationId="{42A7793C-F142-4DB1-90DB-39D57AFD12E1}"/>
          </ac:spMkLst>
        </pc:spChg>
        <pc:spChg chg="mod topLvl">
          <ac:chgData name="Coiley, Peter" userId="025b827e-c6c5-41fe-831e-7f0eb6b6a8cc" providerId="ADAL" clId="{17070012-7F5C-4A5F-828F-914BEDF476DD}" dt="2020-12-24T20:12:58.507" v="6710" actId="164"/>
          <ac:spMkLst>
            <pc:docMk/>
            <pc:sldMk cId="531357773" sldId="396"/>
            <ac:spMk id="68" creationId="{DE63B0DB-60AF-4FD3-983D-9D630B04B8C2}"/>
          </ac:spMkLst>
        </pc:spChg>
        <pc:spChg chg="mod topLvl">
          <ac:chgData name="Coiley, Peter" userId="025b827e-c6c5-41fe-831e-7f0eb6b6a8cc" providerId="ADAL" clId="{17070012-7F5C-4A5F-828F-914BEDF476DD}" dt="2020-12-24T20:12:58.507" v="6710" actId="164"/>
          <ac:spMkLst>
            <pc:docMk/>
            <pc:sldMk cId="531357773" sldId="396"/>
            <ac:spMk id="69" creationId="{FAE0AD04-10BC-4D4D-A7A2-C6029E83EDA2}"/>
          </ac:spMkLst>
        </pc:spChg>
        <pc:spChg chg="mod topLvl">
          <ac:chgData name="Coiley, Peter" userId="025b827e-c6c5-41fe-831e-7f0eb6b6a8cc" providerId="ADAL" clId="{17070012-7F5C-4A5F-828F-914BEDF476DD}" dt="2020-12-24T20:12:58.507" v="6710" actId="164"/>
          <ac:spMkLst>
            <pc:docMk/>
            <pc:sldMk cId="531357773" sldId="396"/>
            <ac:spMk id="70" creationId="{FCF3FD8C-7767-4681-B5AF-722C55E60C89}"/>
          </ac:spMkLst>
        </pc:spChg>
        <pc:spChg chg="mod topLvl">
          <ac:chgData name="Coiley, Peter" userId="025b827e-c6c5-41fe-831e-7f0eb6b6a8cc" providerId="ADAL" clId="{17070012-7F5C-4A5F-828F-914BEDF476DD}" dt="2020-12-24T20:12:58.507" v="6710" actId="164"/>
          <ac:spMkLst>
            <pc:docMk/>
            <pc:sldMk cId="531357773" sldId="396"/>
            <ac:spMk id="71" creationId="{5617264A-1DCC-4BC6-8399-55F00F1883BD}"/>
          </ac:spMkLst>
        </pc:spChg>
        <pc:spChg chg="mod topLvl">
          <ac:chgData name="Coiley, Peter" userId="025b827e-c6c5-41fe-831e-7f0eb6b6a8cc" providerId="ADAL" clId="{17070012-7F5C-4A5F-828F-914BEDF476DD}" dt="2020-12-24T20:12:58.507" v="6710" actId="164"/>
          <ac:spMkLst>
            <pc:docMk/>
            <pc:sldMk cId="531357773" sldId="396"/>
            <ac:spMk id="72" creationId="{AE148785-9A4E-4549-B165-77424CB7CF94}"/>
          </ac:spMkLst>
        </pc:spChg>
        <pc:spChg chg="mod topLvl">
          <ac:chgData name="Coiley, Peter" userId="025b827e-c6c5-41fe-831e-7f0eb6b6a8cc" providerId="ADAL" clId="{17070012-7F5C-4A5F-828F-914BEDF476DD}" dt="2020-12-24T20:12:58.507" v="6710" actId="164"/>
          <ac:spMkLst>
            <pc:docMk/>
            <pc:sldMk cId="531357773" sldId="396"/>
            <ac:spMk id="73" creationId="{7902CCF0-D815-440A-8874-C59C55DB8B08}"/>
          </ac:spMkLst>
        </pc:spChg>
        <pc:spChg chg="mod topLvl">
          <ac:chgData name="Coiley, Peter" userId="025b827e-c6c5-41fe-831e-7f0eb6b6a8cc" providerId="ADAL" clId="{17070012-7F5C-4A5F-828F-914BEDF476DD}" dt="2020-12-24T20:12:58.507" v="6710" actId="164"/>
          <ac:spMkLst>
            <pc:docMk/>
            <pc:sldMk cId="531357773" sldId="396"/>
            <ac:spMk id="74" creationId="{A86E09CE-549C-497C-96E1-E32D7062312A}"/>
          </ac:spMkLst>
        </pc:spChg>
        <pc:spChg chg="mod topLvl">
          <ac:chgData name="Coiley, Peter" userId="025b827e-c6c5-41fe-831e-7f0eb6b6a8cc" providerId="ADAL" clId="{17070012-7F5C-4A5F-828F-914BEDF476DD}" dt="2020-12-24T20:12:58.507" v="6710" actId="164"/>
          <ac:spMkLst>
            <pc:docMk/>
            <pc:sldMk cId="531357773" sldId="396"/>
            <ac:spMk id="75" creationId="{4BE30169-4851-4DED-84C3-C97EB0C7CDB1}"/>
          </ac:spMkLst>
        </pc:spChg>
        <pc:spChg chg="mod topLvl">
          <ac:chgData name="Coiley, Peter" userId="025b827e-c6c5-41fe-831e-7f0eb6b6a8cc" providerId="ADAL" clId="{17070012-7F5C-4A5F-828F-914BEDF476DD}" dt="2020-12-24T20:12:58.507" v="6710" actId="164"/>
          <ac:spMkLst>
            <pc:docMk/>
            <pc:sldMk cId="531357773" sldId="396"/>
            <ac:spMk id="76" creationId="{B0A1A6B1-B9B2-452A-828C-2663380A6C31}"/>
          </ac:spMkLst>
        </pc:spChg>
        <pc:spChg chg="mod topLvl">
          <ac:chgData name="Coiley, Peter" userId="025b827e-c6c5-41fe-831e-7f0eb6b6a8cc" providerId="ADAL" clId="{17070012-7F5C-4A5F-828F-914BEDF476DD}" dt="2020-12-24T20:12:58.507" v="6710" actId="164"/>
          <ac:spMkLst>
            <pc:docMk/>
            <pc:sldMk cId="531357773" sldId="396"/>
            <ac:spMk id="77" creationId="{D2158EF0-D1D5-48FC-84A6-CFE74BD932C0}"/>
          </ac:spMkLst>
        </pc:spChg>
        <pc:spChg chg="mod topLvl">
          <ac:chgData name="Coiley, Peter" userId="025b827e-c6c5-41fe-831e-7f0eb6b6a8cc" providerId="ADAL" clId="{17070012-7F5C-4A5F-828F-914BEDF476DD}" dt="2020-12-24T20:12:58.507" v="6710" actId="164"/>
          <ac:spMkLst>
            <pc:docMk/>
            <pc:sldMk cId="531357773" sldId="396"/>
            <ac:spMk id="79" creationId="{6F9128F6-5138-4803-AA75-6A3A88788AEC}"/>
          </ac:spMkLst>
        </pc:spChg>
        <pc:spChg chg="mod topLvl">
          <ac:chgData name="Coiley, Peter" userId="025b827e-c6c5-41fe-831e-7f0eb6b6a8cc" providerId="ADAL" clId="{17070012-7F5C-4A5F-828F-914BEDF476DD}" dt="2020-12-24T20:12:58.507" v="6710" actId="164"/>
          <ac:spMkLst>
            <pc:docMk/>
            <pc:sldMk cId="531357773" sldId="396"/>
            <ac:spMk id="80" creationId="{853BE06B-4F84-4DAC-A190-8B04287BCCBF}"/>
          </ac:spMkLst>
        </pc:spChg>
        <pc:spChg chg="mod topLvl">
          <ac:chgData name="Coiley, Peter" userId="025b827e-c6c5-41fe-831e-7f0eb6b6a8cc" providerId="ADAL" clId="{17070012-7F5C-4A5F-828F-914BEDF476DD}" dt="2020-12-24T20:12:58.507" v="6710" actId="164"/>
          <ac:spMkLst>
            <pc:docMk/>
            <pc:sldMk cId="531357773" sldId="396"/>
            <ac:spMk id="81" creationId="{355C98FA-28E0-4ABF-BF3B-EB1B4E185160}"/>
          </ac:spMkLst>
        </pc:spChg>
        <pc:spChg chg="mod topLvl">
          <ac:chgData name="Coiley, Peter" userId="025b827e-c6c5-41fe-831e-7f0eb6b6a8cc" providerId="ADAL" clId="{17070012-7F5C-4A5F-828F-914BEDF476DD}" dt="2020-12-24T20:12:58.507" v="6710" actId="164"/>
          <ac:spMkLst>
            <pc:docMk/>
            <pc:sldMk cId="531357773" sldId="396"/>
            <ac:spMk id="82" creationId="{F7FC8819-1BCE-4C95-8826-182B88BF05D1}"/>
          </ac:spMkLst>
        </pc:spChg>
        <pc:spChg chg="mod topLvl">
          <ac:chgData name="Coiley, Peter" userId="025b827e-c6c5-41fe-831e-7f0eb6b6a8cc" providerId="ADAL" clId="{17070012-7F5C-4A5F-828F-914BEDF476DD}" dt="2020-12-24T20:12:58.507" v="6710" actId="164"/>
          <ac:spMkLst>
            <pc:docMk/>
            <pc:sldMk cId="531357773" sldId="396"/>
            <ac:spMk id="83" creationId="{58ECF592-6CED-49D9-85F8-A7B86689A66C}"/>
          </ac:spMkLst>
        </pc:spChg>
        <pc:spChg chg="mod topLvl">
          <ac:chgData name="Coiley, Peter" userId="025b827e-c6c5-41fe-831e-7f0eb6b6a8cc" providerId="ADAL" clId="{17070012-7F5C-4A5F-828F-914BEDF476DD}" dt="2020-12-24T20:12:58.507" v="6710" actId="164"/>
          <ac:spMkLst>
            <pc:docMk/>
            <pc:sldMk cId="531357773" sldId="396"/>
            <ac:spMk id="84" creationId="{3BAAEDC4-1E74-4C5F-8938-3BE02D337E47}"/>
          </ac:spMkLst>
        </pc:spChg>
        <pc:spChg chg="mod topLvl">
          <ac:chgData name="Coiley, Peter" userId="025b827e-c6c5-41fe-831e-7f0eb6b6a8cc" providerId="ADAL" clId="{17070012-7F5C-4A5F-828F-914BEDF476DD}" dt="2020-12-24T20:12:58.507" v="6710" actId="164"/>
          <ac:spMkLst>
            <pc:docMk/>
            <pc:sldMk cId="531357773" sldId="396"/>
            <ac:spMk id="85" creationId="{FFC9C1A1-DA35-4919-BB0B-C121A2AA624E}"/>
          </ac:spMkLst>
        </pc:spChg>
        <pc:spChg chg="mod topLvl">
          <ac:chgData name="Coiley, Peter" userId="025b827e-c6c5-41fe-831e-7f0eb6b6a8cc" providerId="ADAL" clId="{17070012-7F5C-4A5F-828F-914BEDF476DD}" dt="2020-12-24T20:12:58.507" v="6710" actId="164"/>
          <ac:spMkLst>
            <pc:docMk/>
            <pc:sldMk cId="531357773" sldId="396"/>
            <ac:spMk id="86" creationId="{4866BDAD-CDBD-4F10-9738-79BEFDF33518}"/>
          </ac:spMkLst>
        </pc:spChg>
        <pc:spChg chg="mod topLvl">
          <ac:chgData name="Coiley, Peter" userId="025b827e-c6c5-41fe-831e-7f0eb6b6a8cc" providerId="ADAL" clId="{17070012-7F5C-4A5F-828F-914BEDF476DD}" dt="2020-12-24T20:12:58.507" v="6710" actId="164"/>
          <ac:spMkLst>
            <pc:docMk/>
            <pc:sldMk cId="531357773" sldId="396"/>
            <ac:spMk id="87" creationId="{E186DBF0-1FF8-403C-B930-95D5AC86AA37}"/>
          </ac:spMkLst>
        </pc:spChg>
        <pc:spChg chg="mod topLvl">
          <ac:chgData name="Coiley, Peter" userId="025b827e-c6c5-41fe-831e-7f0eb6b6a8cc" providerId="ADAL" clId="{17070012-7F5C-4A5F-828F-914BEDF476DD}" dt="2020-12-24T20:12:58.507" v="6710" actId="164"/>
          <ac:spMkLst>
            <pc:docMk/>
            <pc:sldMk cId="531357773" sldId="396"/>
            <ac:spMk id="88" creationId="{34F135CC-49DB-4590-858A-22F2A793A6F9}"/>
          </ac:spMkLst>
        </pc:spChg>
        <pc:spChg chg="mod topLvl">
          <ac:chgData name="Coiley, Peter" userId="025b827e-c6c5-41fe-831e-7f0eb6b6a8cc" providerId="ADAL" clId="{17070012-7F5C-4A5F-828F-914BEDF476DD}" dt="2020-12-24T20:12:58.507" v="6710" actId="164"/>
          <ac:spMkLst>
            <pc:docMk/>
            <pc:sldMk cId="531357773" sldId="396"/>
            <ac:spMk id="89" creationId="{58B391EC-E7DC-457B-AAED-85A183C7F118}"/>
          </ac:spMkLst>
        </pc:spChg>
        <pc:spChg chg="mod topLvl">
          <ac:chgData name="Coiley, Peter" userId="025b827e-c6c5-41fe-831e-7f0eb6b6a8cc" providerId="ADAL" clId="{17070012-7F5C-4A5F-828F-914BEDF476DD}" dt="2020-12-24T20:12:58.507" v="6710" actId="164"/>
          <ac:spMkLst>
            <pc:docMk/>
            <pc:sldMk cId="531357773" sldId="396"/>
            <ac:spMk id="90" creationId="{95B6B93B-D707-4FFD-BDEA-79B840A63FB0}"/>
          </ac:spMkLst>
        </pc:spChg>
        <pc:spChg chg="mod topLvl">
          <ac:chgData name="Coiley, Peter" userId="025b827e-c6c5-41fe-831e-7f0eb6b6a8cc" providerId="ADAL" clId="{17070012-7F5C-4A5F-828F-914BEDF476DD}" dt="2020-12-24T20:12:58.507" v="6710" actId="164"/>
          <ac:spMkLst>
            <pc:docMk/>
            <pc:sldMk cId="531357773" sldId="396"/>
            <ac:spMk id="91" creationId="{A5746EB8-B84C-4C4B-9222-B6B47B1D601C}"/>
          </ac:spMkLst>
        </pc:spChg>
        <pc:spChg chg="mod topLvl">
          <ac:chgData name="Coiley, Peter" userId="025b827e-c6c5-41fe-831e-7f0eb6b6a8cc" providerId="ADAL" clId="{17070012-7F5C-4A5F-828F-914BEDF476DD}" dt="2020-12-24T20:12:58.507" v="6710" actId="164"/>
          <ac:spMkLst>
            <pc:docMk/>
            <pc:sldMk cId="531357773" sldId="396"/>
            <ac:spMk id="93" creationId="{F0C25AB7-2F66-4497-9D8F-D36C16061823}"/>
          </ac:spMkLst>
        </pc:spChg>
        <pc:spChg chg="mod topLvl">
          <ac:chgData name="Coiley, Peter" userId="025b827e-c6c5-41fe-831e-7f0eb6b6a8cc" providerId="ADAL" clId="{17070012-7F5C-4A5F-828F-914BEDF476DD}" dt="2020-12-24T20:12:58.507" v="6710" actId="164"/>
          <ac:spMkLst>
            <pc:docMk/>
            <pc:sldMk cId="531357773" sldId="396"/>
            <ac:spMk id="94" creationId="{A1FA4175-3E8E-4145-A278-CA1F69B45FE8}"/>
          </ac:spMkLst>
        </pc:spChg>
        <pc:spChg chg="mod topLvl">
          <ac:chgData name="Coiley, Peter" userId="025b827e-c6c5-41fe-831e-7f0eb6b6a8cc" providerId="ADAL" clId="{17070012-7F5C-4A5F-828F-914BEDF476DD}" dt="2020-12-24T20:12:58.507" v="6710" actId="164"/>
          <ac:spMkLst>
            <pc:docMk/>
            <pc:sldMk cId="531357773" sldId="396"/>
            <ac:spMk id="95" creationId="{8662D332-6AF3-4899-83DA-BE5402D2B9FF}"/>
          </ac:spMkLst>
        </pc:spChg>
        <pc:spChg chg="mod topLvl">
          <ac:chgData name="Coiley, Peter" userId="025b827e-c6c5-41fe-831e-7f0eb6b6a8cc" providerId="ADAL" clId="{17070012-7F5C-4A5F-828F-914BEDF476DD}" dt="2020-12-24T20:12:58.507" v="6710" actId="164"/>
          <ac:spMkLst>
            <pc:docMk/>
            <pc:sldMk cId="531357773" sldId="396"/>
            <ac:spMk id="96" creationId="{C02D6121-E5E1-4DB1-B4D5-9321B17BDA92}"/>
          </ac:spMkLst>
        </pc:spChg>
        <pc:spChg chg="mod topLvl">
          <ac:chgData name="Coiley, Peter" userId="025b827e-c6c5-41fe-831e-7f0eb6b6a8cc" providerId="ADAL" clId="{17070012-7F5C-4A5F-828F-914BEDF476DD}" dt="2020-12-24T20:12:58.507" v="6710" actId="164"/>
          <ac:spMkLst>
            <pc:docMk/>
            <pc:sldMk cId="531357773" sldId="396"/>
            <ac:spMk id="97" creationId="{847A91B9-B2DC-46A7-9CFD-87DF5BB842FD}"/>
          </ac:spMkLst>
        </pc:spChg>
        <pc:spChg chg="mod topLvl">
          <ac:chgData name="Coiley, Peter" userId="025b827e-c6c5-41fe-831e-7f0eb6b6a8cc" providerId="ADAL" clId="{17070012-7F5C-4A5F-828F-914BEDF476DD}" dt="2020-12-24T20:12:58.507" v="6710" actId="164"/>
          <ac:spMkLst>
            <pc:docMk/>
            <pc:sldMk cId="531357773" sldId="396"/>
            <ac:spMk id="98" creationId="{924EB3C1-AB5B-4B3C-9A4A-EFD790D28433}"/>
          </ac:spMkLst>
        </pc:spChg>
        <pc:spChg chg="mod topLvl">
          <ac:chgData name="Coiley, Peter" userId="025b827e-c6c5-41fe-831e-7f0eb6b6a8cc" providerId="ADAL" clId="{17070012-7F5C-4A5F-828F-914BEDF476DD}" dt="2020-12-24T20:12:58.507" v="6710" actId="164"/>
          <ac:spMkLst>
            <pc:docMk/>
            <pc:sldMk cId="531357773" sldId="396"/>
            <ac:spMk id="99" creationId="{C1CB47FB-A03F-4CCD-9648-3334E185F7DB}"/>
          </ac:spMkLst>
        </pc:spChg>
        <pc:spChg chg="mod topLvl">
          <ac:chgData name="Coiley, Peter" userId="025b827e-c6c5-41fe-831e-7f0eb6b6a8cc" providerId="ADAL" clId="{17070012-7F5C-4A5F-828F-914BEDF476DD}" dt="2020-12-24T20:12:58.507" v="6710" actId="164"/>
          <ac:spMkLst>
            <pc:docMk/>
            <pc:sldMk cId="531357773" sldId="396"/>
            <ac:spMk id="100" creationId="{BB3AACDD-2978-4DB1-AC58-D7D878A9E91D}"/>
          </ac:spMkLst>
        </pc:spChg>
        <pc:spChg chg="mod topLvl">
          <ac:chgData name="Coiley, Peter" userId="025b827e-c6c5-41fe-831e-7f0eb6b6a8cc" providerId="ADAL" clId="{17070012-7F5C-4A5F-828F-914BEDF476DD}" dt="2020-12-24T20:12:58.507" v="6710" actId="164"/>
          <ac:spMkLst>
            <pc:docMk/>
            <pc:sldMk cId="531357773" sldId="396"/>
            <ac:spMk id="101" creationId="{CC9DA51B-E7DD-4956-9810-E471B6FE8F9F}"/>
          </ac:spMkLst>
        </pc:spChg>
        <pc:spChg chg="mod topLvl">
          <ac:chgData name="Coiley, Peter" userId="025b827e-c6c5-41fe-831e-7f0eb6b6a8cc" providerId="ADAL" clId="{17070012-7F5C-4A5F-828F-914BEDF476DD}" dt="2020-12-24T20:12:58.507" v="6710" actId="164"/>
          <ac:spMkLst>
            <pc:docMk/>
            <pc:sldMk cId="531357773" sldId="396"/>
            <ac:spMk id="102" creationId="{83F062C1-3FE9-414E-8E2C-1EFC2528E780}"/>
          </ac:spMkLst>
        </pc:spChg>
        <pc:spChg chg="mod topLvl">
          <ac:chgData name="Coiley, Peter" userId="025b827e-c6c5-41fe-831e-7f0eb6b6a8cc" providerId="ADAL" clId="{17070012-7F5C-4A5F-828F-914BEDF476DD}" dt="2020-12-24T20:12:58.507" v="6710" actId="164"/>
          <ac:spMkLst>
            <pc:docMk/>
            <pc:sldMk cId="531357773" sldId="396"/>
            <ac:spMk id="103" creationId="{4085F79C-6A96-493C-BFE4-02E9077F8CE7}"/>
          </ac:spMkLst>
        </pc:spChg>
        <pc:spChg chg="mod topLvl">
          <ac:chgData name="Coiley, Peter" userId="025b827e-c6c5-41fe-831e-7f0eb6b6a8cc" providerId="ADAL" clId="{17070012-7F5C-4A5F-828F-914BEDF476DD}" dt="2020-12-24T20:12:58.507" v="6710" actId="164"/>
          <ac:spMkLst>
            <pc:docMk/>
            <pc:sldMk cId="531357773" sldId="396"/>
            <ac:spMk id="104" creationId="{8F8C48D4-B0A4-4133-AE55-662608532A7D}"/>
          </ac:spMkLst>
        </pc:spChg>
        <pc:spChg chg="mod topLvl">
          <ac:chgData name="Coiley, Peter" userId="025b827e-c6c5-41fe-831e-7f0eb6b6a8cc" providerId="ADAL" clId="{17070012-7F5C-4A5F-828F-914BEDF476DD}" dt="2020-12-24T20:12:58.507" v="6710" actId="164"/>
          <ac:spMkLst>
            <pc:docMk/>
            <pc:sldMk cId="531357773" sldId="396"/>
            <ac:spMk id="105" creationId="{DCC704DB-72D0-439C-AB46-297CB7F45009}"/>
          </ac:spMkLst>
        </pc:spChg>
        <pc:spChg chg="mod topLvl">
          <ac:chgData name="Coiley, Peter" userId="025b827e-c6c5-41fe-831e-7f0eb6b6a8cc" providerId="ADAL" clId="{17070012-7F5C-4A5F-828F-914BEDF476DD}" dt="2020-12-24T20:12:58.507" v="6710" actId="164"/>
          <ac:spMkLst>
            <pc:docMk/>
            <pc:sldMk cId="531357773" sldId="396"/>
            <ac:spMk id="106" creationId="{CDF82FD3-7DA1-4145-AE2D-692866D7F59D}"/>
          </ac:spMkLst>
        </pc:spChg>
        <pc:spChg chg="mod topLvl">
          <ac:chgData name="Coiley, Peter" userId="025b827e-c6c5-41fe-831e-7f0eb6b6a8cc" providerId="ADAL" clId="{17070012-7F5C-4A5F-828F-914BEDF476DD}" dt="2020-12-24T20:12:58.507" v="6710" actId="164"/>
          <ac:spMkLst>
            <pc:docMk/>
            <pc:sldMk cId="531357773" sldId="396"/>
            <ac:spMk id="107" creationId="{35655336-5D66-444D-95F1-1FBE059E5969}"/>
          </ac:spMkLst>
        </pc:spChg>
        <pc:spChg chg="mod topLvl">
          <ac:chgData name="Coiley, Peter" userId="025b827e-c6c5-41fe-831e-7f0eb6b6a8cc" providerId="ADAL" clId="{17070012-7F5C-4A5F-828F-914BEDF476DD}" dt="2020-12-24T20:12:58.507" v="6710" actId="164"/>
          <ac:spMkLst>
            <pc:docMk/>
            <pc:sldMk cId="531357773" sldId="396"/>
            <ac:spMk id="108" creationId="{A41D68B2-5DA1-44D1-9DFE-B36B2C31CB11}"/>
          </ac:spMkLst>
        </pc:spChg>
        <pc:spChg chg="mod topLvl">
          <ac:chgData name="Coiley, Peter" userId="025b827e-c6c5-41fe-831e-7f0eb6b6a8cc" providerId="ADAL" clId="{17070012-7F5C-4A5F-828F-914BEDF476DD}" dt="2020-12-24T20:12:58.507" v="6710" actId="164"/>
          <ac:spMkLst>
            <pc:docMk/>
            <pc:sldMk cId="531357773" sldId="396"/>
            <ac:spMk id="109" creationId="{536B3E7E-6F74-4CC4-82B8-772300F68AFC}"/>
          </ac:spMkLst>
        </pc:spChg>
        <pc:spChg chg="mod topLvl">
          <ac:chgData name="Coiley, Peter" userId="025b827e-c6c5-41fe-831e-7f0eb6b6a8cc" providerId="ADAL" clId="{17070012-7F5C-4A5F-828F-914BEDF476DD}" dt="2020-12-24T20:12:58.507" v="6710" actId="164"/>
          <ac:spMkLst>
            <pc:docMk/>
            <pc:sldMk cId="531357773" sldId="396"/>
            <ac:spMk id="110" creationId="{7BDAC566-A957-44B2-9AC4-0BD880C594DA}"/>
          </ac:spMkLst>
        </pc:spChg>
        <pc:spChg chg="mod topLvl">
          <ac:chgData name="Coiley, Peter" userId="025b827e-c6c5-41fe-831e-7f0eb6b6a8cc" providerId="ADAL" clId="{17070012-7F5C-4A5F-828F-914BEDF476DD}" dt="2020-12-24T20:12:58.507" v="6710" actId="164"/>
          <ac:spMkLst>
            <pc:docMk/>
            <pc:sldMk cId="531357773" sldId="396"/>
            <ac:spMk id="111" creationId="{EB3D9F16-DE2C-46B1-AB9B-A7A39DD5E188}"/>
          </ac:spMkLst>
        </pc:spChg>
        <pc:spChg chg="mod topLvl">
          <ac:chgData name="Coiley, Peter" userId="025b827e-c6c5-41fe-831e-7f0eb6b6a8cc" providerId="ADAL" clId="{17070012-7F5C-4A5F-828F-914BEDF476DD}" dt="2020-12-24T20:12:58.507" v="6710" actId="164"/>
          <ac:spMkLst>
            <pc:docMk/>
            <pc:sldMk cId="531357773" sldId="396"/>
            <ac:spMk id="112" creationId="{845770EC-ED08-48DD-AC72-D8C59871FCA4}"/>
          </ac:spMkLst>
        </pc:spChg>
        <pc:spChg chg="mod topLvl">
          <ac:chgData name="Coiley, Peter" userId="025b827e-c6c5-41fe-831e-7f0eb6b6a8cc" providerId="ADAL" clId="{17070012-7F5C-4A5F-828F-914BEDF476DD}" dt="2020-12-24T20:12:58.507" v="6710" actId="164"/>
          <ac:spMkLst>
            <pc:docMk/>
            <pc:sldMk cId="531357773" sldId="396"/>
            <ac:spMk id="113" creationId="{0560ACE7-7CB4-4989-8203-853991C3B38C}"/>
          </ac:spMkLst>
        </pc:spChg>
        <pc:spChg chg="mod topLvl">
          <ac:chgData name="Coiley, Peter" userId="025b827e-c6c5-41fe-831e-7f0eb6b6a8cc" providerId="ADAL" clId="{17070012-7F5C-4A5F-828F-914BEDF476DD}" dt="2020-12-24T20:12:58.507" v="6710" actId="164"/>
          <ac:spMkLst>
            <pc:docMk/>
            <pc:sldMk cId="531357773" sldId="396"/>
            <ac:spMk id="114" creationId="{85EFC3FF-7826-4540-926F-F39D992E4E5D}"/>
          </ac:spMkLst>
        </pc:spChg>
        <pc:spChg chg="mod topLvl">
          <ac:chgData name="Coiley, Peter" userId="025b827e-c6c5-41fe-831e-7f0eb6b6a8cc" providerId="ADAL" clId="{17070012-7F5C-4A5F-828F-914BEDF476DD}" dt="2020-12-24T20:12:58.507" v="6710" actId="164"/>
          <ac:spMkLst>
            <pc:docMk/>
            <pc:sldMk cId="531357773" sldId="396"/>
            <ac:spMk id="115" creationId="{44F3C480-CC12-4FA2-A33D-98592CA35E47}"/>
          </ac:spMkLst>
        </pc:spChg>
        <pc:spChg chg="mod topLvl">
          <ac:chgData name="Coiley, Peter" userId="025b827e-c6c5-41fe-831e-7f0eb6b6a8cc" providerId="ADAL" clId="{17070012-7F5C-4A5F-828F-914BEDF476DD}" dt="2020-12-24T20:12:58.507" v="6710" actId="164"/>
          <ac:spMkLst>
            <pc:docMk/>
            <pc:sldMk cId="531357773" sldId="396"/>
            <ac:spMk id="116" creationId="{1E87BF59-CF2B-42CA-A8FF-7EF7FF778065}"/>
          </ac:spMkLst>
        </pc:spChg>
        <pc:spChg chg="add mod">
          <ac:chgData name="Coiley, Peter" userId="025b827e-c6c5-41fe-831e-7f0eb6b6a8cc" providerId="ADAL" clId="{17070012-7F5C-4A5F-828F-914BEDF476DD}" dt="2020-12-24T20:12:58.507" v="6710" actId="164"/>
          <ac:spMkLst>
            <pc:docMk/>
            <pc:sldMk cId="531357773" sldId="396"/>
            <ac:spMk id="123" creationId="{2AB04B81-3076-4EBC-84E4-86568DFA23FA}"/>
          </ac:spMkLst>
        </pc:spChg>
        <pc:spChg chg="add mod">
          <ac:chgData name="Coiley, Peter" userId="025b827e-c6c5-41fe-831e-7f0eb6b6a8cc" providerId="ADAL" clId="{17070012-7F5C-4A5F-828F-914BEDF476DD}" dt="2020-12-24T20:12:58.507" v="6710" actId="164"/>
          <ac:spMkLst>
            <pc:docMk/>
            <pc:sldMk cId="531357773" sldId="396"/>
            <ac:spMk id="124" creationId="{24562256-A865-44AE-A22D-53411C298E3E}"/>
          </ac:spMkLst>
        </pc:spChg>
        <pc:grpChg chg="add mod">
          <ac:chgData name="Coiley, Peter" userId="025b827e-c6c5-41fe-831e-7f0eb6b6a8cc" providerId="ADAL" clId="{17070012-7F5C-4A5F-828F-914BEDF476DD}" dt="2021-01-04T13:38:58.363" v="9242" actId="1076"/>
          <ac:grpSpMkLst>
            <pc:docMk/>
            <pc:sldMk cId="531357773" sldId="396"/>
            <ac:grpSpMk id="2" creationId="{FCE7A24E-1147-4E34-8E9E-00E3CC6A51AB}"/>
          </ac:grpSpMkLst>
        </pc:grpChg>
        <pc:grpChg chg="add del mod">
          <ac:chgData name="Coiley, Peter" userId="025b827e-c6c5-41fe-831e-7f0eb6b6a8cc" providerId="ADAL" clId="{17070012-7F5C-4A5F-828F-914BEDF476DD}" dt="2020-12-24T20:08:28.243" v="6611" actId="478"/>
          <ac:grpSpMkLst>
            <pc:docMk/>
            <pc:sldMk cId="531357773" sldId="396"/>
            <ac:grpSpMk id="9" creationId="{D7284F0B-AF89-42C4-8B65-99294CC1C309}"/>
          </ac:grpSpMkLst>
        </pc:grpChg>
        <pc:grpChg chg="add del mod">
          <ac:chgData name="Coiley, Peter" userId="025b827e-c6c5-41fe-831e-7f0eb6b6a8cc" providerId="ADAL" clId="{17070012-7F5C-4A5F-828F-914BEDF476DD}" dt="2020-12-24T20:09:28.827" v="6635" actId="165"/>
          <ac:grpSpMkLst>
            <pc:docMk/>
            <pc:sldMk cId="531357773" sldId="396"/>
            <ac:grpSpMk id="14" creationId="{10AA80EE-69E5-4DB9-BF7E-A6849B6C224B}"/>
          </ac:grpSpMkLst>
        </pc:grpChg>
        <pc:grpChg chg="add del mod">
          <ac:chgData name="Coiley, Peter" userId="025b827e-c6c5-41fe-831e-7f0eb6b6a8cc" providerId="ADAL" clId="{17070012-7F5C-4A5F-828F-914BEDF476DD}" dt="2020-12-24T20:09:40.572" v="6636" actId="165"/>
          <ac:grpSpMkLst>
            <pc:docMk/>
            <pc:sldMk cId="531357773" sldId="396"/>
            <ac:grpSpMk id="41" creationId="{08A72D97-2A68-4E25-9B5F-7F205ED5F8BF}"/>
          </ac:grpSpMkLst>
        </pc:grpChg>
        <pc:grpChg chg="add del mod">
          <ac:chgData name="Coiley, Peter" userId="025b827e-c6c5-41fe-831e-7f0eb6b6a8cc" providerId="ADAL" clId="{17070012-7F5C-4A5F-828F-914BEDF476DD}" dt="2020-12-24T20:09:40.572" v="6636" actId="165"/>
          <ac:grpSpMkLst>
            <pc:docMk/>
            <pc:sldMk cId="531357773" sldId="396"/>
            <ac:grpSpMk id="66" creationId="{6A01CAD8-D8C4-4862-A29D-28673194F1ED}"/>
          </ac:grpSpMkLst>
        </pc:grpChg>
        <pc:grpChg chg="add del mod">
          <ac:chgData name="Coiley, Peter" userId="025b827e-c6c5-41fe-831e-7f0eb6b6a8cc" providerId="ADAL" clId="{17070012-7F5C-4A5F-828F-914BEDF476DD}" dt="2020-12-24T20:09:40.572" v="6636" actId="165"/>
          <ac:grpSpMkLst>
            <pc:docMk/>
            <pc:sldMk cId="531357773" sldId="396"/>
            <ac:grpSpMk id="92" creationId="{EFC04592-EDF3-48D2-82B9-28AEB56F9B7E}"/>
          </ac:grpSpMkLst>
        </pc:grpChg>
        <pc:grpChg chg="add mod">
          <ac:chgData name="Coiley, Peter" userId="025b827e-c6c5-41fe-831e-7f0eb6b6a8cc" providerId="ADAL" clId="{17070012-7F5C-4A5F-828F-914BEDF476DD}" dt="2020-12-24T20:12:58.507" v="6710" actId="164"/>
          <ac:grpSpMkLst>
            <pc:docMk/>
            <pc:sldMk cId="531357773" sldId="396"/>
            <ac:grpSpMk id="117" creationId="{4C2578BD-8E80-4FEF-B3AE-AC9363F6ED4D}"/>
          </ac:grpSpMkLst>
        </pc:grpChg>
        <pc:grpChg chg="add mod">
          <ac:chgData name="Coiley, Peter" userId="025b827e-c6c5-41fe-831e-7f0eb6b6a8cc" providerId="ADAL" clId="{17070012-7F5C-4A5F-828F-914BEDF476DD}" dt="2020-12-24T20:12:58.507" v="6710" actId="164"/>
          <ac:grpSpMkLst>
            <pc:docMk/>
            <pc:sldMk cId="531357773" sldId="396"/>
            <ac:grpSpMk id="120" creationId="{FFFAC82A-7ECF-411B-81A7-2A7F37F44055}"/>
          </ac:grpSpMkLst>
        </pc:grpChg>
        <pc:grpChg chg="add mod">
          <ac:chgData name="Coiley, Peter" userId="025b827e-c6c5-41fe-831e-7f0eb6b6a8cc" providerId="ADAL" clId="{17070012-7F5C-4A5F-828F-914BEDF476DD}" dt="2021-01-04T13:38:43.994" v="9240" actId="571"/>
          <ac:grpSpMkLst>
            <pc:docMk/>
            <pc:sldMk cId="531357773" sldId="396"/>
            <ac:grpSpMk id="125" creationId="{F5EC6CCD-275A-48B2-9409-5FB36706ED69}"/>
          </ac:grpSpMkLst>
        </pc:grpChg>
        <pc:grpChg chg="mod">
          <ac:chgData name="Coiley, Peter" userId="025b827e-c6c5-41fe-831e-7f0eb6b6a8cc" providerId="ADAL" clId="{17070012-7F5C-4A5F-828F-914BEDF476DD}" dt="2021-01-04T13:38:43.994" v="9240" actId="571"/>
          <ac:grpSpMkLst>
            <pc:docMk/>
            <pc:sldMk cId="531357773" sldId="396"/>
            <ac:grpSpMk id="222" creationId="{79859F18-5088-4BE1-9788-EE7BF260A453}"/>
          </ac:grpSpMkLst>
        </pc:grpChg>
        <pc:grpChg chg="mod">
          <ac:chgData name="Coiley, Peter" userId="025b827e-c6c5-41fe-831e-7f0eb6b6a8cc" providerId="ADAL" clId="{17070012-7F5C-4A5F-828F-914BEDF476DD}" dt="2021-01-04T13:38:43.994" v="9240" actId="571"/>
          <ac:grpSpMkLst>
            <pc:docMk/>
            <pc:sldMk cId="531357773" sldId="396"/>
            <ac:grpSpMk id="223" creationId="{D0F3710A-A830-4FA7-A6A8-23F2BB675A35}"/>
          </ac:grpSpMkLst>
        </pc:grpChg>
      </pc:sldChg>
      <pc:sldChg chg="addSp delSp modSp add del">
        <pc:chgData name="Coiley, Peter" userId="025b827e-c6c5-41fe-831e-7f0eb6b6a8cc" providerId="ADAL" clId="{17070012-7F5C-4A5F-828F-914BEDF476DD}" dt="2020-12-24T20:31:47.945" v="7815" actId="2696"/>
        <pc:sldMkLst>
          <pc:docMk/>
          <pc:sldMk cId="3085384861" sldId="397"/>
        </pc:sldMkLst>
        <pc:spChg chg="del">
          <ac:chgData name="Coiley, Peter" userId="025b827e-c6c5-41fe-831e-7f0eb6b6a8cc" providerId="ADAL" clId="{17070012-7F5C-4A5F-828F-914BEDF476DD}" dt="2020-12-24T20:13:40.391" v="6723" actId="478"/>
          <ac:spMkLst>
            <pc:docMk/>
            <pc:sldMk cId="3085384861" sldId="397"/>
            <ac:spMk id="15" creationId="{09427103-85F7-4EA7-A319-4759767E9A58}"/>
          </ac:spMkLst>
        </pc:spChg>
        <pc:spChg chg="del">
          <ac:chgData name="Coiley, Peter" userId="025b827e-c6c5-41fe-831e-7f0eb6b6a8cc" providerId="ADAL" clId="{17070012-7F5C-4A5F-828F-914BEDF476DD}" dt="2020-12-24T20:13:40.391" v="6723" actId="478"/>
          <ac:spMkLst>
            <pc:docMk/>
            <pc:sldMk cId="3085384861" sldId="397"/>
            <ac:spMk id="16" creationId="{8B5E5844-8C20-4B1C-9AA6-28BA10232941}"/>
          </ac:spMkLst>
        </pc:spChg>
        <pc:spChg chg="del">
          <ac:chgData name="Coiley, Peter" userId="025b827e-c6c5-41fe-831e-7f0eb6b6a8cc" providerId="ADAL" clId="{17070012-7F5C-4A5F-828F-914BEDF476DD}" dt="2020-12-24T20:13:40.391" v="6723" actId="478"/>
          <ac:spMkLst>
            <pc:docMk/>
            <pc:sldMk cId="3085384861" sldId="397"/>
            <ac:spMk id="17" creationId="{3B92A1DB-1E2A-42AA-82E6-3C4B466EF5B1}"/>
          </ac:spMkLst>
        </pc:spChg>
        <pc:spChg chg="del">
          <ac:chgData name="Coiley, Peter" userId="025b827e-c6c5-41fe-831e-7f0eb6b6a8cc" providerId="ADAL" clId="{17070012-7F5C-4A5F-828F-914BEDF476DD}" dt="2020-12-24T20:13:40.391" v="6723" actId="478"/>
          <ac:spMkLst>
            <pc:docMk/>
            <pc:sldMk cId="3085384861" sldId="397"/>
            <ac:spMk id="18" creationId="{0597B036-10E6-49C9-885D-C5066362B0CB}"/>
          </ac:spMkLst>
        </pc:spChg>
        <pc:spChg chg="del">
          <ac:chgData name="Coiley, Peter" userId="025b827e-c6c5-41fe-831e-7f0eb6b6a8cc" providerId="ADAL" clId="{17070012-7F5C-4A5F-828F-914BEDF476DD}" dt="2020-12-24T20:13:40.391" v="6723" actId="478"/>
          <ac:spMkLst>
            <pc:docMk/>
            <pc:sldMk cId="3085384861" sldId="397"/>
            <ac:spMk id="19" creationId="{9297B139-22AA-4DD7-A514-2F1A09D5C95B}"/>
          </ac:spMkLst>
        </pc:spChg>
        <pc:spChg chg="mod">
          <ac:chgData name="Coiley, Peter" userId="025b827e-c6c5-41fe-831e-7f0eb6b6a8cc" providerId="ADAL" clId="{17070012-7F5C-4A5F-828F-914BEDF476DD}" dt="2020-12-24T20:28:51.312" v="7773" actId="14100"/>
          <ac:spMkLst>
            <pc:docMk/>
            <pc:sldMk cId="3085384861" sldId="397"/>
            <ac:spMk id="20" creationId="{96D935B2-418D-439B-B992-10945D992704}"/>
          </ac:spMkLst>
        </pc:spChg>
        <pc:spChg chg="del">
          <ac:chgData name="Coiley, Peter" userId="025b827e-c6c5-41fe-831e-7f0eb6b6a8cc" providerId="ADAL" clId="{17070012-7F5C-4A5F-828F-914BEDF476DD}" dt="2020-12-24T20:13:40.391" v="6723" actId="478"/>
          <ac:spMkLst>
            <pc:docMk/>
            <pc:sldMk cId="3085384861" sldId="397"/>
            <ac:spMk id="21" creationId="{B37E22A7-14B6-417B-8199-CE85895729B1}"/>
          </ac:spMkLst>
        </pc:spChg>
        <pc:spChg chg="del">
          <ac:chgData name="Coiley, Peter" userId="025b827e-c6c5-41fe-831e-7f0eb6b6a8cc" providerId="ADAL" clId="{17070012-7F5C-4A5F-828F-914BEDF476DD}" dt="2020-12-24T20:13:40.391" v="6723" actId="478"/>
          <ac:spMkLst>
            <pc:docMk/>
            <pc:sldMk cId="3085384861" sldId="397"/>
            <ac:spMk id="22" creationId="{0BF296B9-B36B-4491-B7E7-CA58AE4C1186}"/>
          </ac:spMkLst>
        </pc:spChg>
        <pc:spChg chg="del">
          <ac:chgData name="Coiley, Peter" userId="025b827e-c6c5-41fe-831e-7f0eb6b6a8cc" providerId="ADAL" clId="{17070012-7F5C-4A5F-828F-914BEDF476DD}" dt="2020-12-24T20:13:40.391" v="6723" actId="478"/>
          <ac:spMkLst>
            <pc:docMk/>
            <pc:sldMk cId="3085384861" sldId="397"/>
            <ac:spMk id="23" creationId="{809768B3-8030-42EE-BF07-4F60C2695601}"/>
          </ac:spMkLst>
        </pc:spChg>
        <pc:spChg chg="del">
          <ac:chgData name="Coiley, Peter" userId="025b827e-c6c5-41fe-831e-7f0eb6b6a8cc" providerId="ADAL" clId="{17070012-7F5C-4A5F-828F-914BEDF476DD}" dt="2020-12-24T20:13:40.391" v="6723" actId="478"/>
          <ac:spMkLst>
            <pc:docMk/>
            <pc:sldMk cId="3085384861" sldId="397"/>
            <ac:spMk id="24" creationId="{B386E49C-F70D-4986-A737-011AF9F36249}"/>
          </ac:spMkLst>
        </pc:spChg>
        <pc:spChg chg="del">
          <ac:chgData name="Coiley, Peter" userId="025b827e-c6c5-41fe-831e-7f0eb6b6a8cc" providerId="ADAL" clId="{17070012-7F5C-4A5F-828F-914BEDF476DD}" dt="2020-12-24T20:13:40.391" v="6723" actId="478"/>
          <ac:spMkLst>
            <pc:docMk/>
            <pc:sldMk cId="3085384861" sldId="397"/>
            <ac:spMk id="25" creationId="{2AAEC237-6777-4C4A-AD14-5831470FAFC4}"/>
          </ac:spMkLst>
        </pc:spChg>
        <pc:spChg chg="del">
          <ac:chgData name="Coiley, Peter" userId="025b827e-c6c5-41fe-831e-7f0eb6b6a8cc" providerId="ADAL" clId="{17070012-7F5C-4A5F-828F-914BEDF476DD}" dt="2020-12-24T20:13:40.391" v="6723" actId="478"/>
          <ac:spMkLst>
            <pc:docMk/>
            <pc:sldMk cId="3085384861" sldId="397"/>
            <ac:spMk id="26" creationId="{F4FDC700-C7E5-45BE-A26F-A333B27A2BB0}"/>
          </ac:spMkLst>
        </pc:spChg>
        <pc:spChg chg="del">
          <ac:chgData name="Coiley, Peter" userId="025b827e-c6c5-41fe-831e-7f0eb6b6a8cc" providerId="ADAL" clId="{17070012-7F5C-4A5F-828F-914BEDF476DD}" dt="2020-12-24T20:13:40.391" v="6723" actId="478"/>
          <ac:spMkLst>
            <pc:docMk/>
            <pc:sldMk cId="3085384861" sldId="397"/>
            <ac:spMk id="27" creationId="{963DBC7B-CB39-4E8B-A23B-7217E99C9769}"/>
          </ac:spMkLst>
        </pc:spChg>
        <pc:spChg chg="del">
          <ac:chgData name="Coiley, Peter" userId="025b827e-c6c5-41fe-831e-7f0eb6b6a8cc" providerId="ADAL" clId="{17070012-7F5C-4A5F-828F-914BEDF476DD}" dt="2020-12-24T20:13:40.391" v="6723" actId="478"/>
          <ac:spMkLst>
            <pc:docMk/>
            <pc:sldMk cId="3085384861" sldId="397"/>
            <ac:spMk id="28" creationId="{2A260B0A-E0F7-4C7A-9849-3AB093848D01}"/>
          </ac:spMkLst>
        </pc:spChg>
        <pc:spChg chg="del">
          <ac:chgData name="Coiley, Peter" userId="025b827e-c6c5-41fe-831e-7f0eb6b6a8cc" providerId="ADAL" clId="{17070012-7F5C-4A5F-828F-914BEDF476DD}" dt="2020-12-24T20:13:40.391" v="6723" actId="478"/>
          <ac:spMkLst>
            <pc:docMk/>
            <pc:sldMk cId="3085384861" sldId="397"/>
            <ac:spMk id="29" creationId="{A1F2F9D4-9A1D-413E-B66B-F6B657C44D95}"/>
          </ac:spMkLst>
        </pc:spChg>
        <pc:spChg chg="del">
          <ac:chgData name="Coiley, Peter" userId="025b827e-c6c5-41fe-831e-7f0eb6b6a8cc" providerId="ADAL" clId="{17070012-7F5C-4A5F-828F-914BEDF476DD}" dt="2020-12-24T20:13:40.391" v="6723" actId="478"/>
          <ac:spMkLst>
            <pc:docMk/>
            <pc:sldMk cId="3085384861" sldId="397"/>
            <ac:spMk id="30" creationId="{82F3BB6D-E371-4D31-9D21-4067FB674F9E}"/>
          </ac:spMkLst>
        </pc:spChg>
        <pc:spChg chg="del">
          <ac:chgData name="Coiley, Peter" userId="025b827e-c6c5-41fe-831e-7f0eb6b6a8cc" providerId="ADAL" clId="{17070012-7F5C-4A5F-828F-914BEDF476DD}" dt="2020-12-24T20:13:40.391" v="6723" actId="478"/>
          <ac:spMkLst>
            <pc:docMk/>
            <pc:sldMk cId="3085384861" sldId="397"/>
            <ac:spMk id="31" creationId="{47B004F1-BFF5-4698-BA06-8596A600E6C0}"/>
          </ac:spMkLst>
        </pc:spChg>
        <pc:spChg chg="del">
          <ac:chgData name="Coiley, Peter" userId="025b827e-c6c5-41fe-831e-7f0eb6b6a8cc" providerId="ADAL" clId="{17070012-7F5C-4A5F-828F-914BEDF476DD}" dt="2020-12-24T20:13:40.391" v="6723" actId="478"/>
          <ac:spMkLst>
            <pc:docMk/>
            <pc:sldMk cId="3085384861" sldId="397"/>
            <ac:spMk id="32" creationId="{19CC65AA-E61A-4DFA-9D77-A2884AA7BA00}"/>
          </ac:spMkLst>
        </pc:spChg>
        <pc:spChg chg="del">
          <ac:chgData name="Coiley, Peter" userId="025b827e-c6c5-41fe-831e-7f0eb6b6a8cc" providerId="ADAL" clId="{17070012-7F5C-4A5F-828F-914BEDF476DD}" dt="2020-12-24T20:13:40.391" v="6723" actId="478"/>
          <ac:spMkLst>
            <pc:docMk/>
            <pc:sldMk cId="3085384861" sldId="397"/>
            <ac:spMk id="33" creationId="{C7C497C2-B5AE-4B34-9796-57FA35279034}"/>
          </ac:spMkLst>
        </pc:spChg>
        <pc:spChg chg="mod">
          <ac:chgData name="Coiley, Peter" userId="025b827e-c6c5-41fe-831e-7f0eb6b6a8cc" providerId="ADAL" clId="{17070012-7F5C-4A5F-828F-914BEDF476DD}" dt="2020-12-24T20:12:39.127" v="6706" actId="20577"/>
          <ac:spMkLst>
            <pc:docMk/>
            <pc:sldMk cId="3085384861" sldId="397"/>
            <ac:spMk id="34" creationId="{C560C772-E0A0-4F1E-92F1-CA076CC5FF28}"/>
          </ac:spMkLst>
        </pc:spChg>
        <pc:spChg chg="del">
          <ac:chgData name="Coiley, Peter" userId="025b827e-c6c5-41fe-831e-7f0eb6b6a8cc" providerId="ADAL" clId="{17070012-7F5C-4A5F-828F-914BEDF476DD}" dt="2020-12-24T20:13:40.391" v="6723" actId="478"/>
          <ac:spMkLst>
            <pc:docMk/>
            <pc:sldMk cId="3085384861" sldId="397"/>
            <ac:spMk id="35" creationId="{D1E7462A-61A3-4539-B3BB-C4856D2CA3E3}"/>
          </ac:spMkLst>
        </pc:spChg>
        <pc:spChg chg="del">
          <ac:chgData name="Coiley, Peter" userId="025b827e-c6c5-41fe-831e-7f0eb6b6a8cc" providerId="ADAL" clId="{17070012-7F5C-4A5F-828F-914BEDF476DD}" dt="2020-12-24T20:13:40.391" v="6723" actId="478"/>
          <ac:spMkLst>
            <pc:docMk/>
            <pc:sldMk cId="3085384861" sldId="397"/>
            <ac:spMk id="36" creationId="{8B205553-E15B-4D48-8EF6-14BE65E12625}"/>
          </ac:spMkLst>
        </pc:spChg>
        <pc:spChg chg="del">
          <ac:chgData name="Coiley, Peter" userId="025b827e-c6c5-41fe-831e-7f0eb6b6a8cc" providerId="ADAL" clId="{17070012-7F5C-4A5F-828F-914BEDF476DD}" dt="2020-12-24T20:13:40.391" v="6723" actId="478"/>
          <ac:spMkLst>
            <pc:docMk/>
            <pc:sldMk cId="3085384861" sldId="397"/>
            <ac:spMk id="37" creationId="{661FE7A1-925C-457B-98AF-EF3A15B79750}"/>
          </ac:spMkLst>
        </pc:spChg>
        <pc:spChg chg="del">
          <ac:chgData name="Coiley, Peter" userId="025b827e-c6c5-41fe-831e-7f0eb6b6a8cc" providerId="ADAL" clId="{17070012-7F5C-4A5F-828F-914BEDF476DD}" dt="2020-12-24T20:13:40.391" v="6723" actId="478"/>
          <ac:spMkLst>
            <pc:docMk/>
            <pc:sldMk cId="3085384861" sldId="397"/>
            <ac:spMk id="38" creationId="{6A857F09-D608-4A05-9D09-B2CD82925BFC}"/>
          </ac:spMkLst>
        </pc:spChg>
        <pc:spChg chg="del">
          <ac:chgData name="Coiley, Peter" userId="025b827e-c6c5-41fe-831e-7f0eb6b6a8cc" providerId="ADAL" clId="{17070012-7F5C-4A5F-828F-914BEDF476DD}" dt="2020-12-24T20:13:40.391" v="6723" actId="478"/>
          <ac:spMkLst>
            <pc:docMk/>
            <pc:sldMk cId="3085384861" sldId="397"/>
            <ac:spMk id="39" creationId="{28625145-B355-43CD-AC59-FA811A42A298}"/>
          </ac:spMkLst>
        </pc:spChg>
        <pc:spChg chg="del">
          <ac:chgData name="Coiley, Peter" userId="025b827e-c6c5-41fe-831e-7f0eb6b6a8cc" providerId="ADAL" clId="{17070012-7F5C-4A5F-828F-914BEDF476DD}" dt="2020-12-24T20:13:40.391" v="6723" actId="478"/>
          <ac:spMkLst>
            <pc:docMk/>
            <pc:sldMk cId="3085384861" sldId="397"/>
            <ac:spMk id="40" creationId="{7B3E5C54-6FDB-4D45-BB84-3D216997606C}"/>
          </ac:spMkLst>
        </pc:spChg>
        <pc:spChg chg="del">
          <ac:chgData name="Coiley, Peter" userId="025b827e-c6c5-41fe-831e-7f0eb6b6a8cc" providerId="ADAL" clId="{17070012-7F5C-4A5F-828F-914BEDF476DD}" dt="2020-12-24T20:13:40.391" v="6723" actId="478"/>
          <ac:spMkLst>
            <pc:docMk/>
            <pc:sldMk cId="3085384861" sldId="397"/>
            <ac:spMk id="42" creationId="{E2B9FE11-9854-4264-A4D7-5511D3478B60}"/>
          </ac:spMkLst>
        </pc:spChg>
        <pc:spChg chg="del">
          <ac:chgData name="Coiley, Peter" userId="025b827e-c6c5-41fe-831e-7f0eb6b6a8cc" providerId="ADAL" clId="{17070012-7F5C-4A5F-828F-914BEDF476DD}" dt="2020-12-24T20:13:40.391" v="6723" actId="478"/>
          <ac:spMkLst>
            <pc:docMk/>
            <pc:sldMk cId="3085384861" sldId="397"/>
            <ac:spMk id="43" creationId="{EDCF8924-EEB0-495E-8AF6-4ED7CB1CF99A}"/>
          </ac:spMkLst>
        </pc:spChg>
        <pc:spChg chg="del">
          <ac:chgData name="Coiley, Peter" userId="025b827e-c6c5-41fe-831e-7f0eb6b6a8cc" providerId="ADAL" clId="{17070012-7F5C-4A5F-828F-914BEDF476DD}" dt="2020-12-24T20:13:40.391" v="6723" actId="478"/>
          <ac:spMkLst>
            <pc:docMk/>
            <pc:sldMk cId="3085384861" sldId="397"/>
            <ac:spMk id="44" creationId="{A6A4E619-2ADD-4B9D-B510-9F549E2613C1}"/>
          </ac:spMkLst>
        </pc:spChg>
        <pc:spChg chg="del">
          <ac:chgData name="Coiley, Peter" userId="025b827e-c6c5-41fe-831e-7f0eb6b6a8cc" providerId="ADAL" clId="{17070012-7F5C-4A5F-828F-914BEDF476DD}" dt="2020-12-24T20:13:40.391" v="6723" actId="478"/>
          <ac:spMkLst>
            <pc:docMk/>
            <pc:sldMk cId="3085384861" sldId="397"/>
            <ac:spMk id="45" creationId="{20268C4A-AE78-4410-B8BF-06ABA27494D5}"/>
          </ac:spMkLst>
        </pc:spChg>
        <pc:spChg chg="del">
          <ac:chgData name="Coiley, Peter" userId="025b827e-c6c5-41fe-831e-7f0eb6b6a8cc" providerId="ADAL" clId="{17070012-7F5C-4A5F-828F-914BEDF476DD}" dt="2020-12-24T20:13:40.391" v="6723" actId="478"/>
          <ac:spMkLst>
            <pc:docMk/>
            <pc:sldMk cId="3085384861" sldId="397"/>
            <ac:spMk id="46" creationId="{C11EDF7F-8B88-4B71-9FE2-56FD304C5FAC}"/>
          </ac:spMkLst>
        </pc:spChg>
        <pc:spChg chg="del">
          <ac:chgData name="Coiley, Peter" userId="025b827e-c6c5-41fe-831e-7f0eb6b6a8cc" providerId="ADAL" clId="{17070012-7F5C-4A5F-828F-914BEDF476DD}" dt="2020-12-24T20:13:40.391" v="6723" actId="478"/>
          <ac:spMkLst>
            <pc:docMk/>
            <pc:sldMk cId="3085384861" sldId="397"/>
            <ac:spMk id="47" creationId="{7F75BB77-E124-440F-833D-F3F6FB3CB06A}"/>
          </ac:spMkLst>
        </pc:spChg>
        <pc:spChg chg="del">
          <ac:chgData name="Coiley, Peter" userId="025b827e-c6c5-41fe-831e-7f0eb6b6a8cc" providerId="ADAL" clId="{17070012-7F5C-4A5F-828F-914BEDF476DD}" dt="2020-12-24T20:13:40.391" v="6723" actId="478"/>
          <ac:spMkLst>
            <pc:docMk/>
            <pc:sldMk cId="3085384861" sldId="397"/>
            <ac:spMk id="48" creationId="{FC64AD39-6D85-4679-9DE9-7EA8D8ED27B6}"/>
          </ac:spMkLst>
        </pc:spChg>
        <pc:spChg chg="del">
          <ac:chgData name="Coiley, Peter" userId="025b827e-c6c5-41fe-831e-7f0eb6b6a8cc" providerId="ADAL" clId="{17070012-7F5C-4A5F-828F-914BEDF476DD}" dt="2020-12-24T20:13:40.391" v="6723" actId="478"/>
          <ac:spMkLst>
            <pc:docMk/>
            <pc:sldMk cId="3085384861" sldId="397"/>
            <ac:spMk id="49" creationId="{0C8E7189-A2BB-4FA1-862E-9B4AB64F64E9}"/>
          </ac:spMkLst>
        </pc:spChg>
        <pc:spChg chg="del">
          <ac:chgData name="Coiley, Peter" userId="025b827e-c6c5-41fe-831e-7f0eb6b6a8cc" providerId="ADAL" clId="{17070012-7F5C-4A5F-828F-914BEDF476DD}" dt="2020-12-24T20:13:40.391" v="6723" actId="478"/>
          <ac:spMkLst>
            <pc:docMk/>
            <pc:sldMk cId="3085384861" sldId="397"/>
            <ac:spMk id="50" creationId="{3E5A8DE3-4A0E-4AB8-812C-223B4D9F1F36}"/>
          </ac:spMkLst>
        </pc:spChg>
        <pc:spChg chg="del">
          <ac:chgData name="Coiley, Peter" userId="025b827e-c6c5-41fe-831e-7f0eb6b6a8cc" providerId="ADAL" clId="{17070012-7F5C-4A5F-828F-914BEDF476DD}" dt="2020-12-24T20:13:40.391" v="6723" actId="478"/>
          <ac:spMkLst>
            <pc:docMk/>
            <pc:sldMk cId="3085384861" sldId="397"/>
            <ac:spMk id="51" creationId="{B20CA545-DDF1-46FD-ACC8-AFDD480E5E7A}"/>
          </ac:spMkLst>
        </pc:spChg>
        <pc:spChg chg="del">
          <ac:chgData name="Coiley, Peter" userId="025b827e-c6c5-41fe-831e-7f0eb6b6a8cc" providerId="ADAL" clId="{17070012-7F5C-4A5F-828F-914BEDF476DD}" dt="2020-12-24T20:13:40.391" v="6723" actId="478"/>
          <ac:spMkLst>
            <pc:docMk/>
            <pc:sldMk cId="3085384861" sldId="397"/>
            <ac:spMk id="52" creationId="{7098DD7A-E400-4A43-9F59-F416A7C86A79}"/>
          </ac:spMkLst>
        </pc:spChg>
        <pc:spChg chg="del">
          <ac:chgData name="Coiley, Peter" userId="025b827e-c6c5-41fe-831e-7f0eb6b6a8cc" providerId="ADAL" clId="{17070012-7F5C-4A5F-828F-914BEDF476DD}" dt="2020-12-24T20:13:40.391" v="6723" actId="478"/>
          <ac:spMkLst>
            <pc:docMk/>
            <pc:sldMk cId="3085384861" sldId="397"/>
            <ac:spMk id="53" creationId="{EC47D677-2B21-4AFE-808E-D865A31DE6DF}"/>
          </ac:spMkLst>
        </pc:spChg>
        <pc:spChg chg="del">
          <ac:chgData name="Coiley, Peter" userId="025b827e-c6c5-41fe-831e-7f0eb6b6a8cc" providerId="ADAL" clId="{17070012-7F5C-4A5F-828F-914BEDF476DD}" dt="2020-12-24T20:13:40.391" v="6723" actId="478"/>
          <ac:spMkLst>
            <pc:docMk/>
            <pc:sldMk cId="3085384861" sldId="397"/>
            <ac:spMk id="54" creationId="{B27EA254-1C86-4D65-A2E4-9AA30E276CFB}"/>
          </ac:spMkLst>
        </pc:spChg>
        <pc:spChg chg="del">
          <ac:chgData name="Coiley, Peter" userId="025b827e-c6c5-41fe-831e-7f0eb6b6a8cc" providerId="ADAL" clId="{17070012-7F5C-4A5F-828F-914BEDF476DD}" dt="2020-12-24T20:13:40.391" v="6723" actId="478"/>
          <ac:spMkLst>
            <pc:docMk/>
            <pc:sldMk cId="3085384861" sldId="397"/>
            <ac:spMk id="55" creationId="{AE5747DA-F210-4366-B8B3-F9F71C31B439}"/>
          </ac:spMkLst>
        </pc:spChg>
        <pc:spChg chg="del">
          <ac:chgData name="Coiley, Peter" userId="025b827e-c6c5-41fe-831e-7f0eb6b6a8cc" providerId="ADAL" clId="{17070012-7F5C-4A5F-828F-914BEDF476DD}" dt="2020-12-24T20:13:40.391" v="6723" actId="478"/>
          <ac:spMkLst>
            <pc:docMk/>
            <pc:sldMk cId="3085384861" sldId="397"/>
            <ac:spMk id="56" creationId="{FFD8FCFA-B2E0-4E18-A647-BBC3A6BE4466}"/>
          </ac:spMkLst>
        </pc:spChg>
        <pc:spChg chg="del">
          <ac:chgData name="Coiley, Peter" userId="025b827e-c6c5-41fe-831e-7f0eb6b6a8cc" providerId="ADAL" clId="{17070012-7F5C-4A5F-828F-914BEDF476DD}" dt="2020-12-24T20:13:40.391" v="6723" actId="478"/>
          <ac:spMkLst>
            <pc:docMk/>
            <pc:sldMk cId="3085384861" sldId="397"/>
            <ac:spMk id="57" creationId="{DBED8423-87A3-4B90-BBE2-5B39FE8B320E}"/>
          </ac:spMkLst>
        </pc:spChg>
        <pc:spChg chg="del">
          <ac:chgData name="Coiley, Peter" userId="025b827e-c6c5-41fe-831e-7f0eb6b6a8cc" providerId="ADAL" clId="{17070012-7F5C-4A5F-828F-914BEDF476DD}" dt="2020-12-24T20:13:40.391" v="6723" actId="478"/>
          <ac:spMkLst>
            <pc:docMk/>
            <pc:sldMk cId="3085384861" sldId="397"/>
            <ac:spMk id="58" creationId="{E33A9B97-3D6D-46F6-97EB-BA6CC81E1ABB}"/>
          </ac:spMkLst>
        </pc:spChg>
        <pc:spChg chg="del">
          <ac:chgData name="Coiley, Peter" userId="025b827e-c6c5-41fe-831e-7f0eb6b6a8cc" providerId="ADAL" clId="{17070012-7F5C-4A5F-828F-914BEDF476DD}" dt="2020-12-24T20:13:40.391" v="6723" actId="478"/>
          <ac:spMkLst>
            <pc:docMk/>
            <pc:sldMk cId="3085384861" sldId="397"/>
            <ac:spMk id="59" creationId="{C75EC4F2-0E64-41E2-9513-4B164342DAF0}"/>
          </ac:spMkLst>
        </pc:spChg>
        <pc:spChg chg="del">
          <ac:chgData name="Coiley, Peter" userId="025b827e-c6c5-41fe-831e-7f0eb6b6a8cc" providerId="ADAL" clId="{17070012-7F5C-4A5F-828F-914BEDF476DD}" dt="2020-12-24T20:13:40.391" v="6723" actId="478"/>
          <ac:spMkLst>
            <pc:docMk/>
            <pc:sldMk cId="3085384861" sldId="397"/>
            <ac:spMk id="60" creationId="{4C5D072A-236B-48CC-B5D4-5630BB15E839}"/>
          </ac:spMkLst>
        </pc:spChg>
        <pc:spChg chg="del">
          <ac:chgData name="Coiley, Peter" userId="025b827e-c6c5-41fe-831e-7f0eb6b6a8cc" providerId="ADAL" clId="{17070012-7F5C-4A5F-828F-914BEDF476DD}" dt="2020-12-24T20:13:40.391" v="6723" actId="478"/>
          <ac:spMkLst>
            <pc:docMk/>
            <pc:sldMk cId="3085384861" sldId="397"/>
            <ac:spMk id="61" creationId="{2290767E-7FD3-494D-B9AC-9765831D9CBE}"/>
          </ac:spMkLst>
        </pc:spChg>
        <pc:spChg chg="del">
          <ac:chgData name="Coiley, Peter" userId="025b827e-c6c5-41fe-831e-7f0eb6b6a8cc" providerId="ADAL" clId="{17070012-7F5C-4A5F-828F-914BEDF476DD}" dt="2020-12-24T20:13:40.391" v="6723" actId="478"/>
          <ac:spMkLst>
            <pc:docMk/>
            <pc:sldMk cId="3085384861" sldId="397"/>
            <ac:spMk id="62" creationId="{9EEA1F8F-3D81-47CC-ADA4-7B72BC9D121F}"/>
          </ac:spMkLst>
        </pc:spChg>
        <pc:spChg chg="del">
          <ac:chgData name="Coiley, Peter" userId="025b827e-c6c5-41fe-831e-7f0eb6b6a8cc" providerId="ADAL" clId="{17070012-7F5C-4A5F-828F-914BEDF476DD}" dt="2020-12-24T20:13:40.391" v="6723" actId="478"/>
          <ac:spMkLst>
            <pc:docMk/>
            <pc:sldMk cId="3085384861" sldId="397"/>
            <ac:spMk id="63" creationId="{27A69046-ADB5-402F-A1CD-EB21BC98656A}"/>
          </ac:spMkLst>
        </pc:spChg>
        <pc:spChg chg="del">
          <ac:chgData name="Coiley, Peter" userId="025b827e-c6c5-41fe-831e-7f0eb6b6a8cc" providerId="ADAL" clId="{17070012-7F5C-4A5F-828F-914BEDF476DD}" dt="2020-12-24T20:13:40.391" v="6723" actId="478"/>
          <ac:spMkLst>
            <pc:docMk/>
            <pc:sldMk cId="3085384861" sldId="397"/>
            <ac:spMk id="64" creationId="{B1BE32D4-9D3A-48C7-8C6C-22EB41E3C8D8}"/>
          </ac:spMkLst>
        </pc:spChg>
        <pc:spChg chg="del">
          <ac:chgData name="Coiley, Peter" userId="025b827e-c6c5-41fe-831e-7f0eb6b6a8cc" providerId="ADAL" clId="{17070012-7F5C-4A5F-828F-914BEDF476DD}" dt="2020-12-24T20:13:40.391" v="6723" actId="478"/>
          <ac:spMkLst>
            <pc:docMk/>
            <pc:sldMk cId="3085384861" sldId="397"/>
            <ac:spMk id="65" creationId="{B176404E-CA8D-46FC-92E9-207455238480}"/>
          </ac:spMkLst>
        </pc:spChg>
        <pc:spChg chg="del">
          <ac:chgData name="Coiley, Peter" userId="025b827e-c6c5-41fe-831e-7f0eb6b6a8cc" providerId="ADAL" clId="{17070012-7F5C-4A5F-828F-914BEDF476DD}" dt="2020-12-24T20:13:40.391" v="6723" actId="478"/>
          <ac:spMkLst>
            <pc:docMk/>
            <pc:sldMk cId="3085384861" sldId="397"/>
            <ac:spMk id="67" creationId="{42A7793C-F142-4DB1-90DB-39D57AFD12E1}"/>
          </ac:spMkLst>
        </pc:spChg>
        <pc:spChg chg="del">
          <ac:chgData name="Coiley, Peter" userId="025b827e-c6c5-41fe-831e-7f0eb6b6a8cc" providerId="ADAL" clId="{17070012-7F5C-4A5F-828F-914BEDF476DD}" dt="2020-12-24T20:13:40.391" v="6723" actId="478"/>
          <ac:spMkLst>
            <pc:docMk/>
            <pc:sldMk cId="3085384861" sldId="397"/>
            <ac:spMk id="68" creationId="{DE63B0DB-60AF-4FD3-983D-9D630B04B8C2}"/>
          </ac:spMkLst>
        </pc:spChg>
        <pc:spChg chg="del">
          <ac:chgData name="Coiley, Peter" userId="025b827e-c6c5-41fe-831e-7f0eb6b6a8cc" providerId="ADAL" clId="{17070012-7F5C-4A5F-828F-914BEDF476DD}" dt="2020-12-24T20:13:40.391" v="6723" actId="478"/>
          <ac:spMkLst>
            <pc:docMk/>
            <pc:sldMk cId="3085384861" sldId="397"/>
            <ac:spMk id="69" creationId="{FAE0AD04-10BC-4D4D-A7A2-C6029E83EDA2}"/>
          </ac:spMkLst>
        </pc:spChg>
        <pc:spChg chg="del">
          <ac:chgData name="Coiley, Peter" userId="025b827e-c6c5-41fe-831e-7f0eb6b6a8cc" providerId="ADAL" clId="{17070012-7F5C-4A5F-828F-914BEDF476DD}" dt="2020-12-24T20:13:40.391" v="6723" actId="478"/>
          <ac:spMkLst>
            <pc:docMk/>
            <pc:sldMk cId="3085384861" sldId="397"/>
            <ac:spMk id="70" creationId="{FCF3FD8C-7767-4681-B5AF-722C55E60C89}"/>
          </ac:spMkLst>
        </pc:spChg>
        <pc:spChg chg="del">
          <ac:chgData name="Coiley, Peter" userId="025b827e-c6c5-41fe-831e-7f0eb6b6a8cc" providerId="ADAL" clId="{17070012-7F5C-4A5F-828F-914BEDF476DD}" dt="2020-12-24T20:13:40.391" v="6723" actId="478"/>
          <ac:spMkLst>
            <pc:docMk/>
            <pc:sldMk cId="3085384861" sldId="397"/>
            <ac:spMk id="71" creationId="{5617264A-1DCC-4BC6-8399-55F00F1883BD}"/>
          </ac:spMkLst>
        </pc:spChg>
        <pc:spChg chg="del">
          <ac:chgData name="Coiley, Peter" userId="025b827e-c6c5-41fe-831e-7f0eb6b6a8cc" providerId="ADAL" clId="{17070012-7F5C-4A5F-828F-914BEDF476DD}" dt="2020-12-24T20:13:40.391" v="6723" actId="478"/>
          <ac:spMkLst>
            <pc:docMk/>
            <pc:sldMk cId="3085384861" sldId="397"/>
            <ac:spMk id="72" creationId="{AE148785-9A4E-4549-B165-77424CB7CF94}"/>
          </ac:spMkLst>
        </pc:spChg>
        <pc:spChg chg="del">
          <ac:chgData name="Coiley, Peter" userId="025b827e-c6c5-41fe-831e-7f0eb6b6a8cc" providerId="ADAL" clId="{17070012-7F5C-4A5F-828F-914BEDF476DD}" dt="2020-12-24T20:13:40.391" v="6723" actId="478"/>
          <ac:spMkLst>
            <pc:docMk/>
            <pc:sldMk cId="3085384861" sldId="397"/>
            <ac:spMk id="73" creationId="{7902CCF0-D815-440A-8874-C59C55DB8B08}"/>
          </ac:spMkLst>
        </pc:spChg>
        <pc:spChg chg="del">
          <ac:chgData name="Coiley, Peter" userId="025b827e-c6c5-41fe-831e-7f0eb6b6a8cc" providerId="ADAL" clId="{17070012-7F5C-4A5F-828F-914BEDF476DD}" dt="2020-12-24T20:13:40.391" v="6723" actId="478"/>
          <ac:spMkLst>
            <pc:docMk/>
            <pc:sldMk cId="3085384861" sldId="397"/>
            <ac:spMk id="74" creationId="{A86E09CE-549C-497C-96E1-E32D7062312A}"/>
          </ac:spMkLst>
        </pc:spChg>
        <pc:spChg chg="del">
          <ac:chgData name="Coiley, Peter" userId="025b827e-c6c5-41fe-831e-7f0eb6b6a8cc" providerId="ADAL" clId="{17070012-7F5C-4A5F-828F-914BEDF476DD}" dt="2020-12-24T20:13:40.391" v="6723" actId="478"/>
          <ac:spMkLst>
            <pc:docMk/>
            <pc:sldMk cId="3085384861" sldId="397"/>
            <ac:spMk id="75" creationId="{4BE30169-4851-4DED-84C3-C97EB0C7CDB1}"/>
          </ac:spMkLst>
        </pc:spChg>
        <pc:spChg chg="del">
          <ac:chgData name="Coiley, Peter" userId="025b827e-c6c5-41fe-831e-7f0eb6b6a8cc" providerId="ADAL" clId="{17070012-7F5C-4A5F-828F-914BEDF476DD}" dt="2020-12-24T20:13:40.391" v="6723" actId="478"/>
          <ac:spMkLst>
            <pc:docMk/>
            <pc:sldMk cId="3085384861" sldId="397"/>
            <ac:spMk id="76" creationId="{B0A1A6B1-B9B2-452A-828C-2663380A6C31}"/>
          </ac:spMkLst>
        </pc:spChg>
        <pc:spChg chg="del">
          <ac:chgData name="Coiley, Peter" userId="025b827e-c6c5-41fe-831e-7f0eb6b6a8cc" providerId="ADAL" clId="{17070012-7F5C-4A5F-828F-914BEDF476DD}" dt="2020-12-24T20:13:40.391" v="6723" actId="478"/>
          <ac:spMkLst>
            <pc:docMk/>
            <pc:sldMk cId="3085384861" sldId="397"/>
            <ac:spMk id="77" creationId="{D2158EF0-D1D5-48FC-84A6-CFE74BD932C0}"/>
          </ac:spMkLst>
        </pc:spChg>
        <pc:spChg chg="del">
          <ac:chgData name="Coiley, Peter" userId="025b827e-c6c5-41fe-831e-7f0eb6b6a8cc" providerId="ADAL" clId="{17070012-7F5C-4A5F-828F-914BEDF476DD}" dt="2020-12-24T20:13:40.391" v="6723" actId="478"/>
          <ac:spMkLst>
            <pc:docMk/>
            <pc:sldMk cId="3085384861" sldId="397"/>
            <ac:spMk id="79" creationId="{6F9128F6-5138-4803-AA75-6A3A88788AEC}"/>
          </ac:spMkLst>
        </pc:spChg>
        <pc:spChg chg="del">
          <ac:chgData name="Coiley, Peter" userId="025b827e-c6c5-41fe-831e-7f0eb6b6a8cc" providerId="ADAL" clId="{17070012-7F5C-4A5F-828F-914BEDF476DD}" dt="2020-12-24T20:13:40.391" v="6723" actId="478"/>
          <ac:spMkLst>
            <pc:docMk/>
            <pc:sldMk cId="3085384861" sldId="397"/>
            <ac:spMk id="80" creationId="{853BE06B-4F84-4DAC-A190-8B04287BCCBF}"/>
          </ac:spMkLst>
        </pc:spChg>
        <pc:spChg chg="del">
          <ac:chgData name="Coiley, Peter" userId="025b827e-c6c5-41fe-831e-7f0eb6b6a8cc" providerId="ADAL" clId="{17070012-7F5C-4A5F-828F-914BEDF476DD}" dt="2020-12-24T20:13:40.391" v="6723" actId="478"/>
          <ac:spMkLst>
            <pc:docMk/>
            <pc:sldMk cId="3085384861" sldId="397"/>
            <ac:spMk id="81" creationId="{355C98FA-28E0-4ABF-BF3B-EB1B4E185160}"/>
          </ac:spMkLst>
        </pc:spChg>
        <pc:spChg chg="del">
          <ac:chgData name="Coiley, Peter" userId="025b827e-c6c5-41fe-831e-7f0eb6b6a8cc" providerId="ADAL" clId="{17070012-7F5C-4A5F-828F-914BEDF476DD}" dt="2020-12-24T20:13:40.391" v="6723" actId="478"/>
          <ac:spMkLst>
            <pc:docMk/>
            <pc:sldMk cId="3085384861" sldId="397"/>
            <ac:spMk id="82" creationId="{F7FC8819-1BCE-4C95-8826-182B88BF05D1}"/>
          </ac:spMkLst>
        </pc:spChg>
        <pc:spChg chg="del">
          <ac:chgData name="Coiley, Peter" userId="025b827e-c6c5-41fe-831e-7f0eb6b6a8cc" providerId="ADAL" clId="{17070012-7F5C-4A5F-828F-914BEDF476DD}" dt="2020-12-24T20:13:40.391" v="6723" actId="478"/>
          <ac:spMkLst>
            <pc:docMk/>
            <pc:sldMk cId="3085384861" sldId="397"/>
            <ac:spMk id="83" creationId="{58ECF592-6CED-49D9-85F8-A7B86689A66C}"/>
          </ac:spMkLst>
        </pc:spChg>
        <pc:spChg chg="del">
          <ac:chgData name="Coiley, Peter" userId="025b827e-c6c5-41fe-831e-7f0eb6b6a8cc" providerId="ADAL" clId="{17070012-7F5C-4A5F-828F-914BEDF476DD}" dt="2020-12-24T20:13:40.391" v="6723" actId="478"/>
          <ac:spMkLst>
            <pc:docMk/>
            <pc:sldMk cId="3085384861" sldId="397"/>
            <ac:spMk id="84" creationId="{3BAAEDC4-1E74-4C5F-8938-3BE02D337E47}"/>
          </ac:spMkLst>
        </pc:spChg>
        <pc:spChg chg="del">
          <ac:chgData name="Coiley, Peter" userId="025b827e-c6c5-41fe-831e-7f0eb6b6a8cc" providerId="ADAL" clId="{17070012-7F5C-4A5F-828F-914BEDF476DD}" dt="2020-12-24T20:13:40.391" v="6723" actId="478"/>
          <ac:spMkLst>
            <pc:docMk/>
            <pc:sldMk cId="3085384861" sldId="397"/>
            <ac:spMk id="85" creationId="{FFC9C1A1-DA35-4919-BB0B-C121A2AA624E}"/>
          </ac:spMkLst>
        </pc:spChg>
        <pc:spChg chg="del">
          <ac:chgData name="Coiley, Peter" userId="025b827e-c6c5-41fe-831e-7f0eb6b6a8cc" providerId="ADAL" clId="{17070012-7F5C-4A5F-828F-914BEDF476DD}" dt="2020-12-24T20:13:40.391" v="6723" actId="478"/>
          <ac:spMkLst>
            <pc:docMk/>
            <pc:sldMk cId="3085384861" sldId="397"/>
            <ac:spMk id="86" creationId="{4866BDAD-CDBD-4F10-9738-79BEFDF33518}"/>
          </ac:spMkLst>
        </pc:spChg>
        <pc:spChg chg="del">
          <ac:chgData name="Coiley, Peter" userId="025b827e-c6c5-41fe-831e-7f0eb6b6a8cc" providerId="ADAL" clId="{17070012-7F5C-4A5F-828F-914BEDF476DD}" dt="2020-12-24T20:13:40.391" v="6723" actId="478"/>
          <ac:spMkLst>
            <pc:docMk/>
            <pc:sldMk cId="3085384861" sldId="397"/>
            <ac:spMk id="87" creationId="{E186DBF0-1FF8-403C-B930-95D5AC86AA37}"/>
          </ac:spMkLst>
        </pc:spChg>
        <pc:spChg chg="del">
          <ac:chgData name="Coiley, Peter" userId="025b827e-c6c5-41fe-831e-7f0eb6b6a8cc" providerId="ADAL" clId="{17070012-7F5C-4A5F-828F-914BEDF476DD}" dt="2020-12-24T20:13:40.391" v="6723" actId="478"/>
          <ac:spMkLst>
            <pc:docMk/>
            <pc:sldMk cId="3085384861" sldId="397"/>
            <ac:spMk id="88" creationId="{34F135CC-49DB-4590-858A-22F2A793A6F9}"/>
          </ac:spMkLst>
        </pc:spChg>
        <pc:spChg chg="del">
          <ac:chgData name="Coiley, Peter" userId="025b827e-c6c5-41fe-831e-7f0eb6b6a8cc" providerId="ADAL" clId="{17070012-7F5C-4A5F-828F-914BEDF476DD}" dt="2020-12-24T20:13:40.391" v="6723" actId="478"/>
          <ac:spMkLst>
            <pc:docMk/>
            <pc:sldMk cId="3085384861" sldId="397"/>
            <ac:spMk id="89" creationId="{58B391EC-E7DC-457B-AAED-85A183C7F118}"/>
          </ac:spMkLst>
        </pc:spChg>
        <pc:spChg chg="del">
          <ac:chgData name="Coiley, Peter" userId="025b827e-c6c5-41fe-831e-7f0eb6b6a8cc" providerId="ADAL" clId="{17070012-7F5C-4A5F-828F-914BEDF476DD}" dt="2020-12-24T20:13:40.391" v="6723" actId="478"/>
          <ac:spMkLst>
            <pc:docMk/>
            <pc:sldMk cId="3085384861" sldId="397"/>
            <ac:spMk id="90" creationId="{95B6B93B-D707-4FFD-BDEA-79B840A63FB0}"/>
          </ac:spMkLst>
        </pc:spChg>
        <pc:spChg chg="del">
          <ac:chgData name="Coiley, Peter" userId="025b827e-c6c5-41fe-831e-7f0eb6b6a8cc" providerId="ADAL" clId="{17070012-7F5C-4A5F-828F-914BEDF476DD}" dt="2020-12-24T20:13:40.391" v="6723" actId="478"/>
          <ac:spMkLst>
            <pc:docMk/>
            <pc:sldMk cId="3085384861" sldId="397"/>
            <ac:spMk id="91" creationId="{A5746EB8-B84C-4C4B-9222-B6B47B1D601C}"/>
          </ac:spMkLst>
        </pc:spChg>
        <pc:spChg chg="del">
          <ac:chgData name="Coiley, Peter" userId="025b827e-c6c5-41fe-831e-7f0eb6b6a8cc" providerId="ADAL" clId="{17070012-7F5C-4A5F-828F-914BEDF476DD}" dt="2020-12-24T20:13:40.391" v="6723" actId="478"/>
          <ac:spMkLst>
            <pc:docMk/>
            <pc:sldMk cId="3085384861" sldId="397"/>
            <ac:spMk id="93" creationId="{F0C25AB7-2F66-4497-9D8F-D36C16061823}"/>
          </ac:spMkLst>
        </pc:spChg>
        <pc:spChg chg="del">
          <ac:chgData name="Coiley, Peter" userId="025b827e-c6c5-41fe-831e-7f0eb6b6a8cc" providerId="ADAL" clId="{17070012-7F5C-4A5F-828F-914BEDF476DD}" dt="2020-12-24T20:13:40.391" v="6723" actId="478"/>
          <ac:spMkLst>
            <pc:docMk/>
            <pc:sldMk cId="3085384861" sldId="397"/>
            <ac:spMk id="94" creationId="{A1FA4175-3E8E-4145-A278-CA1F69B45FE8}"/>
          </ac:spMkLst>
        </pc:spChg>
        <pc:spChg chg="del">
          <ac:chgData name="Coiley, Peter" userId="025b827e-c6c5-41fe-831e-7f0eb6b6a8cc" providerId="ADAL" clId="{17070012-7F5C-4A5F-828F-914BEDF476DD}" dt="2020-12-24T20:13:40.391" v="6723" actId="478"/>
          <ac:spMkLst>
            <pc:docMk/>
            <pc:sldMk cId="3085384861" sldId="397"/>
            <ac:spMk id="95" creationId="{8662D332-6AF3-4899-83DA-BE5402D2B9FF}"/>
          </ac:spMkLst>
        </pc:spChg>
        <pc:spChg chg="del">
          <ac:chgData name="Coiley, Peter" userId="025b827e-c6c5-41fe-831e-7f0eb6b6a8cc" providerId="ADAL" clId="{17070012-7F5C-4A5F-828F-914BEDF476DD}" dt="2020-12-24T20:13:40.391" v="6723" actId="478"/>
          <ac:spMkLst>
            <pc:docMk/>
            <pc:sldMk cId="3085384861" sldId="397"/>
            <ac:spMk id="96" creationId="{C02D6121-E5E1-4DB1-B4D5-9321B17BDA92}"/>
          </ac:spMkLst>
        </pc:spChg>
        <pc:spChg chg="del">
          <ac:chgData name="Coiley, Peter" userId="025b827e-c6c5-41fe-831e-7f0eb6b6a8cc" providerId="ADAL" clId="{17070012-7F5C-4A5F-828F-914BEDF476DD}" dt="2020-12-24T20:13:40.391" v="6723" actId="478"/>
          <ac:spMkLst>
            <pc:docMk/>
            <pc:sldMk cId="3085384861" sldId="397"/>
            <ac:spMk id="97" creationId="{847A91B9-B2DC-46A7-9CFD-87DF5BB842FD}"/>
          </ac:spMkLst>
        </pc:spChg>
        <pc:spChg chg="del">
          <ac:chgData name="Coiley, Peter" userId="025b827e-c6c5-41fe-831e-7f0eb6b6a8cc" providerId="ADAL" clId="{17070012-7F5C-4A5F-828F-914BEDF476DD}" dt="2020-12-24T20:13:40.391" v="6723" actId="478"/>
          <ac:spMkLst>
            <pc:docMk/>
            <pc:sldMk cId="3085384861" sldId="397"/>
            <ac:spMk id="98" creationId="{924EB3C1-AB5B-4B3C-9A4A-EFD790D28433}"/>
          </ac:spMkLst>
        </pc:spChg>
        <pc:spChg chg="del">
          <ac:chgData name="Coiley, Peter" userId="025b827e-c6c5-41fe-831e-7f0eb6b6a8cc" providerId="ADAL" clId="{17070012-7F5C-4A5F-828F-914BEDF476DD}" dt="2020-12-24T20:13:40.391" v="6723" actId="478"/>
          <ac:spMkLst>
            <pc:docMk/>
            <pc:sldMk cId="3085384861" sldId="397"/>
            <ac:spMk id="99" creationId="{C1CB47FB-A03F-4CCD-9648-3334E185F7DB}"/>
          </ac:spMkLst>
        </pc:spChg>
        <pc:spChg chg="del">
          <ac:chgData name="Coiley, Peter" userId="025b827e-c6c5-41fe-831e-7f0eb6b6a8cc" providerId="ADAL" clId="{17070012-7F5C-4A5F-828F-914BEDF476DD}" dt="2020-12-24T20:13:40.391" v="6723" actId="478"/>
          <ac:spMkLst>
            <pc:docMk/>
            <pc:sldMk cId="3085384861" sldId="397"/>
            <ac:spMk id="100" creationId="{BB3AACDD-2978-4DB1-AC58-D7D878A9E91D}"/>
          </ac:spMkLst>
        </pc:spChg>
        <pc:spChg chg="del">
          <ac:chgData name="Coiley, Peter" userId="025b827e-c6c5-41fe-831e-7f0eb6b6a8cc" providerId="ADAL" clId="{17070012-7F5C-4A5F-828F-914BEDF476DD}" dt="2020-12-24T20:13:40.391" v="6723" actId="478"/>
          <ac:spMkLst>
            <pc:docMk/>
            <pc:sldMk cId="3085384861" sldId="397"/>
            <ac:spMk id="101" creationId="{CC9DA51B-E7DD-4956-9810-E471B6FE8F9F}"/>
          </ac:spMkLst>
        </pc:spChg>
        <pc:spChg chg="del">
          <ac:chgData name="Coiley, Peter" userId="025b827e-c6c5-41fe-831e-7f0eb6b6a8cc" providerId="ADAL" clId="{17070012-7F5C-4A5F-828F-914BEDF476DD}" dt="2020-12-24T20:13:40.391" v="6723" actId="478"/>
          <ac:spMkLst>
            <pc:docMk/>
            <pc:sldMk cId="3085384861" sldId="397"/>
            <ac:spMk id="102" creationId="{83F062C1-3FE9-414E-8E2C-1EFC2528E780}"/>
          </ac:spMkLst>
        </pc:spChg>
        <pc:spChg chg="del">
          <ac:chgData name="Coiley, Peter" userId="025b827e-c6c5-41fe-831e-7f0eb6b6a8cc" providerId="ADAL" clId="{17070012-7F5C-4A5F-828F-914BEDF476DD}" dt="2020-12-24T20:13:40.391" v="6723" actId="478"/>
          <ac:spMkLst>
            <pc:docMk/>
            <pc:sldMk cId="3085384861" sldId="397"/>
            <ac:spMk id="103" creationId="{4085F79C-6A96-493C-BFE4-02E9077F8CE7}"/>
          </ac:spMkLst>
        </pc:spChg>
        <pc:spChg chg="del">
          <ac:chgData name="Coiley, Peter" userId="025b827e-c6c5-41fe-831e-7f0eb6b6a8cc" providerId="ADAL" clId="{17070012-7F5C-4A5F-828F-914BEDF476DD}" dt="2020-12-24T20:13:40.391" v="6723" actId="478"/>
          <ac:spMkLst>
            <pc:docMk/>
            <pc:sldMk cId="3085384861" sldId="397"/>
            <ac:spMk id="104" creationId="{8F8C48D4-B0A4-4133-AE55-662608532A7D}"/>
          </ac:spMkLst>
        </pc:spChg>
        <pc:spChg chg="del">
          <ac:chgData name="Coiley, Peter" userId="025b827e-c6c5-41fe-831e-7f0eb6b6a8cc" providerId="ADAL" clId="{17070012-7F5C-4A5F-828F-914BEDF476DD}" dt="2020-12-24T20:13:40.391" v="6723" actId="478"/>
          <ac:spMkLst>
            <pc:docMk/>
            <pc:sldMk cId="3085384861" sldId="397"/>
            <ac:spMk id="105" creationId="{DCC704DB-72D0-439C-AB46-297CB7F45009}"/>
          </ac:spMkLst>
        </pc:spChg>
        <pc:spChg chg="del">
          <ac:chgData name="Coiley, Peter" userId="025b827e-c6c5-41fe-831e-7f0eb6b6a8cc" providerId="ADAL" clId="{17070012-7F5C-4A5F-828F-914BEDF476DD}" dt="2020-12-24T20:13:40.391" v="6723" actId="478"/>
          <ac:spMkLst>
            <pc:docMk/>
            <pc:sldMk cId="3085384861" sldId="397"/>
            <ac:spMk id="106" creationId="{CDF82FD3-7DA1-4145-AE2D-692866D7F59D}"/>
          </ac:spMkLst>
        </pc:spChg>
        <pc:spChg chg="del">
          <ac:chgData name="Coiley, Peter" userId="025b827e-c6c5-41fe-831e-7f0eb6b6a8cc" providerId="ADAL" clId="{17070012-7F5C-4A5F-828F-914BEDF476DD}" dt="2020-12-24T20:13:40.391" v="6723" actId="478"/>
          <ac:spMkLst>
            <pc:docMk/>
            <pc:sldMk cId="3085384861" sldId="397"/>
            <ac:spMk id="107" creationId="{35655336-5D66-444D-95F1-1FBE059E5969}"/>
          </ac:spMkLst>
        </pc:spChg>
        <pc:spChg chg="del">
          <ac:chgData name="Coiley, Peter" userId="025b827e-c6c5-41fe-831e-7f0eb6b6a8cc" providerId="ADAL" clId="{17070012-7F5C-4A5F-828F-914BEDF476DD}" dt="2020-12-24T20:13:40.391" v="6723" actId="478"/>
          <ac:spMkLst>
            <pc:docMk/>
            <pc:sldMk cId="3085384861" sldId="397"/>
            <ac:spMk id="108" creationId="{A41D68B2-5DA1-44D1-9DFE-B36B2C31CB11}"/>
          </ac:spMkLst>
        </pc:spChg>
        <pc:spChg chg="del">
          <ac:chgData name="Coiley, Peter" userId="025b827e-c6c5-41fe-831e-7f0eb6b6a8cc" providerId="ADAL" clId="{17070012-7F5C-4A5F-828F-914BEDF476DD}" dt="2020-12-24T20:13:40.391" v="6723" actId="478"/>
          <ac:spMkLst>
            <pc:docMk/>
            <pc:sldMk cId="3085384861" sldId="397"/>
            <ac:spMk id="109" creationId="{536B3E7E-6F74-4CC4-82B8-772300F68AFC}"/>
          </ac:spMkLst>
        </pc:spChg>
        <pc:spChg chg="del">
          <ac:chgData name="Coiley, Peter" userId="025b827e-c6c5-41fe-831e-7f0eb6b6a8cc" providerId="ADAL" clId="{17070012-7F5C-4A5F-828F-914BEDF476DD}" dt="2020-12-24T20:13:40.391" v="6723" actId="478"/>
          <ac:spMkLst>
            <pc:docMk/>
            <pc:sldMk cId="3085384861" sldId="397"/>
            <ac:spMk id="110" creationId="{7BDAC566-A957-44B2-9AC4-0BD880C594DA}"/>
          </ac:spMkLst>
        </pc:spChg>
        <pc:spChg chg="del">
          <ac:chgData name="Coiley, Peter" userId="025b827e-c6c5-41fe-831e-7f0eb6b6a8cc" providerId="ADAL" clId="{17070012-7F5C-4A5F-828F-914BEDF476DD}" dt="2020-12-24T20:13:40.391" v="6723" actId="478"/>
          <ac:spMkLst>
            <pc:docMk/>
            <pc:sldMk cId="3085384861" sldId="397"/>
            <ac:spMk id="111" creationId="{EB3D9F16-DE2C-46B1-AB9B-A7A39DD5E188}"/>
          </ac:spMkLst>
        </pc:spChg>
        <pc:spChg chg="del">
          <ac:chgData name="Coiley, Peter" userId="025b827e-c6c5-41fe-831e-7f0eb6b6a8cc" providerId="ADAL" clId="{17070012-7F5C-4A5F-828F-914BEDF476DD}" dt="2020-12-24T20:13:40.391" v="6723" actId="478"/>
          <ac:spMkLst>
            <pc:docMk/>
            <pc:sldMk cId="3085384861" sldId="397"/>
            <ac:spMk id="112" creationId="{845770EC-ED08-48DD-AC72-D8C59871FCA4}"/>
          </ac:spMkLst>
        </pc:spChg>
        <pc:spChg chg="del">
          <ac:chgData name="Coiley, Peter" userId="025b827e-c6c5-41fe-831e-7f0eb6b6a8cc" providerId="ADAL" clId="{17070012-7F5C-4A5F-828F-914BEDF476DD}" dt="2020-12-24T20:13:40.391" v="6723" actId="478"/>
          <ac:spMkLst>
            <pc:docMk/>
            <pc:sldMk cId="3085384861" sldId="397"/>
            <ac:spMk id="113" creationId="{0560ACE7-7CB4-4989-8203-853991C3B38C}"/>
          </ac:spMkLst>
        </pc:spChg>
        <pc:spChg chg="del">
          <ac:chgData name="Coiley, Peter" userId="025b827e-c6c5-41fe-831e-7f0eb6b6a8cc" providerId="ADAL" clId="{17070012-7F5C-4A5F-828F-914BEDF476DD}" dt="2020-12-24T20:13:40.391" v="6723" actId="478"/>
          <ac:spMkLst>
            <pc:docMk/>
            <pc:sldMk cId="3085384861" sldId="397"/>
            <ac:spMk id="114" creationId="{85EFC3FF-7826-4540-926F-F39D992E4E5D}"/>
          </ac:spMkLst>
        </pc:spChg>
        <pc:spChg chg="del">
          <ac:chgData name="Coiley, Peter" userId="025b827e-c6c5-41fe-831e-7f0eb6b6a8cc" providerId="ADAL" clId="{17070012-7F5C-4A5F-828F-914BEDF476DD}" dt="2020-12-24T20:13:40.391" v="6723" actId="478"/>
          <ac:spMkLst>
            <pc:docMk/>
            <pc:sldMk cId="3085384861" sldId="397"/>
            <ac:spMk id="115" creationId="{44F3C480-CC12-4FA2-A33D-98592CA35E47}"/>
          </ac:spMkLst>
        </pc:spChg>
        <pc:spChg chg="del">
          <ac:chgData name="Coiley, Peter" userId="025b827e-c6c5-41fe-831e-7f0eb6b6a8cc" providerId="ADAL" clId="{17070012-7F5C-4A5F-828F-914BEDF476DD}" dt="2020-12-24T20:13:40.391" v="6723" actId="478"/>
          <ac:spMkLst>
            <pc:docMk/>
            <pc:sldMk cId="3085384861" sldId="397"/>
            <ac:spMk id="116" creationId="{1E87BF59-CF2B-42CA-A8FF-7EF7FF778065}"/>
          </ac:spMkLst>
        </pc:spChg>
        <pc:spChg chg="del">
          <ac:chgData name="Coiley, Peter" userId="025b827e-c6c5-41fe-831e-7f0eb6b6a8cc" providerId="ADAL" clId="{17070012-7F5C-4A5F-828F-914BEDF476DD}" dt="2020-12-24T20:13:40.391" v="6723" actId="478"/>
          <ac:spMkLst>
            <pc:docMk/>
            <pc:sldMk cId="3085384861" sldId="397"/>
            <ac:spMk id="123" creationId="{2AB04B81-3076-4EBC-84E4-86568DFA23FA}"/>
          </ac:spMkLst>
        </pc:spChg>
        <pc:spChg chg="del">
          <ac:chgData name="Coiley, Peter" userId="025b827e-c6c5-41fe-831e-7f0eb6b6a8cc" providerId="ADAL" clId="{17070012-7F5C-4A5F-828F-914BEDF476DD}" dt="2020-12-24T20:13:40.391" v="6723" actId="478"/>
          <ac:spMkLst>
            <pc:docMk/>
            <pc:sldMk cId="3085384861" sldId="397"/>
            <ac:spMk id="124" creationId="{24562256-A865-44AE-A22D-53411C298E3E}"/>
          </ac:spMkLst>
        </pc:spChg>
        <pc:spChg chg="add del">
          <ac:chgData name="Coiley, Peter" userId="025b827e-c6c5-41fe-831e-7f0eb6b6a8cc" providerId="ADAL" clId="{17070012-7F5C-4A5F-828F-914BEDF476DD}" dt="2020-12-24T20:13:58.905" v="6725"/>
          <ac:spMkLst>
            <pc:docMk/>
            <pc:sldMk cId="3085384861" sldId="397"/>
            <ac:spMk id="125" creationId="{16C1B00A-25D7-424A-A6FC-C6A025279350}"/>
          </ac:spMkLst>
        </pc:spChg>
        <pc:spChg chg="add mod">
          <ac:chgData name="Coiley, Peter" userId="025b827e-c6c5-41fe-831e-7f0eb6b6a8cc" providerId="ADAL" clId="{17070012-7F5C-4A5F-828F-914BEDF476DD}" dt="2020-12-24T20:28:36.351" v="7772" actId="1076"/>
          <ac:spMkLst>
            <pc:docMk/>
            <pc:sldMk cId="3085384861" sldId="397"/>
            <ac:spMk id="138" creationId="{39568114-7BE1-4731-9E96-98C98745C4F8}"/>
          </ac:spMkLst>
        </pc:spChg>
        <pc:spChg chg="add mod">
          <ac:chgData name="Coiley, Peter" userId="025b827e-c6c5-41fe-831e-7f0eb6b6a8cc" providerId="ADAL" clId="{17070012-7F5C-4A5F-828F-914BEDF476DD}" dt="2020-12-24T20:28:36.351" v="7772" actId="1076"/>
          <ac:spMkLst>
            <pc:docMk/>
            <pc:sldMk cId="3085384861" sldId="397"/>
            <ac:spMk id="139" creationId="{C065B1D2-561A-44DE-A4E6-957B7B036446}"/>
          </ac:spMkLst>
        </pc:spChg>
        <pc:spChg chg="add del mod">
          <ac:chgData name="Coiley, Peter" userId="025b827e-c6c5-41fe-831e-7f0eb6b6a8cc" providerId="ADAL" clId="{17070012-7F5C-4A5F-828F-914BEDF476DD}" dt="2020-12-24T20:28:01.098" v="7768" actId="478"/>
          <ac:spMkLst>
            <pc:docMk/>
            <pc:sldMk cId="3085384861" sldId="397"/>
            <ac:spMk id="140" creationId="{48FA1EF7-B878-4E3D-B02C-4C12E825F04B}"/>
          </ac:spMkLst>
        </pc:spChg>
        <pc:spChg chg="add mod">
          <ac:chgData name="Coiley, Peter" userId="025b827e-c6c5-41fe-831e-7f0eb6b6a8cc" providerId="ADAL" clId="{17070012-7F5C-4A5F-828F-914BEDF476DD}" dt="2020-12-24T20:28:36.351" v="7772" actId="1076"/>
          <ac:spMkLst>
            <pc:docMk/>
            <pc:sldMk cId="3085384861" sldId="397"/>
            <ac:spMk id="141" creationId="{446727EC-79EF-4199-BEAE-71CBC1CB7832}"/>
          </ac:spMkLst>
        </pc:spChg>
        <pc:grpChg chg="del">
          <ac:chgData name="Coiley, Peter" userId="025b827e-c6c5-41fe-831e-7f0eb6b6a8cc" providerId="ADAL" clId="{17070012-7F5C-4A5F-828F-914BEDF476DD}" dt="2020-12-24T20:13:40.391" v="6723" actId="478"/>
          <ac:grpSpMkLst>
            <pc:docMk/>
            <pc:sldMk cId="3085384861" sldId="397"/>
            <ac:grpSpMk id="117" creationId="{4C2578BD-8E80-4FEF-B3AE-AC9363F6ED4D}"/>
          </ac:grpSpMkLst>
        </pc:grpChg>
        <pc:grpChg chg="del">
          <ac:chgData name="Coiley, Peter" userId="025b827e-c6c5-41fe-831e-7f0eb6b6a8cc" providerId="ADAL" clId="{17070012-7F5C-4A5F-828F-914BEDF476DD}" dt="2020-12-24T20:13:40.391" v="6723" actId="478"/>
          <ac:grpSpMkLst>
            <pc:docMk/>
            <pc:sldMk cId="3085384861" sldId="397"/>
            <ac:grpSpMk id="120" creationId="{FFFAC82A-7ECF-411B-81A7-2A7F37F44055}"/>
          </ac:grpSpMkLst>
        </pc:grpChg>
        <pc:grpChg chg="add del">
          <ac:chgData name="Coiley, Peter" userId="025b827e-c6c5-41fe-831e-7f0eb6b6a8cc" providerId="ADAL" clId="{17070012-7F5C-4A5F-828F-914BEDF476DD}" dt="2020-12-24T20:13:58.905" v="6725"/>
          <ac:grpSpMkLst>
            <pc:docMk/>
            <pc:sldMk cId="3085384861" sldId="397"/>
            <ac:grpSpMk id="126" creationId="{1D234AAF-FEE3-49EF-9EEF-6BFCBBDB9A8E}"/>
          </ac:grpSpMkLst>
        </pc:grpChg>
        <pc:grpChg chg="add del">
          <ac:chgData name="Coiley, Peter" userId="025b827e-c6c5-41fe-831e-7f0eb6b6a8cc" providerId="ADAL" clId="{17070012-7F5C-4A5F-828F-914BEDF476DD}" dt="2020-12-24T20:13:58.905" v="6725"/>
          <ac:grpSpMkLst>
            <pc:docMk/>
            <pc:sldMk cId="3085384861" sldId="397"/>
            <ac:grpSpMk id="129" creationId="{5AD11C34-B4A3-4E31-8DD7-EF1843430867}"/>
          </ac:grpSpMkLst>
        </pc:grpChg>
        <pc:grpChg chg="add del">
          <ac:chgData name="Coiley, Peter" userId="025b827e-c6c5-41fe-831e-7f0eb6b6a8cc" providerId="ADAL" clId="{17070012-7F5C-4A5F-828F-914BEDF476DD}" dt="2020-12-24T20:13:58.905" v="6725"/>
          <ac:grpSpMkLst>
            <pc:docMk/>
            <pc:sldMk cId="3085384861" sldId="397"/>
            <ac:grpSpMk id="132" creationId="{3B6BB799-B242-44A6-9114-CB8D39E74AAB}"/>
          </ac:grpSpMkLst>
        </pc:grpChg>
        <pc:grpChg chg="add del">
          <ac:chgData name="Coiley, Peter" userId="025b827e-c6c5-41fe-831e-7f0eb6b6a8cc" providerId="ADAL" clId="{17070012-7F5C-4A5F-828F-914BEDF476DD}" dt="2020-12-24T20:13:58.905" v="6725"/>
          <ac:grpSpMkLst>
            <pc:docMk/>
            <pc:sldMk cId="3085384861" sldId="397"/>
            <ac:grpSpMk id="135" creationId="{5C6D4906-D06E-4A79-B573-C1819F27FE0A}"/>
          </ac:grpSpMkLst>
        </pc:grpChg>
        <pc:cxnChg chg="add mod">
          <ac:chgData name="Coiley, Peter" userId="025b827e-c6c5-41fe-831e-7f0eb6b6a8cc" providerId="ADAL" clId="{17070012-7F5C-4A5F-828F-914BEDF476DD}" dt="2020-12-24T20:28:59.933" v="7776" actId="14100"/>
          <ac:cxnSpMkLst>
            <pc:docMk/>
            <pc:sldMk cId="3085384861" sldId="397"/>
            <ac:cxnSpMk id="142" creationId="{73B926BA-FC23-44E8-80A5-C4C671AF499A}"/>
          </ac:cxnSpMkLst>
        </pc:cxnChg>
      </pc:sldChg>
      <pc:sldChg chg="delSp modSp add">
        <pc:chgData name="Coiley, Peter" userId="025b827e-c6c5-41fe-831e-7f0eb6b6a8cc" providerId="ADAL" clId="{17070012-7F5C-4A5F-828F-914BEDF476DD}" dt="2021-01-09T15:37:21.666" v="10755" actId="20577"/>
        <pc:sldMkLst>
          <pc:docMk/>
          <pc:sldMk cId="1268783578" sldId="398"/>
        </pc:sldMkLst>
        <pc:spChg chg="del">
          <ac:chgData name="Coiley, Peter" userId="025b827e-c6c5-41fe-831e-7f0eb6b6a8cc" providerId="ADAL" clId="{17070012-7F5C-4A5F-828F-914BEDF476DD}" dt="2020-12-24T20:29:37.896" v="7806" actId="478"/>
          <ac:spMkLst>
            <pc:docMk/>
            <pc:sldMk cId="1268783578" sldId="398"/>
            <ac:spMk id="8" creationId="{60E600A7-252D-45DB-BF18-2396B1A176A8}"/>
          </ac:spMkLst>
        </pc:spChg>
        <pc:spChg chg="del">
          <ac:chgData name="Coiley, Peter" userId="025b827e-c6c5-41fe-831e-7f0eb6b6a8cc" providerId="ADAL" clId="{17070012-7F5C-4A5F-828F-914BEDF476DD}" dt="2020-12-24T20:29:34.044" v="7805" actId="478"/>
          <ac:spMkLst>
            <pc:docMk/>
            <pc:sldMk cId="1268783578" sldId="398"/>
            <ac:spMk id="9" creationId="{4EE010EB-A213-4DE5-87A9-55E58D0CC3B3}"/>
          </ac:spMkLst>
        </pc:spChg>
        <pc:spChg chg="mod">
          <ac:chgData name="Coiley, Peter" userId="025b827e-c6c5-41fe-831e-7f0eb6b6a8cc" providerId="ADAL" clId="{17070012-7F5C-4A5F-828F-914BEDF476DD}" dt="2021-01-09T15:37:21.666" v="10755" actId="20577"/>
          <ac:spMkLst>
            <pc:docMk/>
            <pc:sldMk cId="1268783578" sldId="398"/>
            <ac:spMk id="20" creationId="{96D935B2-418D-439B-B992-10945D992704}"/>
          </ac:spMkLst>
        </pc:spChg>
        <pc:spChg chg="mod">
          <ac:chgData name="Coiley, Peter" userId="025b827e-c6c5-41fe-831e-7f0eb6b6a8cc" providerId="ADAL" clId="{17070012-7F5C-4A5F-828F-914BEDF476DD}" dt="2021-01-09T15:36:39.426" v="10602" actId="20577"/>
          <ac:spMkLst>
            <pc:docMk/>
            <pc:sldMk cId="1268783578" sldId="398"/>
            <ac:spMk id="34" creationId="{C560C772-E0A0-4F1E-92F1-CA076CC5FF28}"/>
          </ac:spMkLst>
        </pc:spChg>
        <pc:spChg chg="mod">
          <ac:chgData name="Coiley, Peter" userId="025b827e-c6c5-41fe-831e-7f0eb6b6a8cc" providerId="ADAL" clId="{17070012-7F5C-4A5F-828F-914BEDF476DD}" dt="2021-01-09T14:45:53.867" v="9624" actId="20577"/>
          <ac:spMkLst>
            <pc:docMk/>
            <pc:sldMk cId="1268783578" sldId="398"/>
            <ac:spMk id="78" creationId="{1E906DC6-E92D-48B2-B43B-E4F5C4AED758}"/>
          </ac:spMkLst>
        </pc:spChg>
      </pc:sldChg>
      <pc:sldChg chg="modSp add del">
        <pc:chgData name="Coiley, Peter" userId="025b827e-c6c5-41fe-831e-7f0eb6b6a8cc" providerId="ADAL" clId="{17070012-7F5C-4A5F-828F-914BEDF476DD}" dt="2021-01-20T16:39:16.457" v="19973" actId="2696"/>
        <pc:sldMkLst>
          <pc:docMk/>
          <pc:sldMk cId="400211983" sldId="399"/>
        </pc:sldMkLst>
        <pc:spChg chg="mod">
          <ac:chgData name="Coiley, Peter" userId="025b827e-c6c5-41fe-831e-7f0eb6b6a8cc" providerId="ADAL" clId="{17070012-7F5C-4A5F-828F-914BEDF476DD}" dt="2021-01-09T14:50:30.551" v="9741" actId="20577"/>
          <ac:spMkLst>
            <pc:docMk/>
            <pc:sldMk cId="400211983" sldId="399"/>
            <ac:spMk id="34" creationId="{C560C772-E0A0-4F1E-92F1-CA076CC5FF28}"/>
          </ac:spMkLst>
        </pc:spChg>
      </pc:sldChg>
      <pc:sldChg chg="modSp add del ord">
        <pc:chgData name="Coiley, Peter" userId="025b827e-c6c5-41fe-831e-7f0eb6b6a8cc" providerId="ADAL" clId="{17070012-7F5C-4A5F-828F-914BEDF476DD}" dt="2021-01-09T15:36:02.746" v="10573" actId="2696"/>
        <pc:sldMkLst>
          <pc:docMk/>
          <pc:sldMk cId="260534502" sldId="400"/>
        </pc:sldMkLst>
        <pc:spChg chg="mod">
          <ac:chgData name="Coiley, Peter" userId="025b827e-c6c5-41fe-831e-7f0eb6b6a8cc" providerId="ADAL" clId="{17070012-7F5C-4A5F-828F-914BEDF476DD}" dt="2021-01-09T15:35:45.458" v="10572" actId="14100"/>
          <ac:spMkLst>
            <pc:docMk/>
            <pc:sldMk cId="260534502" sldId="400"/>
            <ac:spMk id="2" creationId="{BFE57958-6BCD-44B0-9B81-291C796DC63F}"/>
          </ac:spMkLst>
        </pc:spChg>
      </pc:sldChg>
      <pc:sldChg chg="addSp delSp modSp add del">
        <pc:chgData name="Coiley, Peter" userId="025b827e-c6c5-41fe-831e-7f0eb6b6a8cc" providerId="ADAL" clId="{17070012-7F5C-4A5F-828F-914BEDF476DD}" dt="2021-01-20T16:32:34.448" v="19371" actId="2696"/>
        <pc:sldMkLst>
          <pc:docMk/>
          <pc:sldMk cId="1527009313" sldId="400"/>
        </pc:sldMkLst>
        <pc:spChg chg="mod">
          <ac:chgData name="Coiley, Peter" userId="025b827e-c6c5-41fe-831e-7f0eb6b6a8cc" providerId="ADAL" clId="{17070012-7F5C-4A5F-828F-914BEDF476DD}" dt="2021-01-20T15:12:25.426" v="18280" actId="20577"/>
          <ac:spMkLst>
            <pc:docMk/>
            <pc:sldMk cId="1527009313" sldId="400"/>
            <ac:spMk id="8" creationId="{60E600A7-252D-45DB-BF18-2396B1A176A8}"/>
          </ac:spMkLst>
        </pc:spChg>
        <pc:spChg chg="mod">
          <ac:chgData name="Coiley, Peter" userId="025b827e-c6c5-41fe-831e-7f0eb6b6a8cc" providerId="ADAL" clId="{17070012-7F5C-4A5F-828F-914BEDF476DD}" dt="2021-01-14T14:38:34.066" v="17393" actId="1076"/>
          <ac:spMkLst>
            <pc:docMk/>
            <pc:sldMk cId="1527009313" sldId="400"/>
            <ac:spMk id="9" creationId="{4EE010EB-A213-4DE5-87A9-55E58D0CC3B3}"/>
          </ac:spMkLst>
        </pc:spChg>
        <pc:spChg chg="add del mod">
          <ac:chgData name="Coiley, Peter" userId="025b827e-c6c5-41fe-831e-7f0eb6b6a8cc" providerId="ADAL" clId="{17070012-7F5C-4A5F-828F-914BEDF476DD}" dt="2021-01-14T14:37:35.814" v="17384" actId="478"/>
          <ac:spMkLst>
            <pc:docMk/>
            <pc:sldMk cId="1527009313" sldId="400"/>
            <ac:spMk id="10" creationId="{3E35F75F-6266-44FA-A8D7-51AD8A0FC32B}"/>
          </ac:spMkLst>
        </pc:spChg>
        <pc:spChg chg="add del mod">
          <ac:chgData name="Coiley, Peter" userId="025b827e-c6c5-41fe-831e-7f0eb6b6a8cc" providerId="ADAL" clId="{17070012-7F5C-4A5F-828F-914BEDF476DD}" dt="2021-01-14T14:37:33.566" v="17383" actId="478"/>
          <ac:spMkLst>
            <pc:docMk/>
            <pc:sldMk cId="1527009313" sldId="400"/>
            <ac:spMk id="11" creationId="{A28B684E-03BC-4A34-89E1-8D1F6DC1ECAA}"/>
          </ac:spMkLst>
        </pc:spChg>
        <pc:spChg chg="add mod">
          <ac:chgData name="Coiley, Peter" userId="025b827e-c6c5-41fe-831e-7f0eb6b6a8cc" providerId="ADAL" clId="{17070012-7F5C-4A5F-828F-914BEDF476DD}" dt="2021-01-14T14:39:25.440" v="17418" actId="20577"/>
          <ac:spMkLst>
            <pc:docMk/>
            <pc:sldMk cId="1527009313" sldId="400"/>
            <ac:spMk id="12" creationId="{4C24EBFC-E857-4309-ABCB-6902188FEF43}"/>
          </ac:spMkLst>
        </pc:spChg>
        <pc:spChg chg="add mod">
          <ac:chgData name="Coiley, Peter" userId="025b827e-c6c5-41fe-831e-7f0eb6b6a8cc" providerId="ADAL" clId="{17070012-7F5C-4A5F-828F-914BEDF476DD}" dt="2021-01-14T14:38:54.260" v="17394" actId="571"/>
          <ac:spMkLst>
            <pc:docMk/>
            <pc:sldMk cId="1527009313" sldId="400"/>
            <ac:spMk id="13" creationId="{B3F90DE0-5B19-4B09-8B53-9EB989B85F02}"/>
          </ac:spMkLst>
        </pc:spChg>
        <pc:spChg chg="add mod">
          <ac:chgData name="Coiley, Peter" userId="025b827e-c6c5-41fe-831e-7f0eb6b6a8cc" providerId="ADAL" clId="{17070012-7F5C-4A5F-828F-914BEDF476DD}" dt="2021-01-14T14:39:43.143" v="17442" actId="20577"/>
          <ac:spMkLst>
            <pc:docMk/>
            <pc:sldMk cId="1527009313" sldId="400"/>
            <ac:spMk id="14" creationId="{6FCF5839-AAE5-42AA-8489-CA4166BF281B}"/>
          </ac:spMkLst>
        </pc:spChg>
        <pc:spChg chg="add mod">
          <ac:chgData name="Coiley, Peter" userId="025b827e-c6c5-41fe-831e-7f0eb6b6a8cc" providerId="ADAL" clId="{17070012-7F5C-4A5F-828F-914BEDF476DD}" dt="2021-01-14T14:45:05.886" v="17460" actId="20577"/>
          <ac:spMkLst>
            <pc:docMk/>
            <pc:sldMk cId="1527009313" sldId="400"/>
            <ac:spMk id="15" creationId="{73425981-A9FD-40FE-BC93-F08A7E01585C}"/>
          </ac:spMkLst>
        </pc:spChg>
        <pc:spChg chg="mod">
          <ac:chgData name="Coiley, Peter" userId="025b827e-c6c5-41fe-831e-7f0eb6b6a8cc" providerId="ADAL" clId="{17070012-7F5C-4A5F-828F-914BEDF476DD}" dt="2021-01-20T15:37:40.057" v="18678" actId="20577"/>
          <ac:spMkLst>
            <pc:docMk/>
            <pc:sldMk cId="1527009313" sldId="400"/>
            <ac:spMk id="20" creationId="{96D935B2-418D-439B-B992-10945D992704}"/>
          </ac:spMkLst>
        </pc:spChg>
        <pc:spChg chg="mod">
          <ac:chgData name="Coiley, Peter" userId="025b827e-c6c5-41fe-831e-7f0eb6b6a8cc" providerId="ADAL" clId="{17070012-7F5C-4A5F-828F-914BEDF476DD}" dt="2021-01-20T15:12:20.204" v="18264" actId="20577"/>
          <ac:spMkLst>
            <pc:docMk/>
            <pc:sldMk cId="1527009313" sldId="400"/>
            <ac:spMk id="34" creationId="{C560C772-E0A0-4F1E-92F1-CA076CC5FF28}"/>
          </ac:spMkLst>
        </pc:spChg>
      </pc:sldChg>
      <pc:sldChg chg="add del">
        <pc:chgData name="Coiley, Peter" userId="025b827e-c6c5-41fe-831e-7f0eb6b6a8cc" providerId="ADAL" clId="{17070012-7F5C-4A5F-828F-914BEDF476DD}" dt="2021-01-14T11:44:43.397" v="11000" actId="2696"/>
        <pc:sldMkLst>
          <pc:docMk/>
          <pc:sldMk cId="2618430529" sldId="400"/>
        </pc:sldMkLst>
      </pc:sldChg>
      <pc:sldChg chg="add del">
        <pc:chgData name="Coiley, Peter" userId="025b827e-c6c5-41fe-831e-7f0eb6b6a8cc" providerId="ADAL" clId="{17070012-7F5C-4A5F-828F-914BEDF476DD}" dt="2021-01-21T00:18:21.922" v="19975" actId="2696"/>
        <pc:sldMkLst>
          <pc:docMk/>
          <pc:sldMk cId="4179382247" sldId="400"/>
        </pc:sldMkLst>
      </pc:sldChg>
      <pc:sldChg chg="addSp delSp modSp add ord">
        <pc:chgData name="Coiley, Peter" userId="025b827e-c6c5-41fe-831e-7f0eb6b6a8cc" providerId="ADAL" clId="{17070012-7F5C-4A5F-828F-914BEDF476DD}" dt="2021-01-21T23:23:18.031" v="21668"/>
        <pc:sldMkLst>
          <pc:docMk/>
          <pc:sldMk cId="382377125" sldId="401"/>
        </pc:sldMkLst>
        <pc:spChg chg="add del">
          <ac:chgData name="Coiley, Peter" userId="025b827e-c6c5-41fe-831e-7f0eb6b6a8cc" providerId="ADAL" clId="{17070012-7F5C-4A5F-828F-914BEDF476DD}" dt="2021-01-21T22:47:04.007" v="20099"/>
          <ac:spMkLst>
            <pc:docMk/>
            <pc:sldMk cId="382377125" sldId="401"/>
            <ac:spMk id="2" creationId="{529416C9-3719-4E4C-9774-B9DF5671BE57}"/>
          </ac:spMkLst>
        </pc:spChg>
        <pc:spChg chg="add mod">
          <ac:chgData name="Coiley, Peter" userId="025b827e-c6c5-41fe-831e-7f0eb6b6a8cc" providerId="ADAL" clId="{17070012-7F5C-4A5F-828F-914BEDF476DD}" dt="2021-01-14T20:14:31.490" v="17481" actId="20577"/>
          <ac:spMkLst>
            <pc:docMk/>
            <pc:sldMk cId="382377125" sldId="401"/>
            <ac:spMk id="12" creationId="{2A83817F-5BF1-4DB6-A256-E76CFECD3731}"/>
          </ac:spMkLst>
        </pc:spChg>
        <pc:spChg chg="del">
          <ac:chgData name="Coiley, Peter" userId="025b827e-c6c5-41fe-831e-7f0eb6b6a8cc" providerId="ADAL" clId="{17070012-7F5C-4A5F-828F-914BEDF476DD}" dt="2021-01-14T11:58:07.498" v="11555" actId="478"/>
          <ac:spMkLst>
            <pc:docMk/>
            <pc:sldMk cId="382377125" sldId="401"/>
            <ac:spMk id="21" creationId="{01B4F071-8BDB-4CAB-8FFC-DA631A5DE54C}"/>
          </ac:spMkLst>
        </pc:spChg>
        <pc:spChg chg="del">
          <ac:chgData name="Coiley, Peter" userId="025b827e-c6c5-41fe-831e-7f0eb6b6a8cc" providerId="ADAL" clId="{17070012-7F5C-4A5F-828F-914BEDF476DD}" dt="2021-01-14T11:58:07.498" v="11555" actId="478"/>
          <ac:spMkLst>
            <pc:docMk/>
            <pc:sldMk cId="382377125" sldId="401"/>
            <ac:spMk id="22" creationId="{4DF51181-E7D4-4FC8-A3BD-9C487F61BCA4}"/>
          </ac:spMkLst>
        </pc:spChg>
        <pc:spChg chg="del">
          <ac:chgData name="Coiley, Peter" userId="025b827e-c6c5-41fe-831e-7f0eb6b6a8cc" providerId="ADAL" clId="{17070012-7F5C-4A5F-828F-914BEDF476DD}" dt="2021-01-14T11:58:07.498" v="11555" actId="478"/>
          <ac:spMkLst>
            <pc:docMk/>
            <pc:sldMk cId="382377125" sldId="401"/>
            <ac:spMk id="23" creationId="{E4E02C66-09B5-41D4-A622-C9C68ED668B8}"/>
          </ac:spMkLst>
        </pc:spChg>
        <pc:spChg chg="del">
          <ac:chgData name="Coiley, Peter" userId="025b827e-c6c5-41fe-831e-7f0eb6b6a8cc" providerId="ADAL" clId="{17070012-7F5C-4A5F-828F-914BEDF476DD}" dt="2021-01-14T11:58:07.498" v="11555" actId="478"/>
          <ac:spMkLst>
            <pc:docMk/>
            <pc:sldMk cId="382377125" sldId="401"/>
            <ac:spMk id="24" creationId="{F3C9C297-C361-4858-BB21-0A37D6808827}"/>
          </ac:spMkLst>
        </pc:spChg>
        <pc:spChg chg="mod">
          <ac:chgData name="Coiley, Peter" userId="025b827e-c6c5-41fe-831e-7f0eb6b6a8cc" providerId="ADAL" clId="{17070012-7F5C-4A5F-828F-914BEDF476DD}" dt="2021-01-14T11:55:37.695" v="11426" actId="20577"/>
          <ac:spMkLst>
            <pc:docMk/>
            <pc:sldMk cId="382377125" sldId="401"/>
            <ac:spMk id="34" creationId="{C560C772-E0A0-4F1E-92F1-CA076CC5FF28}"/>
          </ac:spMkLst>
        </pc:spChg>
        <pc:spChg chg="mod">
          <ac:chgData name="Coiley, Peter" userId="025b827e-c6c5-41fe-831e-7f0eb6b6a8cc" providerId="ADAL" clId="{17070012-7F5C-4A5F-828F-914BEDF476DD}" dt="2021-01-14T12:32:13.506" v="13849" actId="20577"/>
          <ac:spMkLst>
            <pc:docMk/>
            <pc:sldMk cId="382377125" sldId="401"/>
            <ac:spMk id="35" creationId="{D78A4532-4F35-4A82-9450-DB30BE776903}"/>
          </ac:spMkLst>
        </pc:spChg>
        <pc:picChg chg="add mod">
          <ac:chgData name="Coiley, Peter" userId="025b827e-c6c5-41fe-831e-7f0eb6b6a8cc" providerId="ADAL" clId="{17070012-7F5C-4A5F-828F-914BEDF476DD}" dt="2021-01-14T12:52:20.059" v="14171" actId="1076"/>
          <ac:picMkLst>
            <pc:docMk/>
            <pc:sldMk cId="382377125" sldId="401"/>
            <ac:picMk id="23554" creationId="{820DA8B3-C71C-4D3A-AAA5-94BF3B49D6F5}"/>
          </ac:picMkLst>
        </pc:picChg>
        <pc:picChg chg="add del">
          <ac:chgData name="Coiley, Peter" userId="025b827e-c6c5-41fe-831e-7f0eb6b6a8cc" providerId="ADAL" clId="{17070012-7F5C-4A5F-828F-914BEDF476DD}" dt="2021-01-14T12:52:40.294" v="14173"/>
          <ac:picMkLst>
            <pc:docMk/>
            <pc:sldMk cId="382377125" sldId="401"/>
            <ac:picMk id="23556" creationId="{B467BA6D-708A-45F2-8660-1527184ED8D3}"/>
          </ac:picMkLst>
        </pc:picChg>
      </pc:sldChg>
      <pc:sldChg chg="add del">
        <pc:chgData name="Coiley, Peter" userId="025b827e-c6c5-41fe-831e-7f0eb6b6a8cc" providerId="ADAL" clId="{17070012-7F5C-4A5F-828F-914BEDF476DD}" dt="2021-01-14T12:58:02.957" v="14175" actId="2696"/>
        <pc:sldMkLst>
          <pc:docMk/>
          <pc:sldMk cId="63844137" sldId="402"/>
        </pc:sldMkLst>
      </pc:sldChg>
      <pc:sldChg chg="add del">
        <pc:chgData name="Coiley, Peter" userId="025b827e-c6c5-41fe-831e-7f0eb6b6a8cc" providerId="ADAL" clId="{17070012-7F5C-4A5F-828F-914BEDF476DD}" dt="2021-01-14T12:59:18.047" v="14181" actId="2696"/>
        <pc:sldMkLst>
          <pc:docMk/>
          <pc:sldMk cId="389603034" sldId="402"/>
        </pc:sldMkLst>
      </pc:sldChg>
      <pc:sldChg chg="modSp add">
        <pc:chgData name="Coiley, Peter" userId="025b827e-c6c5-41fe-831e-7f0eb6b6a8cc" providerId="ADAL" clId="{17070012-7F5C-4A5F-828F-914BEDF476DD}" dt="2021-01-21T23:35:43.020" v="22767"/>
        <pc:sldMkLst>
          <pc:docMk/>
          <pc:sldMk cId="1254674049" sldId="402"/>
        </pc:sldMkLst>
        <pc:spChg chg="mod">
          <ac:chgData name="Coiley, Peter" userId="025b827e-c6c5-41fe-831e-7f0eb6b6a8cc" providerId="ADAL" clId="{17070012-7F5C-4A5F-828F-914BEDF476DD}" dt="2021-01-21T23:33:55.340" v="22753" actId="20577"/>
          <ac:spMkLst>
            <pc:docMk/>
            <pc:sldMk cId="1254674049" sldId="402"/>
            <ac:spMk id="34" creationId="{C560C772-E0A0-4F1E-92F1-CA076CC5FF28}"/>
          </ac:spMkLst>
        </pc:spChg>
        <pc:spChg chg="mod">
          <ac:chgData name="Coiley, Peter" userId="025b827e-c6c5-41fe-831e-7f0eb6b6a8cc" providerId="ADAL" clId="{17070012-7F5C-4A5F-828F-914BEDF476DD}" dt="2021-01-21T23:31:57.774" v="22684" actId="20577"/>
          <ac:spMkLst>
            <pc:docMk/>
            <pc:sldMk cId="1254674049" sldId="402"/>
            <ac:spMk id="35" creationId="{D78A4532-4F35-4A82-9450-DB30BE776903}"/>
          </ac:spMkLst>
        </pc:spChg>
        <pc:graphicFrameChg chg="mod">
          <ac:chgData name="Coiley, Peter" userId="025b827e-c6c5-41fe-831e-7f0eb6b6a8cc" providerId="ADAL" clId="{17070012-7F5C-4A5F-828F-914BEDF476DD}" dt="2021-01-21T23:35:43.020" v="22767"/>
          <ac:graphicFrameMkLst>
            <pc:docMk/>
            <pc:sldMk cId="1254674049" sldId="402"/>
            <ac:graphicFrameMk id="9" creationId="{E7FBB185-9D16-4505-8857-7AB56C1C05E5}"/>
          </ac:graphicFrameMkLst>
        </pc:graphicFrameChg>
      </pc:sldChg>
      <pc:sldChg chg="modSp add del">
        <pc:chgData name="Coiley, Peter" userId="025b827e-c6c5-41fe-831e-7f0eb6b6a8cc" providerId="ADAL" clId="{17070012-7F5C-4A5F-828F-914BEDF476DD}" dt="2021-01-20T16:29:08.424" v="19207" actId="2696"/>
        <pc:sldMkLst>
          <pc:docMk/>
          <pc:sldMk cId="2018915060" sldId="402"/>
        </pc:sldMkLst>
        <pc:graphicFrameChg chg="mod">
          <ac:chgData name="Coiley, Peter" userId="025b827e-c6c5-41fe-831e-7f0eb6b6a8cc" providerId="ADAL" clId="{17070012-7F5C-4A5F-828F-914BEDF476DD}" dt="2021-01-20T15:56:12.358" v="18699" actId="20577"/>
          <ac:graphicFrameMkLst>
            <pc:docMk/>
            <pc:sldMk cId="2018915060" sldId="402"/>
            <ac:graphicFrameMk id="9" creationId="{E7FBB185-9D16-4505-8857-7AB56C1C05E5}"/>
          </ac:graphicFrameMkLst>
        </pc:graphicFrameChg>
      </pc:sldChg>
      <pc:sldChg chg="addSp delSp modSp add del">
        <pc:chgData name="Coiley, Peter" userId="025b827e-c6c5-41fe-831e-7f0eb6b6a8cc" providerId="ADAL" clId="{17070012-7F5C-4A5F-828F-914BEDF476DD}" dt="2021-01-14T14:18:53.319" v="16503" actId="2696"/>
        <pc:sldMkLst>
          <pc:docMk/>
          <pc:sldMk cId="2772683710" sldId="402"/>
        </pc:sldMkLst>
        <pc:spChg chg="del">
          <ac:chgData name="Coiley, Peter" userId="025b827e-c6c5-41fe-831e-7f0eb6b6a8cc" providerId="ADAL" clId="{17070012-7F5C-4A5F-828F-914BEDF476DD}" dt="2021-01-14T13:38:57.396" v="15606" actId="478"/>
          <ac:spMkLst>
            <pc:docMk/>
            <pc:sldMk cId="2772683710" sldId="402"/>
            <ac:spMk id="12" creationId="{2A83817F-5BF1-4DB6-A256-E76CFECD3731}"/>
          </ac:spMkLst>
        </pc:spChg>
        <pc:spChg chg="mod">
          <ac:chgData name="Coiley, Peter" userId="025b827e-c6c5-41fe-831e-7f0eb6b6a8cc" providerId="ADAL" clId="{17070012-7F5C-4A5F-828F-914BEDF476DD}" dt="2021-01-14T12:59:31.204" v="14203" actId="20577"/>
          <ac:spMkLst>
            <pc:docMk/>
            <pc:sldMk cId="2772683710" sldId="402"/>
            <ac:spMk id="34" creationId="{C560C772-E0A0-4F1E-92F1-CA076CC5FF28}"/>
          </ac:spMkLst>
        </pc:spChg>
        <pc:spChg chg="mod">
          <ac:chgData name="Coiley, Peter" userId="025b827e-c6c5-41fe-831e-7f0eb6b6a8cc" providerId="ADAL" clId="{17070012-7F5C-4A5F-828F-914BEDF476DD}" dt="2021-01-14T14:14:22.927" v="16245" actId="20577"/>
          <ac:spMkLst>
            <pc:docMk/>
            <pc:sldMk cId="2772683710" sldId="402"/>
            <ac:spMk id="35" creationId="{D78A4532-4F35-4A82-9450-DB30BE776903}"/>
          </ac:spMkLst>
        </pc:spChg>
        <pc:graphicFrameChg chg="add del mod">
          <ac:chgData name="Coiley, Peter" userId="025b827e-c6c5-41fe-831e-7f0eb6b6a8cc" providerId="ADAL" clId="{17070012-7F5C-4A5F-828F-914BEDF476DD}" dt="2021-01-14T13:47:08.318" v="15706" actId="478"/>
          <ac:graphicFrameMkLst>
            <pc:docMk/>
            <pc:sldMk cId="2772683710" sldId="402"/>
            <ac:graphicFrameMk id="2" creationId="{60D99DEC-B3C5-4914-B744-FEADF174DE98}"/>
          </ac:graphicFrameMkLst>
        </pc:graphicFrameChg>
        <pc:graphicFrameChg chg="add del mod modGraphic">
          <ac:chgData name="Coiley, Peter" userId="025b827e-c6c5-41fe-831e-7f0eb6b6a8cc" providerId="ADAL" clId="{17070012-7F5C-4A5F-828F-914BEDF476DD}" dt="2021-01-14T13:48:46.240" v="15742" actId="478"/>
          <ac:graphicFrameMkLst>
            <pc:docMk/>
            <pc:sldMk cId="2772683710" sldId="402"/>
            <ac:graphicFrameMk id="5" creationId="{481D647D-2571-4E9F-8733-35C9D083198D}"/>
          </ac:graphicFrameMkLst>
        </pc:graphicFrameChg>
        <pc:graphicFrameChg chg="add del mod">
          <ac:chgData name="Coiley, Peter" userId="025b827e-c6c5-41fe-831e-7f0eb6b6a8cc" providerId="ADAL" clId="{17070012-7F5C-4A5F-828F-914BEDF476DD}" dt="2021-01-14T13:49:34.930" v="15749" actId="478"/>
          <ac:graphicFrameMkLst>
            <pc:docMk/>
            <pc:sldMk cId="2772683710" sldId="402"/>
            <ac:graphicFrameMk id="7" creationId="{13B0FFF3-5F43-450B-AF8E-AF252782F245}"/>
          </ac:graphicFrameMkLst>
        </pc:graphicFrameChg>
        <pc:graphicFrameChg chg="add del mod">
          <ac:chgData name="Coiley, Peter" userId="025b827e-c6c5-41fe-831e-7f0eb6b6a8cc" providerId="ADAL" clId="{17070012-7F5C-4A5F-828F-914BEDF476DD}" dt="2021-01-14T13:50:15.566" v="15751" actId="478"/>
          <ac:graphicFrameMkLst>
            <pc:docMk/>
            <pc:sldMk cId="2772683710" sldId="402"/>
            <ac:graphicFrameMk id="8" creationId="{297B1248-79C6-4D55-AE96-E2FFDE10D8EB}"/>
          </ac:graphicFrameMkLst>
        </pc:graphicFrameChg>
        <pc:graphicFrameChg chg="add mod">
          <ac:chgData name="Coiley, Peter" userId="025b827e-c6c5-41fe-831e-7f0eb6b6a8cc" providerId="ADAL" clId="{17070012-7F5C-4A5F-828F-914BEDF476DD}" dt="2021-01-14T14:16:32.482" v="16343" actId="20577"/>
          <ac:graphicFrameMkLst>
            <pc:docMk/>
            <pc:sldMk cId="2772683710" sldId="402"/>
            <ac:graphicFrameMk id="9" creationId="{E7FBB185-9D16-4505-8857-7AB56C1C05E5}"/>
          </ac:graphicFrameMkLst>
        </pc:graphicFrameChg>
        <pc:picChg chg="del">
          <ac:chgData name="Coiley, Peter" userId="025b827e-c6c5-41fe-831e-7f0eb6b6a8cc" providerId="ADAL" clId="{17070012-7F5C-4A5F-828F-914BEDF476DD}" dt="2021-01-14T13:34:56.394" v="15284" actId="478"/>
          <ac:picMkLst>
            <pc:docMk/>
            <pc:sldMk cId="2772683710" sldId="402"/>
            <ac:picMk id="23554" creationId="{820DA8B3-C71C-4D3A-AAA5-94BF3B49D6F5}"/>
          </ac:picMkLst>
        </pc:picChg>
      </pc:sldChg>
      <pc:sldChg chg="modSp add">
        <pc:chgData name="Coiley, Peter" userId="025b827e-c6c5-41fe-831e-7f0eb6b6a8cc" providerId="ADAL" clId="{17070012-7F5C-4A5F-828F-914BEDF476DD}" dt="2021-01-20T16:31:33.903" v="19347" actId="20577"/>
        <pc:sldMkLst>
          <pc:docMk/>
          <pc:sldMk cId="1099092692" sldId="403"/>
        </pc:sldMkLst>
        <pc:spChg chg="mod">
          <ac:chgData name="Coiley, Peter" userId="025b827e-c6c5-41fe-831e-7f0eb6b6a8cc" providerId="ADAL" clId="{17070012-7F5C-4A5F-828F-914BEDF476DD}" dt="2021-01-20T16:31:33.903" v="19347" actId="20577"/>
          <ac:spMkLst>
            <pc:docMk/>
            <pc:sldMk cId="1099092692" sldId="403"/>
            <ac:spMk id="34" creationId="{C560C772-E0A0-4F1E-92F1-CA076CC5FF28}"/>
          </ac:spMkLst>
        </pc:spChg>
      </pc:sldChg>
      <pc:sldChg chg="add del">
        <pc:chgData name="Coiley, Peter" userId="025b827e-c6c5-41fe-831e-7f0eb6b6a8cc" providerId="ADAL" clId="{17070012-7F5C-4A5F-828F-914BEDF476DD}" dt="2021-01-20T16:27:42.859" v="19121"/>
        <pc:sldMkLst>
          <pc:docMk/>
          <pc:sldMk cId="2641077037" sldId="404"/>
        </pc:sldMkLst>
      </pc:sldChg>
      <pc:sldChg chg="addSp delSp modSp add">
        <pc:chgData name="Coiley, Peter" userId="025b827e-c6c5-41fe-831e-7f0eb6b6a8cc" providerId="ADAL" clId="{17070012-7F5C-4A5F-828F-914BEDF476DD}" dt="2021-01-26T13:04:01.658" v="23076" actId="1076"/>
        <pc:sldMkLst>
          <pc:docMk/>
          <pc:sldMk cId="4027630516" sldId="404"/>
        </pc:sldMkLst>
        <pc:spChg chg="add del mod">
          <ac:chgData name="Coiley, Peter" userId="025b827e-c6c5-41fe-831e-7f0eb6b6a8cc" providerId="ADAL" clId="{17070012-7F5C-4A5F-828F-914BEDF476DD}" dt="2021-01-21T00:22:55.815" v="19985" actId="478"/>
          <ac:spMkLst>
            <pc:docMk/>
            <pc:sldMk cId="4027630516" sldId="404"/>
            <ac:spMk id="2" creationId="{87215ED1-A644-478F-9F03-4626AF0EE1C9}"/>
          </ac:spMkLst>
        </pc:spChg>
        <pc:spChg chg="mod">
          <ac:chgData name="Coiley, Peter" userId="025b827e-c6c5-41fe-831e-7f0eb6b6a8cc" providerId="ADAL" clId="{17070012-7F5C-4A5F-828F-914BEDF476DD}" dt="2021-01-20T16:33:36.753" v="19380" actId="948"/>
          <ac:spMkLst>
            <pc:docMk/>
            <pc:sldMk cId="4027630516" sldId="404"/>
            <ac:spMk id="20" creationId="{96D935B2-418D-439B-B992-10945D992704}"/>
          </ac:spMkLst>
        </pc:spChg>
        <pc:spChg chg="mod">
          <ac:chgData name="Coiley, Peter" userId="025b827e-c6c5-41fe-831e-7f0eb6b6a8cc" providerId="ADAL" clId="{17070012-7F5C-4A5F-828F-914BEDF476DD}" dt="2021-01-20T16:32:15.339" v="19366" actId="20577"/>
          <ac:spMkLst>
            <pc:docMk/>
            <pc:sldMk cId="4027630516" sldId="404"/>
            <ac:spMk id="34" creationId="{C560C772-E0A0-4F1E-92F1-CA076CC5FF28}"/>
          </ac:spMkLst>
        </pc:spChg>
        <pc:picChg chg="add del">
          <ac:chgData name="Coiley, Peter" userId="025b827e-c6c5-41fe-831e-7f0eb6b6a8cc" providerId="ADAL" clId="{17070012-7F5C-4A5F-828F-914BEDF476DD}" dt="2021-01-26T12:50:40.753" v="22937" actId="478"/>
          <ac:picMkLst>
            <pc:docMk/>
            <pc:sldMk cId="4027630516" sldId="404"/>
            <ac:picMk id="6" creationId="{A8566745-BEB5-4B57-8343-814C47E55957}"/>
          </ac:picMkLst>
        </pc:picChg>
        <pc:picChg chg="add del mod">
          <ac:chgData name="Coiley, Peter" userId="025b827e-c6c5-41fe-831e-7f0eb6b6a8cc" providerId="ADAL" clId="{17070012-7F5C-4A5F-828F-914BEDF476DD}" dt="2021-01-26T12:52:14.993" v="22949" actId="478"/>
          <ac:picMkLst>
            <pc:docMk/>
            <pc:sldMk cId="4027630516" sldId="404"/>
            <ac:picMk id="10" creationId="{84DBC192-0ABD-4D3E-997F-87D37F19D186}"/>
          </ac:picMkLst>
        </pc:picChg>
        <pc:picChg chg="add del mod">
          <ac:chgData name="Coiley, Peter" userId="025b827e-c6c5-41fe-831e-7f0eb6b6a8cc" providerId="ADAL" clId="{17070012-7F5C-4A5F-828F-914BEDF476DD}" dt="2021-01-26T12:55:28.657" v="22990" actId="478"/>
          <ac:picMkLst>
            <pc:docMk/>
            <pc:sldMk cId="4027630516" sldId="404"/>
            <ac:picMk id="11" creationId="{12F49214-9788-4C51-8772-ACC88C97E8C4}"/>
          </ac:picMkLst>
        </pc:picChg>
        <pc:picChg chg="add del mod">
          <ac:chgData name="Coiley, Peter" userId="025b827e-c6c5-41fe-831e-7f0eb6b6a8cc" providerId="ADAL" clId="{17070012-7F5C-4A5F-828F-914BEDF476DD}" dt="2021-01-26T12:54:00.493" v="22976" actId="478"/>
          <ac:picMkLst>
            <pc:docMk/>
            <pc:sldMk cId="4027630516" sldId="404"/>
            <ac:picMk id="12" creationId="{AB3F8932-6B81-479F-A976-4BC5D560FB85}"/>
          </ac:picMkLst>
        </pc:picChg>
        <pc:picChg chg="add del mod">
          <ac:chgData name="Coiley, Peter" userId="025b827e-c6c5-41fe-831e-7f0eb6b6a8cc" providerId="ADAL" clId="{17070012-7F5C-4A5F-828F-914BEDF476DD}" dt="2021-01-26T12:54:11.647" v="22980" actId="478"/>
          <ac:picMkLst>
            <pc:docMk/>
            <pc:sldMk cId="4027630516" sldId="404"/>
            <ac:picMk id="13" creationId="{075F7957-09B8-4856-B0B1-91A231809CD4}"/>
          </ac:picMkLst>
        </pc:picChg>
        <pc:picChg chg="add del mod">
          <ac:chgData name="Coiley, Peter" userId="025b827e-c6c5-41fe-831e-7f0eb6b6a8cc" providerId="ADAL" clId="{17070012-7F5C-4A5F-828F-914BEDF476DD}" dt="2021-01-26T12:57:17.461" v="23003" actId="478"/>
          <ac:picMkLst>
            <pc:docMk/>
            <pc:sldMk cId="4027630516" sldId="404"/>
            <ac:picMk id="14" creationId="{CC4C8286-7FF5-4200-AC97-E60EA976B746}"/>
          </ac:picMkLst>
        </pc:picChg>
        <pc:picChg chg="add del mod">
          <ac:chgData name="Coiley, Peter" userId="025b827e-c6c5-41fe-831e-7f0eb6b6a8cc" providerId="ADAL" clId="{17070012-7F5C-4A5F-828F-914BEDF476DD}" dt="2021-01-26T12:58:26.618" v="23025" actId="478"/>
          <ac:picMkLst>
            <pc:docMk/>
            <pc:sldMk cId="4027630516" sldId="404"/>
            <ac:picMk id="15" creationId="{D703D765-83D9-4131-8C6E-789344AB8D3E}"/>
          </ac:picMkLst>
        </pc:picChg>
        <pc:picChg chg="add del mod">
          <ac:chgData name="Coiley, Peter" userId="025b827e-c6c5-41fe-831e-7f0eb6b6a8cc" providerId="ADAL" clId="{17070012-7F5C-4A5F-828F-914BEDF476DD}" dt="2021-01-26T13:03:45.360" v="23071" actId="478"/>
          <ac:picMkLst>
            <pc:docMk/>
            <pc:sldMk cId="4027630516" sldId="404"/>
            <ac:picMk id="18" creationId="{C54CEFE7-7AD4-4042-B99D-FED4CB4EC276}"/>
          </ac:picMkLst>
        </pc:picChg>
        <pc:picChg chg="add del mod">
          <ac:chgData name="Coiley, Peter" userId="025b827e-c6c5-41fe-831e-7f0eb6b6a8cc" providerId="ADAL" clId="{17070012-7F5C-4A5F-828F-914BEDF476DD}" dt="2021-01-26T12:59:56.292" v="23031" actId="478"/>
          <ac:picMkLst>
            <pc:docMk/>
            <pc:sldMk cId="4027630516" sldId="404"/>
            <ac:picMk id="19" creationId="{C4778E01-73FA-4FE1-9DA0-FAE87EA6B98D}"/>
          </ac:picMkLst>
        </pc:picChg>
        <pc:picChg chg="add del mod">
          <ac:chgData name="Coiley, Peter" userId="025b827e-c6c5-41fe-831e-7f0eb6b6a8cc" providerId="ADAL" clId="{17070012-7F5C-4A5F-828F-914BEDF476DD}" dt="2021-01-26T13:02:33.166" v="23064" actId="478"/>
          <ac:picMkLst>
            <pc:docMk/>
            <pc:sldMk cId="4027630516" sldId="404"/>
            <ac:picMk id="21" creationId="{9066B5A8-E6DE-437F-9E08-4E82C5334C13}"/>
          </ac:picMkLst>
        </pc:picChg>
        <pc:picChg chg="add mod">
          <ac:chgData name="Coiley, Peter" userId="025b827e-c6c5-41fe-831e-7f0eb6b6a8cc" providerId="ADAL" clId="{17070012-7F5C-4A5F-828F-914BEDF476DD}" dt="2021-01-26T13:02:53.264" v="23069" actId="1076"/>
          <ac:picMkLst>
            <pc:docMk/>
            <pc:sldMk cId="4027630516" sldId="404"/>
            <ac:picMk id="27" creationId="{122DD30A-B7C0-468A-AC45-990D494BB423}"/>
          </ac:picMkLst>
        </pc:picChg>
        <pc:picChg chg="add mod">
          <ac:chgData name="Coiley, Peter" userId="025b827e-c6c5-41fe-831e-7f0eb6b6a8cc" providerId="ADAL" clId="{17070012-7F5C-4A5F-828F-914BEDF476DD}" dt="2021-01-26T13:04:01.658" v="23076" actId="1076"/>
          <ac:picMkLst>
            <pc:docMk/>
            <pc:sldMk cId="4027630516" sldId="404"/>
            <ac:picMk id="28" creationId="{9184D401-F798-42B6-9F77-6FD98AB97F6F}"/>
          </ac:picMkLst>
        </pc:picChg>
        <pc:cxnChg chg="add mod">
          <ac:chgData name="Coiley, Peter" userId="025b827e-c6c5-41fe-831e-7f0eb6b6a8cc" providerId="ADAL" clId="{17070012-7F5C-4A5F-828F-914BEDF476DD}" dt="2021-01-26T13:01:28.452" v="23060" actId="14100"/>
          <ac:cxnSpMkLst>
            <pc:docMk/>
            <pc:sldMk cId="4027630516" sldId="404"/>
            <ac:cxnSpMk id="7" creationId="{D770739C-3AF7-41AC-8952-E0238C98433D}"/>
          </ac:cxnSpMkLst>
        </pc:cxnChg>
        <pc:cxnChg chg="add mod">
          <ac:chgData name="Coiley, Peter" userId="025b827e-c6c5-41fe-831e-7f0eb6b6a8cc" providerId="ADAL" clId="{17070012-7F5C-4A5F-828F-914BEDF476DD}" dt="2021-01-26T13:01:20.068" v="23058" actId="1036"/>
          <ac:cxnSpMkLst>
            <pc:docMk/>
            <pc:sldMk cId="4027630516" sldId="404"/>
            <ac:cxnSpMk id="8" creationId="{A70FD930-C8CE-4AE5-90BF-D526773F51C6}"/>
          </ac:cxnSpMkLst>
        </pc:cxnChg>
        <pc:cxnChg chg="add del">
          <ac:chgData name="Coiley, Peter" userId="025b827e-c6c5-41fe-831e-7f0eb6b6a8cc" providerId="ADAL" clId="{17070012-7F5C-4A5F-828F-914BEDF476DD}" dt="2021-01-26T12:55:46.974" v="22995" actId="478"/>
          <ac:cxnSpMkLst>
            <pc:docMk/>
            <pc:sldMk cId="4027630516" sldId="404"/>
            <ac:cxnSpMk id="9" creationId="{798C8F4B-B6AC-4AD6-8231-37B154E6D9E5}"/>
          </ac:cxnSpMkLst>
        </pc:cxnChg>
        <pc:cxnChg chg="add del mod">
          <ac:chgData name="Coiley, Peter" userId="025b827e-c6c5-41fe-831e-7f0eb6b6a8cc" providerId="ADAL" clId="{17070012-7F5C-4A5F-828F-914BEDF476DD}" dt="2021-01-26T13:01:40.913" v="23061" actId="478"/>
          <ac:cxnSpMkLst>
            <pc:docMk/>
            <pc:sldMk cId="4027630516" sldId="404"/>
            <ac:cxnSpMk id="25" creationId="{8B1A0E7F-5134-4326-A73C-7A9BCBD564C3}"/>
          </ac:cxnSpMkLst>
        </pc:cxnChg>
      </pc:sldChg>
      <pc:sldChg chg="addSp delSp modSp add">
        <pc:chgData name="Coiley, Peter" userId="025b827e-c6c5-41fe-831e-7f0eb6b6a8cc" providerId="ADAL" clId="{17070012-7F5C-4A5F-828F-914BEDF476DD}" dt="2021-01-26T13:05:23.937" v="23083" actId="14100"/>
        <pc:sldMkLst>
          <pc:docMk/>
          <pc:sldMk cId="1865641270" sldId="405"/>
        </pc:sldMkLst>
        <pc:spChg chg="mod">
          <ac:chgData name="Coiley, Peter" userId="025b827e-c6c5-41fe-831e-7f0eb6b6a8cc" providerId="ADAL" clId="{17070012-7F5C-4A5F-828F-914BEDF476DD}" dt="2021-01-20T16:33:55.507" v="19384" actId="20577"/>
          <ac:spMkLst>
            <pc:docMk/>
            <pc:sldMk cId="1865641270" sldId="405"/>
            <ac:spMk id="20" creationId="{96D935B2-418D-439B-B992-10945D992704}"/>
          </ac:spMkLst>
        </pc:spChg>
        <pc:spChg chg="mod">
          <ac:chgData name="Coiley, Peter" userId="025b827e-c6c5-41fe-831e-7f0eb6b6a8cc" providerId="ADAL" clId="{17070012-7F5C-4A5F-828F-914BEDF476DD}" dt="2021-01-20T16:32:10.102" v="19362" actId="20577"/>
          <ac:spMkLst>
            <pc:docMk/>
            <pc:sldMk cId="1865641270" sldId="405"/>
            <ac:spMk id="34" creationId="{C560C772-E0A0-4F1E-92F1-CA076CC5FF28}"/>
          </ac:spMkLst>
        </pc:spChg>
        <pc:picChg chg="add mod">
          <ac:chgData name="Coiley, Peter" userId="025b827e-c6c5-41fe-831e-7f0eb6b6a8cc" providerId="ADAL" clId="{17070012-7F5C-4A5F-828F-914BEDF476DD}" dt="2021-01-26T13:05:23.937" v="23083" actId="14100"/>
          <ac:picMkLst>
            <pc:docMk/>
            <pc:sldMk cId="1865641270" sldId="405"/>
            <ac:picMk id="2" creationId="{6891FDE0-6F54-42BC-BAE2-84D5C41EE14C}"/>
          </ac:picMkLst>
        </pc:picChg>
        <pc:picChg chg="add del mod">
          <ac:chgData name="Coiley, Peter" userId="025b827e-c6c5-41fe-831e-7f0eb6b6a8cc" providerId="ADAL" clId="{17070012-7F5C-4A5F-828F-914BEDF476DD}" dt="2021-01-26T13:04:07.920" v="23077" actId="478"/>
          <ac:picMkLst>
            <pc:docMk/>
            <pc:sldMk cId="1865641270" sldId="405"/>
            <ac:picMk id="9" creationId="{D1DD9E10-E6DC-4062-B94B-9B61A27EEC32}"/>
          </ac:picMkLst>
        </pc:picChg>
        <pc:picChg chg="add mod">
          <ac:chgData name="Coiley, Peter" userId="025b827e-c6c5-41fe-831e-7f0eb6b6a8cc" providerId="ADAL" clId="{17070012-7F5C-4A5F-828F-914BEDF476DD}" dt="2021-01-26T13:04:15.976" v="23079" actId="1076"/>
          <ac:picMkLst>
            <pc:docMk/>
            <pc:sldMk cId="1865641270" sldId="405"/>
            <ac:picMk id="10" creationId="{31904FDD-EE98-44AE-A0A4-AAE884460C74}"/>
          </ac:picMkLst>
        </pc:picChg>
        <pc:cxnChg chg="add mod">
          <ac:chgData name="Coiley, Peter" userId="025b827e-c6c5-41fe-831e-7f0eb6b6a8cc" providerId="ADAL" clId="{17070012-7F5C-4A5F-828F-914BEDF476DD}" dt="2021-01-26T13:01:59.878" v="23063" actId="1076"/>
          <ac:cxnSpMkLst>
            <pc:docMk/>
            <pc:sldMk cId="1865641270" sldId="405"/>
            <ac:cxnSpMk id="7" creationId="{8D8DB36F-9D66-49E6-B7C2-BD22EDC31931}"/>
          </ac:cxnSpMkLst>
        </pc:cxnChg>
        <pc:cxnChg chg="add mod">
          <ac:chgData name="Coiley, Peter" userId="025b827e-c6c5-41fe-831e-7f0eb6b6a8cc" providerId="ADAL" clId="{17070012-7F5C-4A5F-828F-914BEDF476DD}" dt="2021-01-26T13:01:59.878" v="23063" actId="1076"/>
          <ac:cxnSpMkLst>
            <pc:docMk/>
            <pc:sldMk cId="1865641270" sldId="405"/>
            <ac:cxnSpMk id="8" creationId="{CE42F90B-B867-4761-AA46-379850F99636}"/>
          </ac:cxnSpMkLst>
        </pc:cxnChg>
      </pc:sldChg>
      <pc:sldChg chg="addSp delSp modSp add">
        <pc:chgData name="Coiley, Peter" userId="025b827e-c6c5-41fe-831e-7f0eb6b6a8cc" providerId="ADAL" clId="{17070012-7F5C-4A5F-828F-914BEDF476DD}" dt="2021-01-26T13:36:11.102" v="23145" actId="1037"/>
        <pc:sldMkLst>
          <pc:docMk/>
          <pc:sldMk cId="3734451280" sldId="406"/>
        </pc:sldMkLst>
        <pc:spChg chg="add mod">
          <ac:chgData name="Coiley, Peter" userId="025b827e-c6c5-41fe-831e-7f0eb6b6a8cc" providerId="ADAL" clId="{17070012-7F5C-4A5F-828F-914BEDF476DD}" dt="2021-01-26T13:32:11.886" v="23111" actId="14100"/>
          <ac:spMkLst>
            <pc:docMk/>
            <pc:sldMk cId="3734451280" sldId="406"/>
            <ac:spMk id="5" creationId="{CDC1E01F-E385-4A7E-B4DA-3DE76113C7D5}"/>
          </ac:spMkLst>
        </pc:spChg>
        <pc:spChg chg="add mod">
          <ac:chgData name="Coiley, Peter" userId="025b827e-c6c5-41fe-831e-7f0eb6b6a8cc" providerId="ADAL" clId="{17070012-7F5C-4A5F-828F-914BEDF476DD}" dt="2021-01-26T13:36:11.102" v="23145" actId="1037"/>
          <ac:spMkLst>
            <pc:docMk/>
            <pc:sldMk cId="3734451280" sldId="406"/>
            <ac:spMk id="14" creationId="{E461C818-41EF-4340-85DF-EDD084FA7257}"/>
          </ac:spMkLst>
        </pc:spChg>
        <pc:spChg chg="mod">
          <ac:chgData name="Coiley, Peter" userId="025b827e-c6c5-41fe-831e-7f0eb6b6a8cc" providerId="ADAL" clId="{17070012-7F5C-4A5F-828F-914BEDF476DD}" dt="2021-01-20T16:37:59.319" v="19944" actId="20577"/>
          <ac:spMkLst>
            <pc:docMk/>
            <pc:sldMk cId="3734451280" sldId="406"/>
            <ac:spMk id="20" creationId="{96D935B2-418D-439B-B992-10945D992704}"/>
          </ac:spMkLst>
        </pc:spChg>
        <pc:spChg chg="mod">
          <ac:chgData name="Coiley, Peter" userId="025b827e-c6c5-41fe-831e-7f0eb6b6a8cc" providerId="ADAL" clId="{17070012-7F5C-4A5F-828F-914BEDF476DD}" dt="2021-01-20T16:32:04.647" v="19358" actId="20577"/>
          <ac:spMkLst>
            <pc:docMk/>
            <pc:sldMk cId="3734451280" sldId="406"/>
            <ac:spMk id="34" creationId="{C560C772-E0A0-4F1E-92F1-CA076CC5FF28}"/>
          </ac:spMkLst>
        </pc:spChg>
        <pc:picChg chg="add mod">
          <ac:chgData name="Coiley, Peter" userId="025b827e-c6c5-41fe-831e-7f0eb6b6a8cc" providerId="ADAL" clId="{17070012-7F5C-4A5F-828F-914BEDF476DD}" dt="2021-01-26T13:31:23.334" v="23105" actId="1076"/>
          <ac:picMkLst>
            <pc:docMk/>
            <pc:sldMk cId="3734451280" sldId="406"/>
            <ac:picMk id="2" creationId="{A0DD7197-07E1-4017-AE15-F66D0B722DD4}"/>
          </ac:picMkLst>
        </pc:picChg>
        <pc:picChg chg="add del mod">
          <ac:chgData name="Coiley, Peter" userId="025b827e-c6c5-41fe-831e-7f0eb6b6a8cc" providerId="ADAL" clId="{17070012-7F5C-4A5F-828F-914BEDF476DD}" dt="2021-01-26T13:32:57.150" v="23115" actId="478"/>
          <ac:picMkLst>
            <pc:docMk/>
            <pc:sldMk cId="3734451280" sldId="406"/>
            <ac:picMk id="6" creationId="{A4A8B207-8FE1-4E7E-86FB-2289DE453DAB}"/>
          </ac:picMkLst>
        </pc:picChg>
        <pc:picChg chg="add del mod modCrop">
          <ac:chgData name="Coiley, Peter" userId="025b827e-c6c5-41fe-831e-7f0eb6b6a8cc" providerId="ADAL" clId="{17070012-7F5C-4A5F-828F-914BEDF476DD}" dt="2021-01-26T13:34:17.292" v="23126" actId="478"/>
          <ac:picMkLst>
            <pc:docMk/>
            <pc:sldMk cId="3734451280" sldId="406"/>
            <ac:picMk id="9" creationId="{633819D7-3101-449D-9B6A-77B27C0302A3}"/>
          </ac:picMkLst>
        </pc:picChg>
        <pc:picChg chg="add mod">
          <ac:chgData name="Coiley, Peter" userId="025b827e-c6c5-41fe-831e-7f0eb6b6a8cc" providerId="ADAL" clId="{17070012-7F5C-4A5F-828F-914BEDF476DD}" dt="2021-01-26T13:35:39.591" v="23133" actId="14100"/>
          <ac:picMkLst>
            <pc:docMk/>
            <pc:sldMk cId="3734451280" sldId="406"/>
            <ac:picMk id="10" creationId="{C201590D-63CD-4B9D-A1BC-A6CFB3BAC232}"/>
          </ac:picMkLst>
        </pc:picChg>
        <pc:cxnChg chg="add">
          <ac:chgData name="Coiley, Peter" userId="025b827e-c6c5-41fe-831e-7f0eb6b6a8cc" providerId="ADAL" clId="{17070012-7F5C-4A5F-828F-914BEDF476DD}" dt="2021-01-26T13:05:38.941" v="23084"/>
          <ac:cxnSpMkLst>
            <pc:docMk/>
            <pc:sldMk cId="3734451280" sldId="406"/>
            <ac:cxnSpMk id="7" creationId="{A5EA7832-DE4B-47F5-9C80-77A928E3E84F}"/>
          </ac:cxnSpMkLst>
        </pc:cxnChg>
        <pc:cxnChg chg="add">
          <ac:chgData name="Coiley, Peter" userId="025b827e-c6c5-41fe-831e-7f0eb6b6a8cc" providerId="ADAL" clId="{17070012-7F5C-4A5F-828F-914BEDF476DD}" dt="2021-01-26T13:05:38.941" v="23084"/>
          <ac:cxnSpMkLst>
            <pc:docMk/>
            <pc:sldMk cId="3734451280" sldId="406"/>
            <ac:cxnSpMk id="8" creationId="{F61A551A-1FC6-4544-A350-6B9E7AD54BC2}"/>
          </ac:cxnSpMkLst>
        </pc:cxnChg>
      </pc:sldChg>
      <pc:sldChg chg="addSp modSp add">
        <pc:chgData name="Coiley, Peter" userId="025b827e-c6c5-41fe-831e-7f0eb6b6a8cc" providerId="ADAL" clId="{17070012-7F5C-4A5F-828F-914BEDF476DD}" dt="2021-01-26T13:45:47.345" v="23171" actId="1037"/>
        <pc:sldMkLst>
          <pc:docMk/>
          <pc:sldMk cId="2576083341" sldId="407"/>
        </pc:sldMkLst>
        <pc:spChg chg="mod">
          <ac:chgData name="Coiley, Peter" userId="025b827e-c6c5-41fe-831e-7f0eb6b6a8cc" providerId="ADAL" clId="{17070012-7F5C-4A5F-828F-914BEDF476DD}" dt="2021-01-21T23:30:50.341" v="22560" actId="20577"/>
          <ac:spMkLst>
            <pc:docMk/>
            <pc:sldMk cId="2576083341" sldId="407"/>
            <ac:spMk id="20" creationId="{96D935B2-418D-439B-B992-10945D992704}"/>
          </ac:spMkLst>
        </pc:spChg>
        <pc:spChg chg="mod">
          <ac:chgData name="Coiley, Peter" userId="025b827e-c6c5-41fe-831e-7f0eb6b6a8cc" providerId="ADAL" clId="{17070012-7F5C-4A5F-828F-914BEDF476DD}" dt="2021-01-20T16:31:56.909" v="19354" actId="20577"/>
          <ac:spMkLst>
            <pc:docMk/>
            <pc:sldMk cId="2576083341" sldId="407"/>
            <ac:spMk id="34" creationId="{C560C772-E0A0-4F1E-92F1-CA076CC5FF28}"/>
          </ac:spMkLst>
        </pc:spChg>
        <pc:picChg chg="add mod">
          <ac:chgData name="Coiley, Peter" userId="025b827e-c6c5-41fe-831e-7f0eb6b6a8cc" providerId="ADAL" clId="{17070012-7F5C-4A5F-828F-914BEDF476DD}" dt="2021-01-26T13:45:47.345" v="23171" actId="1037"/>
          <ac:picMkLst>
            <pc:docMk/>
            <pc:sldMk cId="2576083341" sldId="407"/>
            <ac:picMk id="5" creationId="{0E3D502F-293A-477E-BF40-4060D4F949B8}"/>
          </ac:picMkLst>
        </pc:picChg>
        <pc:picChg chg="add mod">
          <ac:chgData name="Coiley, Peter" userId="025b827e-c6c5-41fe-831e-7f0eb6b6a8cc" providerId="ADAL" clId="{17070012-7F5C-4A5F-828F-914BEDF476DD}" dt="2021-01-26T13:45:47.345" v="23171" actId="1037"/>
          <ac:picMkLst>
            <pc:docMk/>
            <pc:sldMk cId="2576083341" sldId="407"/>
            <ac:picMk id="6" creationId="{5AA12718-73E7-456E-8C2B-21E7E958B357}"/>
          </ac:picMkLst>
        </pc:picChg>
        <pc:cxnChg chg="add mod">
          <ac:chgData name="Coiley, Peter" userId="025b827e-c6c5-41fe-831e-7f0eb6b6a8cc" providerId="ADAL" clId="{17070012-7F5C-4A5F-828F-914BEDF476DD}" dt="2021-01-26T13:45:47.345" v="23171" actId="1037"/>
          <ac:cxnSpMkLst>
            <pc:docMk/>
            <pc:sldMk cId="2576083341" sldId="407"/>
            <ac:cxnSpMk id="7" creationId="{C5772D5D-339A-41FF-A134-AFD99CD740DE}"/>
          </ac:cxnSpMkLst>
        </pc:cxnChg>
        <pc:cxnChg chg="add mod">
          <ac:chgData name="Coiley, Peter" userId="025b827e-c6c5-41fe-831e-7f0eb6b6a8cc" providerId="ADAL" clId="{17070012-7F5C-4A5F-828F-914BEDF476DD}" dt="2021-01-26T13:44:32.374" v="23147" actId="1076"/>
          <ac:cxnSpMkLst>
            <pc:docMk/>
            <pc:sldMk cId="2576083341" sldId="407"/>
            <ac:cxnSpMk id="8" creationId="{24969E87-8801-4A06-ACE3-ACEB95149DEA}"/>
          </ac:cxnSpMkLst>
        </pc:cxnChg>
      </pc:sldChg>
      <pc:sldChg chg="modSp add del">
        <pc:chgData name="Coiley, Peter" userId="025b827e-c6c5-41fe-831e-7f0eb6b6a8cc" providerId="ADAL" clId="{17070012-7F5C-4A5F-828F-914BEDF476DD}" dt="2021-01-21T23:33:47.174" v="22730" actId="2696"/>
        <pc:sldMkLst>
          <pc:docMk/>
          <pc:sldMk cId="821510611" sldId="408"/>
        </pc:sldMkLst>
        <pc:spChg chg="mod">
          <ac:chgData name="Coiley, Peter" userId="025b827e-c6c5-41fe-831e-7f0eb6b6a8cc" providerId="ADAL" clId="{17070012-7F5C-4A5F-828F-914BEDF476DD}" dt="2021-01-21T23:31:05.418" v="22562" actId="5793"/>
          <ac:spMkLst>
            <pc:docMk/>
            <pc:sldMk cId="821510611" sldId="408"/>
            <ac:spMk id="20" creationId="{96D935B2-418D-439B-B992-10945D992704}"/>
          </ac:spMkLst>
        </pc:spChg>
        <pc:spChg chg="mod">
          <ac:chgData name="Coiley, Peter" userId="025b827e-c6c5-41fe-831e-7f0eb6b6a8cc" providerId="ADAL" clId="{17070012-7F5C-4A5F-828F-914BEDF476DD}" dt="2021-01-20T16:31:40.066" v="19350" actId="20577"/>
          <ac:spMkLst>
            <pc:docMk/>
            <pc:sldMk cId="821510611" sldId="408"/>
            <ac:spMk id="34" creationId="{C560C772-E0A0-4F1E-92F1-CA076CC5FF28}"/>
          </ac:spMkLst>
        </pc:spChg>
      </pc:sldChg>
      <pc:sldChg chg="delSp modSp add">
        <pc:chgData name="Coiley, Peter" userId="025b827e-c6c5-41fe-831e-7f0eb6b6a8cc" providerId="ADAL" clId="{17070012-7F5C-4A5F-828F-914BEDF476DD}" dt="2021-01-20T16:38:51.401" v="19969" actId="478"/>
        <pc:sldMkLst>
          <pc:docMk/>
          <pc:sldMk cId="3596649481" sldId="409"/>
        </pc:sldMkLst>
        <pc:spChg chg="del">
          <ac:chgData name="Coiley, Peter" userId="025b827e-c6c5-41fe-831e-7f0eb6b6a8cc" providerId="ADAL" clId="{17070012-7F5C-4A5F-828F-914BEDF476DD}" dt="2021-01-20T16:38:46.663" v="19968" actId="478"/>
          <ac:spMkLst>
            <pc:docMk/>
            <pc:sldMk cId="3596649481" sldId="409"/>
            <ac:spMk id="20" creationId="{96D935B2-418D-439B-B992-10945D992704}"/>
          </ac:spMkLst>
        </pc:spChg>
        <pc:spChg chg="del">
          <ac:chgData name="Coiley, Peter" userId="025b827e-c6c5-41fe-831e-7f0eb6b6a8cc" providerId="ADAL" clId="{17070012-7F5C-4A5F-828F-914BEDF476DD}" dt="2021-01-20T16:38:51.401" v="19969" actId="478"/>
          <ac:spMkLst>
            <pc:docMk/>
            <pc:sldMk cId="3596649481" sldId="409"/>
            <ac:spMk id="26" creationId="{69EB21E4-DE3E-4A06-AE01-764D36AC80BA}"/>
          </ac:spMkLst>
        </pc:spChg>
        <pc:spChg chg="mod">
          <ac:chgData name="Coiley, Peter" userId="025b827e-c6c5-41fe-831e-7f0eb6b6a8cc" providerId="ADAL" clId="{17070012-7F5C-4A5F-828F-914BEDF476DD}" dt="2021-01-20T16:38:41.853" v="19967" actId="20577"/>
          <ac:spMkLst>
            <pc:docMk/>
            <pc:sldMk cId="3596649481" sldId="409"/>
            <ac:spMk id="34" creationId="{C560C772-E0A0-4F1E-92F1-CA076CC5FF28}"/>
          </ac:spMkLst>
        </pc:spChg>
        <pc:cxnChg chg="del">
          <ac:chgData name="Coiley, Peter" userId="025b827e-c6c5-41fe-831e-7f0eb6b6a8cc" providerId="ADAL" clId="{17070012-7F5C-4A5F-828F-914BEDF476DD}" dt="2021-01-20T16:38:46.663" v="19968" actId="478"/>
          <ac:cxnSpMkLst>
            <pc:docMk/>
            <pc:sldMk cId="3596649481" sldId="409"/>
            <ac:cxnSpMk id="27" creationId="{062DFC7E-5338-4B35-A35A-BDFF12917549}"/>
          </ac:cxnSpMkLst>
        </pc:cxnChg>
      </pc:sldChg>
      <pc:sldChg chg="add">
        <pc:chgData name="Coiley, Peter" userId="025b827e-c6c5-41fe-831e-7f0eb6b6a8cc" providerId="ADAL" clId="{17070012-7F5C-4A5F-828F-914BEDF476DD}" dt="2021-01-20T16:39:06.732" v="19970"/>
        <pc:sldMkLst>
          <pc:docMk/>
          <pc:sldMk cId="3308019987" sldId="410"/>
        </pc:sldMkLst>
      </pc:sldChg>
      <pc:sldChg chg="add">
        <pc:chgData name="Coiley, Peter" userId="025b827e-c6c5-41fe-831e-7f0eb6b6a8cc" providerId="ADAL" clId="{17070012-7F5C-4A5F-828F-914BEDF476DD}" dt="2021-01-20T16:39:12.192" v="19971"/>
        <pc:sldMkLst>
          <pc:docMk/>
          <pc:sldMk cId="3431631869" sldId="411"/>
        </pc:sldMkLst>
      </pc:sldChg>
      <pc:sldChg chg="addSp delSp modSp add ord">
        <pc:chgData name="Coiley, Peter" userId="025b827e-c6c5-41fe-831e-7f0eb6b6a8cc" providerId="ADAL" clId="{17070012-7F5C-4A5F-828F-914BEDF476DD}" dt="2021-01-21T23:23:19.318" v="21669"/>
        <pc:sldMkLst>
          <pc:docMk/>
          <pc:sldMk cId="1820358693" sldId="412"/>
        </pc:sldMkLst>
        <pc:spChg chg="add del mod">
          <ac:chgData name="Coiley, Peter" userId="025b827e-c6c5-41fe-831e-7f0eb6b6a8cc" providerId="ADAL" clId="{17070012-7F5C-4A5F-828F-914BEDF476DD}" dt="2021-01-21T23:22:57.988" v="21666" actId="478"/>
          <ac:spMkLst>
            <pc:docMk/>
            <pc:sldMk cId="1820358693" sldId="412"/>
            <ac:spMk id="6" creationId="{3413835A-806E-4FA3-B93E-0F67C959C303}"/>
          </ac:spMkLst>
        </pc:spChg>
        <pc:spChg chg="add del mod">
          <ac:chgData name="Coiley, Peter" userId="025b827e-c6c5-41fe-831e-7f0eb6b6a8cc" providerId="ADAL" clId="{17070012-7F5C-4A5F-828F-914BEDF476DD}" dt="2021-01-21T23:15:02.750" v="21405" actId="478"/>
          <ac:spMkLst>
            <pc:docMk/>
            <pc:sldMk cId="1820358693" sldId="412"/>
            <ac:spMk id="12" creationId="{F9F49054-F2CA-4718-B008-DDEA0F15D6A2}"/>
          </ac:spMkLst>
        </pc:spChg>
        <pc:spChg chg="add del mod">
          <ac:chgData name="Coiley, Peter" userId="025b827e-c6c5-41fe-831e-7f0eb6b6a8cc" providerId="ADAL" clId="{17070012-7F5C-4A5F-828F-914BEDF476DD}" dt="2021-01-21T23:15:04.875" v="21406" actId="478"/>
          <ac:spMkLst>
            <pc:docMk/>
            <pc:sldMk cId="1820358693" sldId="412"/>
            <ac:spMk id="13" creationId="{2F1AEDC5-A9BD-43D2-A8AE-20D894FB1684}"/>
          </ac:spMkLst>
        </pc:spChg>
        <pc:spChg chg="add del mod">
          <ac:chgData name="Coiley, Peter" userId="025b827e-c6c5-41fe-831e-7f0eb6b6a8cc" providerId="ADAL" clId="{17070012-7F5C-4A5F-828F-914BEDF476DD}" dt="2021-01-21T23:15:08.499" v="21407" actId="478"/>
          <ac:spMkLst>
            <pc:docMk/>
            <pc:sldMk cId="1820358693" sldId="412"/>
            <ac:spMk id="14" creationId="{DBE5EEFB-6076-42C1-AE95-AC7325A5175D}"/>
          </ac:spMkLst>
        </pc:spChg>
        <pc:spChg chg="del">
          <ac:chgData name="Coiley, Peter" userId="025b827e-c6c5-41fe-831e-7f0eb6b6a8cc" providerId="ADAL" clId="{17070012-7F5C-4A5F-828F-914BEDF476DD}" dt="2021-01-21T23:12:49.655" v="21271" actId="478"/>
          <ac:spMkLst>
            <pc:docMk/>
            <pc:sldMk cId="1820358693" sldId="412"/>
            <ac:spMk id="21" creationId="{01B4F071-8BDB-4CAB-8FFC-DA631A5DE54C}"/>
          </ac:spMkLst>
        </pc:spChg>
        <pc:spChg chg="del">
          <ac:chgData name="Coiley, Peter" userId="025b827e-c6c5-41fe-831e-7f0eb6b6a8cc" providerId="ADAL" clId="{17070012-7F5C-4A5F-828F-914BEDF476DD}" dt="2021-01-21T23:12:53.631" v="21273" actId="478"/>
          <ac:spMkLst>
            <pc:docMk/>
            <pc:sldMk cId="1820358693" sldId="412"/>
            <ac:spMk id="22" creationId="{4DF51181-E7D4-4FC8-A3BD-9C487F61BCA4}"/>
          </ac:spMkLst>
        </pc:spChg>
        <pc:spChg chg="del">
          <ac:chgData name="Coiley, Peter" userId="025b827e-c6c5-41fe-831e-7f0eb6b6a8cc" providerId="ADAL" clId="{17070012-7F5C-4A5F-828F-914BEDF476DD}" dt="2021-01-21T23:12:51.781" v="21272" actId="478"/>
          <ac:spMkLst>
            <pc:docMk/>
            <pc:sldMk cId="1820358693" sldId="412"/>
            <ac:spMk id="23" creationId="{E4E02C66-09B5-41D4-A622-C9C68ED668B8}"/>
          </ac:spMkLst>
        </pc:spChg>
        <pc:spChg chg="del">
          <ac:chgData name="Coiley, Peter" userId="025b827e-c6c5-41fe-831e-7f0eb6b6a8cc" providerId="ADAL" clId="{17070012-7F5C-4A5F-828F-914BEDF476DD}" dt="2021-01-21T23:12:56.061" v="21274" actId="478"/>
          <ac:spMkLst>
            <pc:docMk/>
            <pc:sldMk cId="1820358693" sldId="412"/>
            <ac:spMk id="24" creationId="{F3C9C297-C361-4858-BB21-0A37D6808827}"/>
          </ac:spMkLst>
        </pc:spChg>
        <pc:spChg chg="mod">
          <ac:chgData name="Coiley, Peter" userId="025b827e-c6c5-41fe-831e-7f0eb6b6a8cc" providerId="ADAL" clId="{17070012-7F5C-4A5F-828F-914BEDF476DD}" dt="2021-01-21T23:01:15.337" v="20149" actId="20577"/>
          <ac:spMkLst>
            <pc:docMk/>
            <pc:sldMk cId="1820358693" sldId="412"/>
            <ac:spMk id="34" creationId="{C560C772-E0A0-4F1E-92F1-CA076CC5FF28}"/>
          </ac:spMkLst>
        </pc:spChg>
        <pc:spChg chg="mod">
          <ac:chgData name="Coiley, Peter" userId="025b827e-c6c5-41fe-831e-7f0eb6b6a8cc" providerId="ADAL" clId="{17070012-7F5C-4A5F-828F-914BEDF476DD}" dt="2021-01-21T23:12:58.785" v="21275" actId="20577"/>
          <ac:spMkLst>
            <pc:docMk/>
            <pc:sldMk cId="1820358693" sldId="412"/>
            <ac:spMk id="35" creationId="{D78A4532-4F35-4A82-9450-DB30BE776903}"/>
          </ac:spMkLst>
        </pc:spChg>
        <pc:graphicFrameChg chg="add mod modGraphic">
          <ac:chgData name="Coiley, Peter" userId="025b827e-c6c5-41fe-831e-7f0eb6b6a8cc" providerId="ADAL" clId="{17070012-7F5C-4A5F-828F-914BEDF476DD}" dt="2021-01-21T23:22:53.147" v="21665" actId="1076"/>
          <ac:graphicFrameMkLst>
            <pc:docMk/>
            <pc:sldMk cId="1820358693" sldId="412"/>
            <ac:graphicFrameMk id="2" creationId="{76750A0A-E901-4F39-A467-CF10B7849C96}"/>
          </ac:graphicFrameMkLst>
        </pc:graphicFrameChg>
        <pc:picChg chg="add mod">
          <ac:chgData name="Coiley, Peter" userId="025b827e-c6c5-41fe-831e-7f0eb6b6a8cc" providerId="ADAL" clId="{17070012-7F5C-4A5F-828F-914BEDF476DD}" dt="2021-01-21T23:13:10.894" v="21279" actId="1076"/>
          <ac:picMkLst>
            <pc:docMk/>
            <pc:sldMk cId="1820358693" sldId="412"/>
            <ac:picMk id="27650" creationId="{26FA6241-7881-466C-BDA5-CA0D6389F565}"/>
          </ac:picMkLst>
        </pc:picChg>
      </pc:sldChg>
      <pc:sldMasterChg chg="delSldLayout modSldLayout">
        <pc:chgData name="Coiley, Peter" userId="025b827e-c6c5-41fe-831e-7f0eb6b6a8cc" providerId="ADAL" clId="{17070012-7F5C-4A5F-828F-914BEDF476DD}" dt="2021-01-14T11:42:56.276" v="10948" actId="478"/>
        <pc:sldMasterMkLst>
          <pc:docMk/>
          <pc:sldMasterMk cId="0" sldId="2147483648"/>
        </pc:sldMasterMkLst>
        <pc:sldLayoutChg chg="delSp">
          <pc:chgData name="Coiley, Peter" userId="025b827e-c6c5-41fe-831e-7f0eb6b6a8cc" providerId="ADAL" clId="{17070012-7F5C-4A5F-828F-914BEDF476DD}" dt="2021-01-14T11:42:56.276" v="10948" actId="478"/>
          <pc:sldLayoutMkLst>
            <pc:docMk/>
            <pc:sldMasterMk cId="0" sldId="2147483648"/>
            <pc:sldLayoutMk cId="2104557831" sldId="2147483701"/>
          </pc:sldLayoutMkLst>
          <pc:grpChg chg="del">
            <ac:chgData name="Coiley, Peter" userId="025b827e-c6c5-41fe-831e-7f0eb6b6a8cc" providerId="ADAL" clId="{17070012-7F5C-4A5F-828F-914BEDF476DD}" dt="2021-01-14T11:42:56.276" v="10948" actId="478"/>
            <ac:grpSpMkLst>
              <pc:docMk/>
              <pc:sldMasterMk cId="0" sldId="2147483648"/>
              <pc:sldLayoutMk cId="2104557831" sldId="2147483701"/>
              <ac:grpSpMk id="22" creationId="{00000000-0000-0000-0000-000000000000}"/>
            </ac:grpSpMkLst>
          </pc:grpChg>
        </pc:sldLayoutChg>
        <pc:sldLayoutChg chg="addSp delSp">
          <pc:chgData name="Coiley, Peter" userId="025b827e-c6c5-41fe-831e-7f0eb6b6a8cc" providerId="ADAL" clId="{17070012-7F5C-4A5F-828F-914BEDF476DD}" dt="2021-01-09T15:31:53.587" v="10469"/>
          <pc:sldLayoutMkLst>
            <pc:docMk/>
            <pc:sldMasterMk cId="0" sldId="2147483648"/>
            <pc:sldLayoutMk cId="2783079461" sldId="2147483702"/>
          </pc:sldLayoutMkLst>
          <pc:grpChg chg="add del">
            <ac:chgData name="Coiley, Peter" userId="025b827e-c6c5-41fe-831e-7f0eb6b6a8cc" providerId="ADAL" clId="{17070012-7F5C-4A5F-828F-914BEDF476DD}" dt="2021-01-09T15:03:28.801" v="10044"/>
            <ac:grpSpMkLst>
              <pc:docMk/>
              <pc:sldMasterMk cId="0" sldId="2147483648"/>
              <pc:sldLayoutMk cId="2783079461" sldId="2147483702"/>
              <ac:grpSpMk id="16" creationId="{8E91ACD0-4D54-4211-B44F-C9A5F85ACA81}"/>
            </ac:grpSpMkLst>
          </pc:grpChg>
          <pc:grpChg chg="add del">
            <ac:chgData name="Coiley, Peter" userId="025b827e-c6c5-41fe-831e-7f0eb6b6a8cc" providerId="ADAL" clId="{17070012-7F5C-4A5F-828F-914BEDF476DD}" dt="2021-01-09T15:05:27.661" v="10051" actId="478"/>
            <ac:grpSpMkLst>
              <pc:docMk/>
              <pc:sldMasterMk cId="0" sldId="2147483648"/>
              <pc:sldLayoutMk cId="2783079461" sldId="2147483702"/>
              <ac:grpSpMk id="19" creationId="{00000000-0000-0000-0000-000000000000}"/>
            </ac:grpSpMkLst>
          </pc:grpChg>
          <pc:grpChg chg="add del">
            <ac:chgData name="Coiley, Peter" userId="025b827e-c6c5-41fe-831e-7f0eb6b6a8cc" providerId="ADAL" clId="{17070012-7F5C-4A5F-828F-914BEDF476DD}" dt="2021-01-09T15:31:53.587" v="10469"/>
            <ac:grpSpMkLst>
              <pc:docMk/>
              <pc:sldMasterMk cId="0" sldId="2147483648"/>
              <pc:sldLayoutMk cId="2783079461" sldId="2147483702"/>
              <ac:grpSpMk id="39" creationId="{9842325E-79AE-410B-BB3E-B75594D8553E}"/>
            </ac:grpSpMkLst>
          </pc:grpChg>
        </pc:sldLayoutChg>
        <pc:sldLayoutChg chg="del">
          <pc:chgData name="Coiley, Peter" userId="025b827e-c6c5-41fe-831e-7f0eb6b6a8cc" providerId="ADAL" clId="{17070012-7F5C-4A5F-828F-914BEDF476DD}" dt="2020-12-24T16:02:27.356" v="2360" actId="2696"/>
          <pc:sldLayoutMkLst>
            <pc:docMk/>
            <pc:sldMasterMk cId="0" sldId="2147483648"/>
            <pc:sldLayoutMk cId="2249894907" sldId="2147483775"/>
          </pc:sldLayoutMkLst>
        </pc:sldLayoutChg>
      </pc:sldMasterChg>
      <pc:sldMasterChg chg="addSp modSp">
        <pc:chgData name="Coiley, Peter" userId="025b827e-c6c5-41fe-831e-7f0eb6b6a8cc" providerId="ADAL" clId="{17070012-7F5C-4A5F-828F-914BEDF476DD}" dt="2021-01-09T15:20:05.934" v="10314"/>
        <pc:sldMasterMkLst>
          <pc:docMk/>
          <pc:sldMasterMk cId="3646022936" sldId="2147483776"/>
        </pc:sldMasterMkLst>
        <pc:spChg chg="add mod">
          <ac:chgData name="Coiley, Peter" userId="025b827e-c6c5-41fe-831e-7f0eb6b6a8cc" providerId="ADAL" clId="{17070012-7F5C-4A5F-828F-914BEDF476DD}" dt="2021-01-09T15:20:05.934" v="10314"/>
          <ac:spMkLst>
            <pc:docMk/>
            <pc:sldMasterMk cId="3646022936" sldId="2147483776"/>
            <ac:spMk id="2" creationId="{FB411D64-8328-4241-A51F-D6C16892D29C}"/>
          </ac:spMkLst>
        </pc:spChg>
        <pc:spChg chg="add mod">
          <ac:chgData name="Coiley, Peter" userId="025b827e-c6c5-41fe-831e-7f0eb6b6a8cc" providerId="ADAL" clId="{17070012-7F5C-4A5F-828F-914BEDF476DD}" dt="2021-01-09T15:20:05.934" v="10314"/>
          <ac:spMkLst>
            <pc:docMk/>
            <pc:sldMasterMk cId="3646022936" sldId="2147483776"/>
            <ac:spMk id="3" creationId="{DE91F5CF-59CC-41F9-AE55-64273604A455}"/>
          </ac:spMkLst>
        </pc:spChg>
        <pc:spChg chg="add mod">
          <ac:chgData name="Coiley, Peter" userId="025b827e-c6c5-41fe-831e-7f0eb6b6a8cc" providerId="ADAL" clId="{17070012-7F5C-4A5F-828F-914BEDF476DD}" dt="2021-01-09T15:20:05.934" v="10314"/>
          <ac:spMkLst>
            <pc:docMk/>
            <pc:sldMasterMk cId="3646022936" sldId="2147483776"/>
            <ac:spMk id="4" creationId="{ED5246D3-3D43-48A0-9841-E938E0860C52}"/>
          </ac:spMkLst>
        </pc:spChg>
        <pc:spChg chg="add mod">
          <ac:chgData name="Coiley, Peter" userId="025b827e-c6c5-41fe-831e-7f0eb6b6a8cc" providerId="ADAL" clId="{17070012-7F5C-4A5F-828F-914BEDF476DD}" dt="2021-01-09T15:20:05.934" v="10314"/>
          <ac:spMkLst>
            <pc:docMk/>
            <pc:sldMasterMk cId="3646022936" sldId="2147483776"/>
            <ac:spMk id="5" creationId="{8A0132CD-86C4-49B6-BF3B-8485773DD421}"/>
          </ac:spMkLst>
        </pc:spChg>
        <pc:spChg chg="add mod">
          <ac:chgData name="Coiley, Peter" userId="025b827e-c6c5-41fe-831e-7f0eb6b6a8cc" providerId="ADAL" clId="{17070012-7F5C-4A5F-828F-914BEDF476DD}" dt="2021-01-09T15:20:05.934" v="10314"/>
          <ac:spMkLst>
            <pc:docMk/>
            <pc:sldMasterMk cId="3646022936" sldId="2147483776"/>
            <ac:spMk id="6" creationId="{56EC7FA9-3F0E-4B9B-A350-A27177B64C05}"/>
          </ac:spMkLst>
        </pc:spChg>
      </pc:sldMasterChg>
      <pc:sldMasterChg chg="delSldLayout">
        <pc:chgData name="Coiley, Peter" userId="025b827e-c6c5-41fe-831e-7f0eb6b6a8cc" providerId="ADAL" clId="{17070012-7F5C-4A5F-828F-914BEDF476DD}" dt="2020-12-24T15:35:55.489" v="1246" actId="2696"/>
        <pc:sldMasterMkLst>
          <pc:docMk/>
          <pc:sldMasterMk cId="504627737" sldId="2147483788"/>
        </pc:sldMasterMkLst>
        <pc:sldLayoutChg chg="del">
          <pc:chgData name="Coiley, Peter" userId="025b827e-c6c5-41fe-831e-7f0eb6b6a8cc" providerId="ADAL" clId="{17070012-7F5C-4A5F-828F-914BEDF476DD}" dt="2020-12-24T15:35:55.489" v="1246" actId="2696"/>
          <pc:sldLayoutMkLst>
            <pc:docMk/>
            <pc:sldMasterMk cId="504627737" sldId="2147483788"/>
            <pc:sldLayoutMk cId="3400536324" sldId="2147483775"/>
          </pc:sldLayoutMkLst>
        </pc:sldLayoutChg>
      </pc:sldMasterChg>
    </pc:docChg>
  </pc:docChgLst>
  <pc:docChgLst>
    <pc:chgData name="Coiley, Peter" userId="025b827e-c6c5-41fe-831e-7f0eb6b6a8cc" providerId="ADAL" clId="{B141D15E-C4D0-49A0-B62A-9E98149B464B}"/>
    <pc:docChg chg="undo custSel addSld delSld modSld">
      <pc:chgData name="Coiley, Peter" userId="025b827e-c6c5-41fe-831e-7f0eb6b6a8cc" providerId="ADAL" clId="{B141D15E-C4D0-49A0-B62A-9E98149B464B}" dt="2021-02-03T14:13:38.586" v="324" actId="1036"/>
      <pc:docMkLst>
        <pc:docMk/>
      </pc:docMkLst>
      <pc:sldChg chg="modSp">
        <pc:chgData name="Coiley, Peter" userId="025b827e-c6c5-41fe-831e-7f0eb6b6a8cc" providerId="ADAL" clId="{B141D15E-C4D0-49A0-B62A-9E98149B464B}" dt="2021-02-03T13:52:13.978" v="280" actId="1036"/>
        <pc:sldMkLst>
          <pc:docMk/>
          <pc:sldMk cId="2646312330" sldId="362"/>
        </pc:sldMkLst>
        <pc:spChg chg="mod">
          <ac:chgData name="Coiley, Peter" userId="025b827e-c6c5-41fe-831e-7f0eb6b6a8cc" providerId="ADAL" clId="{B141D15E-C4D0-49A0-B62A-9E98149B464B}" dt="2021-02-03T13:52:11.260" v="279" actId="20577"/>
          <ac:spMkLst>
            <pc:docMk/>
            <pc:sldMk cId="2646312330" sldId="362"/>
            <ac:spMk id="3" creationId="{EF9FDC2E-0703-45A6-8429-B6883AB76565}"/>
          </ac:spMkLst>
        </pc:spChg>
        <pc:picChg chg="mod">
          <ac:chgData name="Coiley, Peter" userId="025b827e-c6c5-41fe-831e-7f0eb6b6a8cc" providerId="ADAL" clId="{B141D15E-C4D0-49A0-B62A-9E98149B464B}" dt="2021-02-03T13:52:13.978" v="280" actId="1036"/>
          <ac:picMkLst>
            <pc:docMk/>
            <pc:sldMk cId="2646312330" sldId="362"/>
            <ac:picMk id="5" creationId="{B8211717-963E-4E71-BF21-BA5E0CE959D5}"/>
          </ac:picMkLst>
        </pc:picChg>
      </pc:sldChg>
      <pc:sldChg chg="addSp delSp modSp">
        <pc:chgData name="Coiley, Peter" userId="025b827e-c6c5-41fe-831e-7f0eb6b6a8cc" providerId="ADAL" clId="{B141D15E-C4D0-49A0-B62A-9E98149B464B}" dt="2021-02-03T13:54:13.686" v="310" actId="20577"/>
        <pc:sldMkLst>
          <pc:docMk/>
          <pc:sldMk cId="429395174" sldId="381"/>
        </pc:sldMkLst>
        <pc:spChg chg="add del">
          <ac:chgData name="Coiley, Peter" userId="025b827e-c6c5-41fe-831e-7f0eb6b6a8cc" providerId="ADAL" clId="{B141D15E-C4D0-49A0-B62A-9E98149B464B}" dt="2021-02-03T13:53:28.690" v="282" actId="478"/>
          <ac:spMkLst>
            <pc:docMk/>
            <pc:sldMk cId="429395174" sldId="381"/>
            <ac:spMk id="21" creationId="{01B4F071-8BDB-4CAB-8FFC-DA631A5DE54C}"/>
          </ac:spMkLst>
        </pc:spChg>
        <pc:spChg chg="add del mod">
          <ac:chgData name="Coiley, Peter" userId="025b827e-c6c5-41fe-831e-7f0eb6b6a8cc" providerId="ADAL" clId="{B141D15E-C4D0-49A0-B62A-9E98149B464B}" dt="2021-02-03T13:54:13.686" v="310" actId="20577"/>
          <ac:spMkLst>
            <pc:docMk/>
            <pc:sldMk cId="429395174" sldId="381"/>
            <ac:spMk id="22" creationId="{4DF51181-E7D4-4FC8-A3BD-9C487F61BCA4}"/>
          </ac:spMkLst>
        </pc:spChg>
        <pc:spChg chg="add del">
          <ac:chgData name="Coiley, Peter" userId="025b827e-c6c5-41fe-831e-7f0eb6b6a8cc" providerId="ADAL" clId="{B141D15E-C4D0-49A0-B62A-9E98149B464B}" dt="2021-02-03T13:53:28.690" v="282" actId="478"/>
          <ac:spMkLst>
            <pc:docMk/>
            <pc:sldMk cId="429395174" sldId="381"/>
            <ac:spMk id="23" creationId="{E4E02C66-09B5-41D4-A622-C9C68ED668B8}"/>
          </ac:spMkLst>
        </pc:spChg>
        <pc:spChg chg="add del mod">
          <ac:chgData name="Coiley, Peter" userId="025b827e-c6c5-41fe-831e-7f0eb6b6a8cc" providerId="ADAL" clId="{B141D15E-C4D0-49A0-B62A-9E98149B464B}" dt="2021-02-03T13:54:06.038" v="302" actId="20577"/>
          <ac:spMkLst>
            <pc:docMk/>
            <pc:sldMk cId="429395174" sldId="381"/>
            <ac:spMk id="24" creationId="{F3C9C297-C361-4858-BB21-0A37D6808827}"/>
          </ac:spMkLst>
        </pc:spChg>
      </pc:sldChg>
      <pc:sldChg chg="del">
        <pc:chgData name="Coiley, Peter" userId="025b827e-c6c5-41fe-831e-7f0eb6b6a8cc" providerId="ADAL" clId="{B141D15E-C4D0-49A0-B62A-9E98149B464B}" dt="2021-02-03T14:06:51.088" v="312" actId="2696"/>
        <pc:sldMkLst>
          <pc:docMk/>
          <pc:sldMk cId="2202223908" sldId="390"/>
        </pc:sldMkLst>
      </pc:sldChg>
      <pc:sldChg chg="del">
        <pc:chgData name="Coiley, Peter" userId="025b827e-c6c5-41fe-831e-7f0eb6b6a8cc" providerId="ADAL" clId="{B141D15E-C4D0-49A0-B62A-9E98149B464B}" dt="2021-01-27T04:06:05.998" v="2" actId="2696"/>
        <pc:sldMkLst>
          <pc:docMk/>
          <pc:sldMk cId="3584331209" sldId="394"/>
        </pc:sldMkLst>
      </pc:sldChg>
      <pc:sldChg chg="del">
        <pc:chgData name="Coiley, Peter" userId="025b827e-c6c5-41fe-831e-7f0eb6b6a8cc" providerId="ADAL" clId="{B141D15E-C4D0-49A0-B62A-9E98149B464B}" dt="2021-01-27T04:06:05.975" v="1" actId="2696"/>
        <pc:sldMkLst>
          <pc:docMk/>
          <pc:sldMk cId="1268783578" sldId="398"/>
        </pc:sldMkLst>
      </pc:sldChg>
      <pc:sldChg chg="del">
        <pc:chgData name="Coiley, Peter" userId="025b827e-c6c5-41fe-831e-7f0eb6b6a8cc" providerId="ADAL" clId="{B141D15E-C4D0-49A0-B62A-9E98149B464B}" dt="2021-02-03T14:06:47.958" v="311" actId="2696"/>
        <pc:sldMkLst>
          <pc:docMk/>
          <pc:sldMk cId="1099092692" sldId="403"/>
        </pc:sldMkLst>
      </pc:sldChg>
      <pc:sldChg chg="addSp delSp modSp">
        <pc:chgData name="Coiley, Peter" userId="025b827e-c6c5-41fe-831e-7f0eb6b6a8cc" providerId="ADAL" clId="{B141D15E-C4D0-49A0-B62A-9E98149B464B}" dt="2021-02-03T14:13:38.586" v="324" actId="1036"/>
        <pc:sldMkLst>
          <pc:docMk/>
          <pc:sldMk cId="3596649481" sldId="409"/>
        </pc:sldMkLst>
        <pc:spChg chg="add mod">
          <ac:chgData name="Coiley, Peter" userId="025b827e-c6c5-41fe-831e-7f0eb6b6a8cc" providerId="ADAL" clId="{B141D15E-C4D0-49A0-B62A-9E98149B464B}" dt="2021-02-01T12:53:47.058" v="214" actId="14100"/>
          <ac:spMkLst>
            <pc:docMk/>
            <pc:sldMk cId="3596649481" sldId="409"/>
            <ac:spMk id="7" creationId="{CFE7EC19-515F-445C-886A-B9D60B9775DD}"/>
          </ac:spMkLst>
        </pc:spChg>
        <pc:picChg chg="add del mod">
          <ac:chgData name="Coiley, Peter" userId="025b827e-c6c5-41fe-831e-7f0eb6b6a8cc" providerId="ADAL" clId="{B141D15E-C4D0-49A0-B62A-9E98149B464B}" dt="2021-02-03T14:08:09.608" v="313" actId="478"/>
          <ac:picMkLst>
            <pc:docMk/>
            <pc:sldMk cId="3596649481" sldId="409"/>
            <ac:picMk id="2" creationId="{B39A28FB-2711-4C31-A328-02FAA8A879E8}"/>
          </ac:picMkLst>
        </pc:picChg>
        <pc:picChg chg="add mod">
          <ac:chgData name="Coiley, Peter" userId="025b827e-c6c5-41fe-831e-7f0eb6b6a8cc" providerId="ADAL" clId="{B141D15E-C4D0-49A0-B62A-9E98149B464B}" dt="2021-02-03T14:13:38.586" v="324" actId="1036"/>
          <ac:picMkLst>
            <pc:docMk/>
            <pc:sldMk cId="3596649481" sldId="409"/>
            <ac:picMk id="5" creationId="{67693AA7-2BEB-443C-8619-89EC911C7BDD}"/>
          </ac:picMkLst>
        </pc:picChg>
      </pc:sldChg>
      <pc:sldChg chg="modSp del">
        <pc:chgData name="Coiley, Peter" userId="025b827e-c6c5-41fe-831e-7f0eb6b6a8cc" providerId="ADAL" clId="{B141D15E-C4D0-49A0-B62A-9E98149B464B}" dt="2021-02-03T14:08:30.023" v="318" actId="2696"/>
        <pc:sldMkLst>
          <pc:docMk/>
          <pc:sldMk cId="3308019987" sldId="410"/>
        </pc:sldMkLst>
        <pc:spChg chg="mod">
          <ac:chgData name="Coiley, Peter" userId="025b827e-c6c5-41fe-831e-7f0eb6b6a8cc" providerId="ADAL" clId="{B141D15E-C4D0-49A0-B62A-9E98149B464B}" dt="2021-02-01T12:36:58.934" v="9" actId="20577"/>
          <ac:spMkLst>
            <pc:docMk/>
            <pc:sldMk cId="3308019987" sldId="410"/>
            <ac:spMk id="20" creationId="{96D935B2-418D-439B-B992-10945D992704}"/>
          </ac:spMkLst>
        </pc:spChg>
        <pc:grpChg chg="mod">
          <ac:chgData name="Coiley, Peter" userId="025b827e-c6c5-41fe-831e-7f0eb6b6a8cc" providerId="ADAL" clId="{B141D15E-C4D0-49A0-B62A-9E98149B464B}" dt="2021-02-01T12:37:10.853" v="10" actId="1076"/>
          <ac:grpSpMkLst>
            <pc:docMk/>
            <pc:sldMk cId="3308019987" sldId="410"/>
            <ac:grpSpMk id="2" creationId="{FCE7A24E-1147-4E34-8E9E-00E3CC6A51AB}"/>
          </ac:grpSpMkLst>
        </pc:grpChg>
      </pc:sldChg>
      <pc:sldChg chg="addSp delSp modSp add del">
        <pc:chgData name="Coiley, Peter" userId="025b827e-c6c5-41fe-831e-7f0eb6b6a8cc" providerId="ADAL" clId="{B141D15E-C4D0-49A0-B62A-9E98149B464B}" dt="2021-02-03T14:08:40.086" v="319" actId="2696"/>
        <pc:sldMkLst>
          <pc:docMk/>
          <pc:sldMk cId="488022553" sldId="413"/>
        </pc:sldMkLst>
        <pc:spChg chg="del">
          <ac:chgData name="Coiley, Peter" userId="025b827e-c6c5-41fe-831e-7f0eb6b6a8cc" providerId="ADAL" clId="{B141D15E-C4D0-49A0-B62A-9E98149B464B}" dt="2021-02-01T12:55:01.876" v="217" actId="478"/>
          <ac:spMkLst>
            <pc:docMk/>
            <pc:sldMk cId="488022553" sldId="413"/>
            <ac:spMk id="20" creationId="{96D935B2-418D-439B-B992-10945D992704}"/>
          </ac:spMkLst>
        </pc:spChg>
        <pc:spChg chg="mod">
          <ac:chgData name="Coiley, Peter" userId="025b827e-c6c5-41fe-831e-7f0eb6b6a8cc" providerId="ADAL" clId="{B141D15E-C4D0-49A0-B62A-9E98149B464B}" dt="2021-02-01T12:55:04.663" v="221" actId="20577"/>
          <ac:spMkLst>
            <pc:docMk/>
            <pc:sldMk cId="488022553" sldId="413"/>
            <ac:spMk id="34" creationId="{C560C772-E0A0-4F1E-92F1-CA076CC5FF28}"/>
          </ac:spMkLst>
        </pc:spChg>
        <pc:grpChg chg="del">
          <ac:chgData name="Coiley, Peter" userId="025b827e-c6c5-41fe-831e-7f0eb6b6a8cc" providerId="ADAL" clId="{B141D15E-C4D0-49A0-B62A-9E98149B464B}" dt="2021-02-01T12:55:01.876" v="217" actId="478"/>
          <ac:grpSpMkLst>
            <pc:docMk/>
            <pc:sldMk cId="488022553" sldId="413"/>
            <ac:grpSpMk id="2" creationId="{FCE7A24E-1147-4E34-8E9E-00E3CC6A51AB}"/>
          </ac:grpSpMkLst>
        </pc:grpChg>
        <pc:picChg chg="add mod">
          <ac:chgData name="Coiley, Peter" userId="025b827e-c6c5-41fe-831e-7f0eb6b6a8cc" providerId="ADAL" clId="{B141D15E-C4D0-49A0-B62A-9E98149B464B}" dt="2021-02-01T12:55:45.331" v="224" actId="1076"/>
          <ac:picMkLst>
            <pc:docMk/>
            <pc:sldMk cId="488022553" sldId="413"/>
            <ac:picMk id="5" creationId="{729375F6-93AF-414F-B315-EFAF1CBD146D}"/>
          </ac:picMkLst>
        </pc:picChg>
        <pc:picChg chg="add mod">
          <ac:chgData name="Coiley, Peter" userId="025b827e-c6c5-41fe-831e-7f0eb6b6a8cc" providerId="ADAL" clId="{B141D15E-C4D0-49A0-B62A-9E98149B464B}" dt="2021-02-01T12:56:14.907" v="227" actId="1076"/>
          <ac:picMkLst>
            <pc:docMk/>
            <pc:sldMk cId="488022553" sldId="413"/>
            <ac:picMk id="6" creationId="{85653486-C71E-4923-A2AA-EC732DCE1163}"/>
          </ac:picMkLst>
        </pc:picChg>
        <pc:picChg chg="add mod">
          <ac:chgData name="Coiley, Peter" userId="025b827e-c6c5-41fe-831e-7f0eb6b6a8cc" providerId="ADAL" clId="{B141D15E-C4D0-49A0-B62A-9E98149B464B}" dt="2021-02-01T12:56:47.921" v="232" actId="1076"/>
          <ac:picMkLst>
            <pc:docMk/>
            <pc:sldMk cId="488022553" sldId="413"/>
            <ac:picMk id="7" creationId="{86D50C62-0DB7-4BED-B40E-CA260EA7A77F}"/>
          </ac:picMkLst>
        </pc:picChg>
      </pc:sldChg>
    </pc:docChg>
  </pc:docChgLst>
  <pc:docChgLst>
    <pc:chgData name="Glotzhober, Daisy" userId="48165905-6993-4e70-be7d-9d227d83c169" providerId="ADAL" clId="{717C960E-45D3-4B71-869D-BD2E37E92CB2}"/>
    <pc:docChg chg="undo custSel addSld delSld modSld">
      <pc:chgData name="Glotzhober, Daisy" userId="48165905-6993-4e70-be7d-9d227d83c169" providerId="ADAL" clId="{717C960E-45D3-4B71-869D-BD2E37E92CB2}" dt="2021-02-05T13:41:29.995" v="333" actId="20577"/>
      <pc:docMkLst>
        <pc:docMk/>
      </pc:docMkLst>
      <pc:sldChg chg="modSp">
        <pc:chgData name="Glotzhober, Daisy" userId="48165905-6993-4e70-be7d-9d227d83c169" providerId="ADAL" clId="{717C960E-45D3-4B71-869D-BD2E37E92CB2}" dt="2021-01-31T23:00:39.327" v="2" actId="20577"/>
        <pc:sldMkLst>
          <pc:docMk/>
          <pc:sldMk cId="1224926455" sldId="340"/>
        </pc:sldMkLst>
        <pc:spChg chg="mod">
          <ac:chgData name="Glotzhober, Daisy" userId="48165905-6993-4e70-be7d-9d227d83c169" providerId="ADAL" clId="{717C960E-45D3-4B71-869D-BD2E37E92CB2}" dt="2021-01-31T23:00:39.327" v="2" actId="20577"/>
          <ac:spMkLst>
            <pc:docMk/>
            <pc:sldMk cId="1224926455" sldId="340"/>
            <ac:spMk id="8" creationId="{6F979740-C439-45CC-A44C-B5D6FE4D1849}"/>
          </ac:spMkLst>
        </pc:spChg>
      </pc:sldChg>
      <pc:sldChg chg="modSp">
        <pc:chgData name="Glotzhober, Daisy" userId="48165905-6993-4e70-be7d-9d227d83c169" providerId="ADAL" clId="{717C960E-45D3-4B71-869D-BD2E37E92CB2}" dt="2021-02-05T13:28:02.508" v="301" actId="1076"/>
        <pc:sldMkLst>
          <pc:docMk/>
          <pc:sldMk cId="347593100" sldId="360"/>
        </pc:sldMkLst>
        <pc:spChg chg="mod">
          <ac:chgData name="Glotzhober, Daisy" userId="48165905-6993-4e70-be7d-9d227d83c169" providerId="ADAL" clId="{717C960E-45D3-4B71-869D-BD2E37E92CB2}" dt="2021-02-05T13:28:02.508" v="301" actId="1076"/>
          <ac:spMkLst>
            <pc:docMk/>
            <pc:sldMk cId="347593100" sldId="360"/>
            <ac:spMk id="2" creationId="{AD342767-7BF5-443C-9C6E-EEFA2F46B457}"/>
          </ac:spMkLst>
        </pc:spChg>
      </pc:sldChg>
      <pc:sldChg chg="modSp">
        <pc:chgData name="Glotzhober, Daisy" userId="48165905-6993-4e70-be7d-9d227d83c169" providerId="ADAL" clId="{717C960E-45D3-4B71-869D-BD2E37E92CB2}" dt="2021-02-05T13:41:29.995" v="333" actId="20577"/>
        <pc:sldMkLst>
          <pc:docMk/>
          <pc:sldMk cId="2646312330" sldId="362"/>
        </pc:sldMkLst>
        <pc:spChg chg="mod">
          <ac:chgData name="Glotzhober, Daisy" userId="48165905-6993-4e70-be7d-9d227d83c169" providerId="ADAL" clId="{717C960E-45D3-4B71-869D-BD2E37E92CB2}" dt="2021-02-05T13:41:29.995" v="333" actId="20577"/>
          <ac:spMkLst>
            <pc:docMk/>
            <pc:sldMk cId="2646312330" sldId="362"/>
            <ac:spMk id="3" creationId="{EF9FDC2E-0703-45A6-8429-B6883AB76565}"/>
          </ac:spMkLst>
        </pc:spChg>
      </pc:sldChg>
      <pc:sldChg chg="addSp delSp modSp">
        <pc:chgData name="Glotzhober, Daisy" userId="48165905-6993-4e70-be7d-9d227d83c169" providerId="ADAL" clId="{717C960E-45D3-4B71-869D-BD2E37E92CB2}" dt="2021-01-31T23:01:45.214" v="4" actId="478"/>
        <pc:sldMkLst>
          <pc:docMk/>
          <pc:sldMk cId="1791049774" sldId="363"/>
        </pc:sldMkLst>
        <pc:spChg chg="add del mod">
          <ac:chgData name="Glotzhober, Daisy" userId="48165905-6993-4e70-be7d-9d227d83c169" providerId="ADAL" clId="{717C960E-45D3-4B71-869D-BD2E37E92CB2}" dt="2021-01-31T23:01:45.214" v="4" actId="478"/>
          <ac:spMkLst>
            <pc:docMk/>
            <pc:sldMk cId="1791049774" sldId="363"/>
            <ac:spMk id="3" creationId="{AC3C546D-1010-4D24-A854-3026E04B3BCA}"/>
          </ac:spMkLst>
        </pc:spChg>
      </pc:sldChg>
      <pc:sldChg chg="addSp delSp modSp">
        <pc:chgData name="Glotzhober, Daisy" userId="48165905-6993-4e70-be7d-9d227d83c169" providerId="ADAL" clId="{717C960E-45D3-4B71-869D-BD2E37E92CB2}" dt="2021-01-31T23:02:21.526" v="8" actId="478"/>
        <pc:sldMkLst>
          <pc:docMk/>
          <pc:sldMk cId="3414183236" sldId="364"/>
        </pc:sldMkLst>
        <pc:spChg chg="add del mod">
          <ac:chgData name="Glotzhober, Daisy" userId="48165905-6993-4e70-be7d-9d227d83c169" providerId="ADAL" clId="{717C960E-45D3-4B71-869D-BD2E37E92CB2}" dt="2021-01-31T23:02:21.526" v="8" actId="478"/>
          <ac:spMkLst>
            <pc:docMk/>
            <pc:sldMk cId="3414183236" sldId="364"/>
            <ac:spMk id="3" creationId="{0E480CED-2E5A-4835-98FC-B1DBF11C89E7}"/>
          </ac:spMkLst>
        </pc:spChg>
      </pc:sldChg>
      <pc:sldChg chg="addSp delSp modSp">
        <pc:chgData name="Glotzhober, Daisy" userId="48165905-6993-4e70-be7d-9d227d83c169" providerId="ADAL" clId="{717C960E-45D3-4B71-869D-BD2E37E92CB2}" dt="2021-01-31T23:01:57.846" v="6" actId="478"/>
        <pc:sldMkLst>
          <pc:docMk/>
          <pc:sldMk cId="2386012226" sldId="366"/>
        </pc:sldMkLst>
        <pc:spChg chg="add del mod">
          <ac:chgData name="Glotzhober, Daisy" userId="48165905-6993-4e70-be7d-9d227d83c169" providerId="ADAL" clId="{717C960E-45D3-4B71-869D-BD2E37E92CB2}" dt="2021-01-31T23:01:57.846" v="6" actId="478"/>
          <ac:spMkLst>
            <pc:docMk/>
            <pc:sldMk cId="2386012226" sldId="366"/>
            <ac:spMk id="3" creationId="{91D85529-73EA-4703-A931-46302792CEAF}"/>
          </ac:spMkLst>
        </pc:spChg>
      </pc:sldChg>
      <pc:sldChg chg="addSp delSp modSp">
        <pc:chgData name="Glotzhober, Daisy" userId="48165905-6993-4e70-be7d-9d227d83c169" providerId="ADAL" clId="{717C960E-45D3-4B71-869D-BD2E37E92CB2}" dt="2021-01-31T23:02:40.923" v="10" actId="478"/>
        <pc:sldMkLst>
          <pc:docMk/>
          <pc:sldMk cId="195496913" sldId="367"/>
        </pc:sldMkLst>
        <pc:spChg chg="add del mod">
          <ac:chgData name="Glotzhober, Daisy" userId="48165905-6993-4e70-be7d-9d227d83c169" providerId="ADAL" clId="{717C960E-45D3-4B71-869D-BD2E37E92CB2}" dt="2021-01-31T23:02:40.923" v="10" actId="478"/>
          <ac:spMkLst>
            <pc:docMk/>
            <pc:sldMk cId="195496913" sldId="367"/>
            <ac:spMk id="3" creationId="{9DF24286-1628-433E-AE6A-208ED490541D}"/>
          </ac:spMkLst>
        </pc:spChg>
      </pc:sldChg>
      <pc:sldChg chg="del">
        <pc:chgData name="Glotzhober, Daisy" userId="48165905-6993-4e70-be7d-9d227d83c169" providerId="ADAL" clId="{717C960E-45D3-4B71-869D-BD2E37E92CB2}" dt="2021-02-05T13:23:19.033" v="288" actId="2696"/>
        <pc:sldMkLst>
          <pc:docMk/>
          <pc:sldMk cId="4091731399" sldId="380"/>
        </pc:sldMkLst>
      </pc:sldChg>
      <pc:sldChg chg="addSp delSp modSp addCm delCm modCm">
        <pc:chgData name="Glotzhober, Daisy" userId="48165905-6993-4e70-be7d-9d227d83c169" providerId="ADAL" clId="{717C960E-45D3-4B71-869D-BD2E37E92CB2}" dt="2021-02-05T13:16:11.977" v="287" actId="207"/>
        <pc:sldMkLst>
          <pc:docMk/>
          <pc:sldMk cId="739923135" sldId="385"/>
        </pc:sldMkLst>
        <pc:spChg chg="add del mod">
          <ac:chgData name="Glotzhober, Daisy" userId="48165905-6993-4e70-be7d-9d227d83c169" providerId="ADAL" clId="{717C960E-45D3-4B71-869D-BD2E37E92CB2}" dt="2021-02-05T13:00:56.276" v="86" actId="478"/>
          <ac:spMkLst>
            <pc:docMk/>
            <pc:sldMk cId="739923135" sldId="385"/>
            <ac:spMk id="5" creationId="{91477E35-94F2-4C81-B16A-9425E0F69EBA}"/>
          </ac:spMkLst>
        </pc:spChg>
        <pc:spChg chg="del">
          <ac:chgData name="Glotzhober, Daisy" userId="48165905-6993-4e70-be7d-9d227d83c169" providerId="ADAL" clId="{717C960E-45D3-4B71-869D-BD2E37E92CB2}" dt="2021-02-03T14:24:42.739" v="64" actId="478"/>
          <ac:spMkLst>
            <pc:docMk/>
            <pc:sldMk cId="739923135" sldId="385"/>
            <ac:spMk id="8" creationId="{0FC2B23D-C247-4565-82B8-F6481924B69B}"/>
          </ac:spMkLst>
        </pc:spChg>
        <pc:spChg chg="add mod">
          <ac:chgData name="Glotzhober, Daisy" userId="48165905-6993-4e70-be7d-9d227d83c169" providerId="ADAL" clId="{717C960E-45D3-4B71-869D-BD2E37E92CB2}" dt="2021-02-05T13:16:11.977" v="287" actId="207"/>
          <ac:spMkLst>
            <pc:docMk/>
            <pc:sldMk cId="739923135" sldId="385"/>
            <ac:spMk id="9" creationId="{6AF0CBAD-D477-45C9-95B2-EB1801FA15D0}"/>
          </ac:spMkLst>
        </pc:spChg>
        <pc:spChg chg="del">
          <ac:chgData name="Glotzhober, Daisy" userId="48165905-6993-4e70-be7d-9d227d83c169" providerId="ADAL" clId="{717C960E-45D3-4B71-869D-BD2E37E92CB2}" dt="2021-02-03T14:24:57.487" v="65" actId="478"/>
          <ac:spMkLst>
            <pc:docMk/>
            <pc:sldMk cId="739923135" sldId="385"/>
            <ac:spMk id="9" creationId="{EF275607-40AF-4A2A-A6C2-364BC2AE23B6}"/>
          </ac:spMkLst>
        </pc:spChg>
        <pc:spChg chg="add mod">
          <ac:chgData name="Glotzhober, Daisy" userId="48165905-6993-4e70-be7d-9d227d83c169" providerId="ADAL" clId="{717C960E-45D3-4B71-869D-BD2E37E92CB2}" dt="2021-02-05T13:03:16.139" v="174" actId="1076"/>
          <ac:spMkLst>
            <pc:docMk/>
            <pc:sldMk cId="739923135" sldId="385"/>
            <ac:spMk id="10" creationId="{2AE11112-421D-4A1F-ADE4-8EC7C3D7F45F}"/>
          </ac:spMkLst>
        </pc:spChg>
        <pc:spChg chg="del">
          <ac:chgData name="Glotzhober, Daisy" userId="48165905-6993-4e70-be7d-9d227d83c169" providerId="ADAL" clId="{717C960E-45D3-4B71-869D-BD2E37E92CB2}" dt="2021-02-03T14:24:57.487" v="65" actId="478"/>
          <ac:spMkLst>
            <pc:docMk/>
            <pc:sldMk cId="739923135" sldId="385"/>
            <ac:spMk id="10" creationId="{60AB82F3-E77A-4D75-ACFC-23F51C9371AF}"/>
          </ac:spMkLst>
        </pc:spChg>
        <pc:spChg chg="del">
          <ac:chgData name="Glotzhober, Daisy" userId="48165905-6993-4e70-be7d-9d227d83c169" providerId="ADAL" clId="{717C960E-45D3-4B71-869D-BD2E37E92CB2}" dt="2021-02-03T14:24:42.739" v="64" actId="478"/>
          <ac:spMkLst>
            <pc:docMk/>
            <pc:sldMk cId="739923135" sldId="385"/>
            <ac:spMk id="11" creationId="{F2F25777-903B-4545-B1A9-454793A1D386}"/>
          </ac:spMkLst>
        </pc:spChg>
        <pc:spChg chg="del">
          <ac:chgData name="Glotzhober, Daisy" userId="48165905-6993-4e70-be7d-9d227d83c169" providerId="ADAL" clId="{717C960E-45D3-4B71-869D-BD2E37E92CB2}" dt="2021-02-03T14:24:42.739" v="64" actId="478"/>
          <ac:spMkLst>
            <pc:docMk/>
            <pc:sldMk cId="739923135" sldId="385"/>
            <ac:spMk id="12" creationId="{0B0C3925-3EF4-45AB-BD9C-B46AE11130E1}"/>
          </ac:spMkLst>
        </pc:spChg>
        <pc:spChg chg="del">
          <ac:chgData name="Glotzhober, Daisy" userId="48165905-6993-4e70-be7d-9d227d83c169" providerId="ADAL" clId="{717C960E-45D3-4B71-869D-BD2E37E92CB2}" dt="2021-02-03T14:24:57.487" v="65" actId="478"/>
          <ac:spMkLst>
            <pc:docMk/>
            <pc:sldMk cId="739923135" sldId="385"/>
            <ac:spMk id="13" creationId="{AD5552FA-0433-4631-A23F-4F414FFC27BF}"/>
          </ac:spMkLst>
        </pc:spChg>
        <pc:spChg chg="del">
          <ac:chgData name="Glotzhober, Daisy" userId="48165905-6993-4e70-be7d-9d227d83c169" providerId="ADAL" clId="{717C960E-45D3-4B71-869D-BD2E37E92CB2}" dt="2021-02-03T14:24:42.739" v="64" actId="478"/>
          <ac:spMkLst>
            <pc:docMk/>
            <pc:sldMk cId="739923135" sldId="385"/>
            <ac:spMk id="14" creationId="{08848CFC-F769-4B71-BCCD-01992C2F6969}"/>
          </ac:spMkLst>
        </pc:spChg>
        <pc:spChg chg="del">
          <ac:chgData name="Glotzhober, Daisy" userId="48165905-6993-4e70-be7d-9d227d83c169" providerId="ADAL" clId="{717C960E-45D3-4B71-869D-BD2E37E92CB2}" dt="2021-02-03T14:24:42.739" v="64" actId="478"/>
          <ac:spMkLst>
            <pc:docMk/>
            <pc:sldMk cId="739923135" sldId="385"/>
            <ac:spMk id="15" creationId="{AF0C629C-C7F2-42A9-B048-34F2FCCD8D39}"/>
          </ac:spMkLst>
        </pc:spChg>
        <pc:spChg chg="del">
          <ac:chgData name="Glotzhober, Daisy" userId="48165905-6993-4e70-be7d-9d227d83c169" providerId="ADAL" clId="{717C960E-45D3-4B71-869D-BD2E37E92CB2}" dt="2021-02-03T14:24:42.739" v="64" actId="478"/>
          <ac:spMkLst>
            <pc:docMk/>
            <pc:sldMk cId="739923135" sldId="385"/>
            <ac:spMk id="16" creationId="{422E889D-464F-40F0-B91A-C09FFC215C98}"/>
          </ac:spMkLst>
        </pc:spChg>
        <pc:spChg chg="del">
          <ac:chgData name="Glotzhober, Daisy" userId="48165905-6993-4e70-be7d-9d227d83c169" providerId="ADAL" clId="{717C960E-45D3-4B71-869D-BD2E37E92CB2}" dt="2021-02-03T14:24:42.739" v="64" actId="478"/>
          <ac:spMkLst>
            <pc:docMk/>
            <pc:sldMk cId="739923135" sldId="385"/>
            <ac:spMk id="17" creationId="{C5AA9BE6-D811-4044-8118-8C532029A490}"/>
          </ac:spMkLst>
        </pc:spChg>
        <pc:spChg chg="del">
          <ac:chgData name="Glotzhober, Daisy" userId="48165905-6993-4e70-be7d-9d227d83c169" providerId="ADAL" clId="{717C960E-45D3-4B71-869D-BD2E37E92CB2}" dt="2021-02-03T14:24:42.739" v="64" actId="478"/>
          <ac:spMkLst>
            <pc:docMk/>
            <pc:sldMk cId="739923135" sldId="385"/>
            <ac:spMk id="18" creationId="{8C62E529-AF24-4226-A20F-FB208DA2ED62}"/>
          </ac:spMkLst>
        </pc:spChg>
        <pc:spChg chg="del">
          <ac:chgData name="Glotzhober, Daisy" userId="48165905-6993-4e70-be7d-9d227d83c169" providerId="ADAL" clId="{717C960E-45D3-4B71-869D-BD2E37E92CB2}" dt="2021-02-03T14:24:42.739" v="64" actId="478"/>
          <ac:spMkLst>
            <pc:docMk/>
            <pc:sldMk cId="739923135" sldId="385"/>
            <ac:spMk id="19" creationId="{5F34DDA6-C9FE-43D2-86ED-D69243389A25}"/>
          </ac:spMkLst>
        </pc:spChg>
        <pc:spChg chg="del">
          <ac:chgData name="Glotzhober, Daisy" userId="48165905-6993-4e70-be7d-9d227d83c169" providerId="ADAL" clId="{717C960E-45D3-4B71-869D-BD2E37E92CB2}" dt="2021-02-03T14:24:42.739" v="64" actId="478"/>
          <ac:spMkLst>
            <pc:docMk/>
            <pc:sldMk cId="739923135" sldId="385"/>
            <ac:spMk id="23" creationId="{B536A399-434B-4EC0-B3A8-860F44D5D969}"/>
          </ac:spMkLst>
        </pc:spChg>
        <pc:spChg chg="del">
          <ac:chgData name="Glotzhober, Daisy" userId="48165905-6993-4e70-be7d-9d227d83c169" providerId="ADAL" clId="{717C960E-45D3-4B71-869D-BD2E37E92CB2}" dt="2021-02-03T14:24:42.739" v="64" actId="478"/>
          <ac:spMkLst>
            <pc:docMk/>
            <pc:sldMk cId="739923135" sldId="385"/>
            <ac:spMk id="26" creationId="{EBF51ACB-15D4-4484-991A-5C78F2CF9152}"/>
          </ac:spMkLst>
        </pc:spChg>
        <pc:spChg chg="del">
          <ac:chgData name="Glotzhober, Daisy" userId="48165905-6993-4e70-be7d-9d227d83c169" providerId="ADAL" clId="{717C960E-45D3-4B71-869D-BD2E37E92CB2}" dt="2021-02-03T14:24:42.739" v="64" actId="478"/>
          <ac:spMkLst>
            <pc:docMk/>
            <pc:sldMk cId="739923135" sldId="385"/>
            <ac:spMk id="27" creationId="{D102F939-BEBD-4B62-816A-EBE8159D17FA}"/>
          </ac:spMkLst>
        </pc:spChg>
        <pc:spChg chg="del">
          <ac:chgData name="Glotzhober, Daisy" userId="48165905-6993-4e70-be7d-9d227d83c169" providerId="ADAL" clId="{717C960E-45D3-4B71-869D-BD2E37E92CB2}" dt="2021-02-03T14:24:42.739" v="64" actId="478"/>
          <ac:spMkLst>
            <pc:docMk/>
            <pc:sldMk cId="739923135" sldId="385"/>
            <ac:spMk id="28" creationId="{70FB8925-233F-4C97-9AB0-17370EC1A909}"/>
          </ac:spMkLst>
        </pc:spChg>
        <pc:spChg chg="del">
          <ac:chgData name="Glotzhober, Daisy" userId="48165905-6993-4e70-be7d-9d227d83c169" providerId="ADAL" clId="{717C960E-45D3-4B71-869D-BD2E37E92CB2}" dt="2021-02-03T14:24:42.739" v="64" actId="478"/>
          <ac:spMkLst>
            <pc:docMk/>
            <pc:sldMk cId="739923135" sldId="385"/>
            <ac:spMk id="29" creationId="{15BAC48D-B997-465A-B174-82F8F6B8FC74}"/>
          </ac:spMkLst>
        </pc:spChg>
        <pc:spChg chg="mod">
          <ac:chgData name="Glotzhober, Daisy" userId="48165905-6993-4e70-be7d-9d227d83c169" providerId="ADAL" clId="{717C960E-45D3-4B71-869D-BD2E37E92CB2}" dt="2021-02-03T14:26:23.845" v="69" actId="20577"/>
          <ac:spMkLst>
            <pc:docMk/>
            <pc:sldMk cId="739923135" sldId="385"/>
            <ac:spMk id="34" creationId="{C560C772-E0A0-4F1E-92F1-CA076CC5FF28}"/>
          </ac:spMkLst>
        </pc:spChg>
        <pc:graphicFrameChg chg="del">
          <ac:chgData name="Glotzhober, Daisy" userId="48165905-6993-4e70-be7d-9d227d83c169" providerId="ADAL" clId="{717C960E-45D3-4B71-869D-BD2E37E92CB2}" dt="2021-02-03T14:24:42.739" v="64" actId="478"/>
          <ac:graphicFrameMkLst>
            <pc:docMk/>
            <pc:sldMk cId="739923135" sldId="385"/>
            <ac:graphicFrameMk id="22" creationId="{2E48BEFC-7213-4496-9C8A-43474F19FA29}"/>
          </ac:graphicFrameMkLst>
        </pc:graphicFrameChg>
        <pc:picChg chg="add mod">
          <ac:chgData name="Glotzhober, Daisy" userId="48165905-6993-4e70-be7d-9d227d83c169" providerId="ADAL" clId="{717C960E-45D3-4B71-869D-BD2E37E92CB2}" dt="2021-02-05T13:01:52.595" v="102" actId="1076"/>
          <ac:picMkLst>
            <pc:docMk/>
            <pc:sldMk cId="739923135" sldId="385"/>
            <ac:picMk id="2" creationId="{B2ECFF02-3B33-4807-84BA-0355415CE513}"/>
          </ac:picMkLst>
        </pc:picChg>
        <pc:picChg chg="add mod">
          <ac:chgData name="Glotzhober, Daisy" userId="48165905-6993-4e70-be7d-9d227d83c169" providerId="ADAL" clId="{717C960E-45D3-4B71-869D-BD2E37E92CB2}" dt="2021-02-05T13:01:46.666" v="99" actId="1076"/>
          <ac:picMkLst>
            <pc:docMk/>
            <pc:sldMk cId="739923135" sldId="385"/>
            <ac:picMk id="6" creationId="{FBEB21F1-0A4E-45AC-B26F-7225E8C06AB3}"/>
          </ac:picMkLst>
        </pc:picChg>
        <pc:cxnChg chg="add mod">
          <ac:chgData name="Glotzhober, Daisy" userId="48165905-6993-4e70-be7d-9d227d83c169" providerId="ADAL" clId="{717C960E-45D3-4B71-869D-BD2E37E92CB2}" dt="2021-02-05T13:01:58.765" v="103" actId="1076"/>
          <ac:cxnSpMkLst>
            <pc:docMk/>
            <pc:sldMk cId="739923135" sldId="385"/>
            <ac:cxnSpMk id="8" creationId="{86A1E369-C3E5-4444-8807-4374744E0045}"/>
          </ac:cxnSpMkLst>
        </pc:cxnChg>
        <pc:cxnChg chg="del">
          <ac:chgData name="Glotzhober, Daisy" userId="48165905-6993-4e70-be7d-9d227d83c169" providerId="ADAL" clId="{717C960E-45D3-4B71-869D-BD2E37E92CB2}" dt="2021-02-03T14:24:42.739" v="64" actId="478"/>
          <ac:cxnSpMkLst>
            <pc:docMk/>
            <pc:sldMk cId="739923135" sldId="385"/>
            <ac:cxnSpMk id="24" creationId="{861744BE-7A25-47B7-AAB9-FE909028B0A6}"/>
          </ac:cxnSpMkLst>
        </pc:cxnChg>
        <pc:cxnChg chg="del">
          <ac:chgData name="Glotzhober, Daisy" userId="48165905-6993-4e70-be7d-9d227d83c169" providerId="ADAL" clId="{717C960E-45D3-4B71-869D-BD2E37E92CB2}" dt="2021-02-03T14:24:42.739" v="64" actId="478"/>
          <ac:cxnSpMkLst>
            <pc:docMk/>
            <pc:sldMk cId="739923135" sldId="385"/>
            <ac:cxnSpMk id="25" creationId="{3D36A27E-80ED-4D56-AF54-E3682CD58883}"/>
          </ac:cxnSpMkLst>
        </pc:cxnChg>
      </pc:sldChg>
      <pc:sldChg chg="del">
        <pc:chgData name="Glotzhober, Daisy" userId="48165905-6993-4e70-be7d-9d227d83c169" providerId="ADAL" clId="{717C960E-45D3-4B71-869D-BD2E37E92CB2}" dt="2021-02-04T21:54:29.878" v="70" actId="2696"/>
        <pc:sldMkLst>
          <pc:docMk/>
          <pc:sldMk cId="398263417" sldId="391"/>
        </pc:sldMkLst>
      </pc:sldChg>
      <pc:sldChg chg="del">
        <pc:chgData name="Glotzhober, Daisy" userId="48165905-6993-4e70-be7d-9d227d83c169" providerId="ADAL" clId="{717C960E-45D3-4B71-869D-BD2E37E92CB2}" dt="2021-02-04T21:54:31.632" v="71" actId="2696"/>
        <pc:sldMkLst>
          <pc:docMk/>
          <pc:sldMk cId="3397856547" sldId="392"/>
        </pc:sldMkLst>
      </pc:sldChg>
      <pc:sldChg chg="addSp delSp modSp add modNotesTx">
        <pc:chgData name="Glotzhober, Daisy" userId="48165905-6993-4e70-be7d-9d227d83c169" providerId="ADAL" clId="{717C960E-45D3-4B71-869D-BD2E37E92CB2}" dt="2021-02-05T13:27:35.475" v="293" actId="20577"/>
        <pc:sldMkLst>
          <pc:docMk/>
          <pc:sldMk cId="2149405534" sldId="413"/>
        </pc:sldMkLst>
        <pc:spChg chg="add del mod">
          <ac:chgData name="Glotzhober, Daisy" userId="48165905-6993-4e70-be7d-9d227d83c169" providerId="ADAL" clId="{717C960E-45D3-4B71-869D-BD2E37E92CB2}" dt="2021-02-05T13:14:04.554" v="220" actId="478"/>
          <ac:spMkLst>
            <pc:docMk/>
            <pc:sldMk cId="2149405534" sldId="413"/>
            <ac:spMk id="5" creationId="{106F1D2C-7DB9-4B32-8D0E-483B5BB32B70}"/>
          </ac:spMkLst>
        </pc:spChg>
        <pc:spChg chg="add mod">
          <ac:chgData name="Glotzhober, Daisy" userId="48165905-6993-4e70-be7d-9d227d83c169" providerId="ADAL" clId="{717C960E-45D3-4B71-869D-BD2E37E92CB2}" dt="2021-02-05T13:15:24.365" v="274" actId="1076"/>
          <ac:spMkLst>
            <pc:docMk/>
            <pc:sldMk cId="2149405534" sldId="413"/>
            <ac:spMk id="8" creationId="{AFB6AC0D-4407-43CB-836D-714ABF3DF702}"/>
          </ac:spMkLst>
        </pc:spChg>
        <pc:spChg chg="del">
          <ac:chgData name="Glotzhober, Daisy" userId="48165905-6993-4e70-be7d-9d227d83c169" providerId="ADAL" clId="{717C960E-45D3-4B71-869D-BD2E37E92CB2}" dt="2021-02-05T13:14:08.570" v="221" actId="478"/>
          <ac:spMkLst>
            <pc:docMk/>
            <pc:sldMk cId="2149405534" sldId="413"/>
            <ac:spMk id="9" creationId="{91300BAF-6950-4A5F-9C7C-0DC706B6E771}"/>
          </ac:spMkLst>
        </pc:spChg>
        <pc:spChg chg="add mod">
          <ac:chgData name="Glotzhober, Daisy" userId="48165905-6993-4e70-be7d-9d227d83c169" providerId="ADAL" clId="{717C960E-45D3-4B71-869D-BD2E37E92CB2}" dt="2021-02-05T13:15:51.069" v="286" actId="1076"/>
          <ac:spMkLst>
            <pc:docMk/>
            <pc:sldMk cId="2149405534" sldId="413"/>
            <ac:spMk id="10" creationId="{C25BB12E-0989-411D-8846-6FA9B58B5D75}"/>
          </ac:spMkLst>
        </pc:spChg>
        <pc:spChg chg="del">
          <ac:chgData name="Glotzhober, Daisy" userId="48165905-6993-4e70-be7d-9d227d83c169" providerId="ADAL" clId="{717C960E-45D3-4B71-869D-BD2E37E92CB2}" dt="2021-02-05T13:14:02.462" v="219" actId="478"/>
          <ac:spMkLst>
            <pc:docMk/>
            <pc:sldMk cId="2149405534" sldId="413"/>
            <ac:spMk id="34" creationId="{C560C772-E0A0-4F1E-92F1-CA076CC5FF28}"/>
          </ac:spMkLst>
        </pc:spChg>
        <pc:spChg chg="del">
          <ac:chgData name="Glotzhober, Daisy" userId="48165905-6993-4e70-be7d-9d227d83c169" providerId="ADAL" clId="{717C960E-45D3-4B71-869D-BD2E37E92CB2}" dt="2021-02-05T13:14:08.570" v="221" actId="478"/>
          <ac:spMkLst>
            <pc:docMk/>
            <pc:sldMk cId="2149405534" sldId="413"/>
            <ac:spMk id="35" creationId="{D78A4532-4F35-4A82-9450-DB30BE776903}"/>
          </ac:spMkLst>
        </pc:spChg>
        <pc:spChg chg="del">
          <ac:chgData name="Glotzhober, Daisy" userId="48165905-6993-4e70-be7d-9d227d83c169" providerId="ADAL" clId="{717C960E-45D3-4B71-869D-BD2E37E92CB2}" dt="2021-02-05T13:14:08.570" v="221" actId="478"/>
          <ac:spMkLst>
            <pc:docMk/>
            <pc:sldMk cId="2149405534" sldId="413"/>
            <ac:spMk id="40" creationId="{3E5E7AF3-69B6-4CBC-8A54-BE931BEB492C}"/>
          </ac:spMkLst>
        </pc:spChg>
        <pc:spChg chg="del">
          <ac:chgData name="Glotzhober, Daisy" userId="48165905-6993-4e70-be7d-9d227d83c169" providerId="ADAL" clId="{717C960E-45D3-4B71-869D-BD2E37E92CB2}" dt="2021-02-05T13:14:08.570" v="221" actId="478"/>
          <ac:spMkLst>
            <pc:docMk/>
            <pc:sldMk cId="2149405534" sldId="413"/>
            <ac:spMk id="41" creationId="{BD9DC61E-B173-4EFE-BA4F-C5ED17EEF922}"/>
          </ac:spMkLst>
        </pc:spChg>
        <pc:spChg chg="del">
          <ac:chgData name="Glotzhober, Daisy" userId="48165905-6993-4e70-be7d-9d227d83c169" providerId="ADAL" clId="{717C960E-45D3-4B71-869D-BD2E37E92CB2}" dt="2021-02-05T13:14:08.570" v="221" actId="478"/>
          <ac:spMkLst>
            <pc:docMk/>
            <pc:sldMk cId="2149405534" sldId="413"/>
            <ac:spMk id="42" creationId="{422C0819-D992-48B2-BA4C-96E22AF4C6ED}"/>
          </ac:spMkLst>
        </pc:spChg>
        <pc:spChg chg="del">
          <ac:chgData name="Glotzhober, Daisy" userId="48165905-6993-4e70-be7d-9d227d83c169" providerId="ADAL" clId="{717C960E-45D3-4B71-869D-BD2E37E92CB2}" dt="2021-02-05T13:14:08.570" v="221" actId="478"/>
          <ac:spMkLst>
            <pc:docMk/>
            <pc:sldMk cId="2149405534" sldId="413"/>
            <ac:spMk id="43" creationId="{736663C2-5216-4A5E-901B-7AE76A4B37BC}"/>
          </ac:spMkLst>
        </pc:spChg>
        <pc:spChg chg="del">
          <ac:chgData name="Glotzhober, Daisy" userId="48165905-6993-4e70-be7d-9d227d83c169" providerId="ADAL" clId="{717C960E-45D3-4B71-869D-BD2E37E92CB2}" dt="2021-02-05T13:14:08.570" v="221" actId="478"/>
          <ac:spMkLst>
            <pc:docMk/>
            <pc:sldMk cId="2149405534" sldId="413"/>
            <ac:spMk id="44" creationId="{34671076-8AC7-4CBC-B045-C8BD0F68A5FC}"/>
          </ac:spMkLst>
        </pc:spChg>
        <pc:spChg chg="del">
          <ac:chgData name="Glotzhober, Daisy" userId="48165905-6993-4e70-be7d-9d227d83c169" providerId="ADAL" clId="{717C960E-45D3-4B71-869D-BD2E37E92CB2}" dt="2021-02-05T13:14:08.570" v="221" actId="478"/>
          <ac:spMkLst>
            <pc:docMk/>
            <pc:sldMk cId="2149405534" sldId="413"/>
            <ac:spMk id="45" creationId="{7CFE50FD-60E0-40F4-8C03-BDF64A331191}"/>
          </ac:spMkLst>
        </pc:spChg>
        <pc:spChg chg="del">
          <ac:chgData name="Glotzhober, Daisy" userId="48165905-6993-4e70-be7d-9d227d83c169" providerId="ADAL" clId="{717C960E-45D3-4B71-869D-BD2E37E92CB2}" dt="2021-02-05T13:14:08.570" v="221" actId="478"/>
          <ac:spMkLst>
            <pc:docMk/>
            <pc:sldMk cId="2149405534" sldId="413"/>
            <ac:spMk id="46" creationId="{558FB41E-37EA-47D0-9169-872232AAF397}"/>
          </ac:spMkLst>
        </pc:spChg>
        <pc:picChg chg="add del mod">
          <ac:chgData name="Glotzhober, Daisy" userId="48165905-6993-4e70-be7d-9d227d83c169" providerId="ADAL" clId="{717C960E-45D3-4B71-869D-BD2E37E92CB2}" dt="2021-02-05T13:14:39.440" v="226" actId="478"/>
          <ac:picMkLst>
            <pc:docMk/>
            <pc:sldMk cId="2149405534" sldId="413"/>
            <ac:picMk id="6" creationId="{A1551294-62DF-45B3-B48B-46EB7B0112FA}"/>
          </ac:picMkLst>
        </pc:picChg>
        <pc:picChg chg="add del mod">
          <ac:chgData name="Glotzhober, Daisy" userId="48165905-6993-4e70-be7d-9d227d83c169" providerId="ADAL" clId="{717C960E-45D3-4B71-869D-BD2E37E92CB2}" dt="2021-02-05T13:27:24.776" v="289" actId="478"/>
          <ac:picMkLst>
            <pc:docMk/>
            <pc:sldMk cId="2149405534" sldId="413"/>
            <ac:picMk id="7" creationId="{7ACCE171-6C02-42F8-8F02-73928EA0F231}"/>
          </ac:picMkLst>
        </pc:picChg>
        <pc:picChg chg="del">
          <ac:chgData name="Glotzhober, Daisy" userId="48165905-6993-4e70-be7d-9d227d83c169" providerId="ADAL" clId="{717C960E-45D3-4B71-869D-BD2E37E92CB2}" dt="2021-02-05T13:14:08.570" v="221" actId="478"/>
          <ac:picMkLst>
            <pc:docMk/>
            <pc:sldMk cId="2149405534" sldId="413"/>
            <ac:picMk id="32" creationId="{556AAA69-AAD8-4B23-A3CD-E9B71C073362}"/>
          </ac:picMkLst>
        </pc:picChg>
        <pc:picChg chg="del">
          <ac:chgData name="Glotzhober, Daisy" userId="48165905-6993-4e70-be7d-9d227d83c169" providerId="ADAL" clId="{717C960E-45D3-4B71-869D-BD2E37E92CB2}" dt="2021-02-05T13:14:08.570" v="221" actId="478"/>
          <ac:picMkLst>
            <pc:docMk/>
            <pc:sldMk cId="2149405534" sldId="413"/>
            <ac:picMk id="33" creationId="{D5AAA7FE-FA47-4141-B6B5-6459B346C800}"/>
          </ac:picMkLst>
        </pc:picChg>
        <pc:picChg chg="del">
          <ac:chgData name="Glotzhober, Daisy" userId="48165905-6993-4e70-be7d-9d227d83c169" providerId="ADAL" clId="{717C960E-45D3-4B71-869D-BD2E37E92CB2}" dt="2021-02-05T13:14:08.570" v="221" actId="478"/>
          <ac:picMkLst>
            <pc:docMk/>
            <pc:sldMk cId="2149405534" sldId="413"/>
            <ac:picMk id="38" creationId="{E63A5D14-03B2-4CA1-8B11-7B1108A0DCEC}"/>
          </ac:picMkLst>
        </pc:picChg>
        <pc:picChg chg="del">
          <ac:chgData name="Glotzhober, Daisy" userId="48165905-6993-4e70-be7d-9d227d83c169" providerId="ADAL" clId="{717C960E-45D3-4B71-869D-BD2E37E92CB2}" dt="2021-02-05T13:14:08.570" v="221" actId="478"/>
          <ac:picMkLst>
            <pc:docMk/>
            <pc:sldMk cId="2149405534" sldId="413"/>
            <ac:picMk id="39" creationId="{BE0B9AC2-EB88-4F2E-BCFD-8C3AF89FA158}"/>
          </ac:picMkLst>
        </pc:picChg>
        <pc:picChg chg="add mod">
          <ac:chgData name="Glotzhober, Daisy" userId="48165905-6993-4e70-be7d-9d227d83c169" providerId="ADAL" clId="{717C960E-45D3-4B71-869D-BD2E37E92CB2}" dt="2021-02-05T13:27:32.744" v="292" actId="1076"/>
          <ac:picMkLst>
            <pc:docMk/>
            <pc:sldMk cId="2149405534" sldId="413"/>
            <ac:picMk id="4098" creationId="{525D1352-5596-4A27-A62E-13E4D0270EEF}"/>
          </ac:picMkLst>
        </pc:picChg>
        <pc:cxnChg chg="del">
          <ac:chgData name="Glotzhober, Daisy" userId="48165905-6993-4e70-be7d-9d227d83c169" providerId="ADAL" clId="{717C960E-45D3-4B71-869D-BD2E37E92CB2}" dt="2021-02-05T13:14:08.570" v="221" actId="478"/>
          <ac:cxnSpMkLst>
            <pc:docMk/>
            <pc:sldMk cId="2149405534" sldId="413"/>
            <ac:cxnSpMk id="36" creationId="{6888DC91-8955-4685-9760-83E7317CDF25}"/>
          </ac:cxnSpMkLst>
        </pc:cxnChg>
        <pc:cxnChg chg="del">
          <ac:chgData name="Glotzhober, Daisy" userId="48165905-6993-4e70-be7d-9d227d83c169" providerId="ADAL" clId="{717C960E-45D3-4B71-869D-BD2E37E92CB2}" dt="2021-02-05T13:14:08.570" v="221" actId="478"/>
          <ac:cxnSpMkLst>
            <pc:docMk/>
            <pc:sldMk cId="2149405534" sldId="413"/>
            <ac:cxnSpMk id="37" creationId="{2823A766-90BA-4422-A6A8-3CD1D59FEE2D}"/>
          </ac:cxnSpMkLst>
        </pc:cxnChg>
      </pc:sldChg>
      <pc:sldChg chg="add del">
        <pc:chgData name="Glotzhober, Daisy" userId="48165905-6993-4e70-be7d-9d227d83c169" providerId="ADAL" clId="{717C960E-45D3-4B71-869D-BD2E37E92CB2}" dt="2021-02-05T13:10:11.473" v="215" actId="2696"/>
        <pc:sldMkLst>
          <pc:docMk/>
          <pc:sldMk cId="3139164096" sldId="413"/>
        </pc:sldMkLst>
      </pc:sldChg>
      <pc:sldChg chg="delSp add del">
        <pc:chgData name="Glotzhober, Daisy" userId="48165905-6993-4e70-be7d-9d227d83c169" providerId="ADAL" clId="{717C960E-45D3-4B71-869D-BD2E37E92CB2}" dt="2021-02-05T13:27:51.123" v="296" actId="2696"/>
        <pc:sldMkLst>
          <pc:docMk/>
          <pc:sldMk cId="178725545" sldId="414"/>
        </pc:sldMkLst>
        <pc:spChg chg="del">
          <ac:chgData name="Glotzhober, Daisy" userId="48165905-6993-4e70-be7d-9d227d83c169" providerId="ADAL" clId="{717C960E-45D3-4B71-869D-BD2E37E92CB2}" dt="2021-02-05T13:27:48.520" v="295" actId="478"/>
          <ac:spMkLst>
            <pc:docMk/>
            <pc:sldMk cId="178725545" sldId="414"/>
            <ac:spMk id="4" creationId="{5CD2FF98-DD74-4953-BD89-55106159C3B1}"/>
          </ac:spMkLst>
        </pc:spChg>
      </pc:sldChg>
      <pc:sldChg chg="add del">
        <pc:chgData name="Glotzhober, Daisy" userId="48165905-6993-4e70-be7d-9d227d83c169" providerId="ADAL" clId="{717C960E-45D3-4B71-869D-BD2E37E92CB2}" dt="2021-02-05T13:13:56.541" v="218"/>
        <pc:sldMkLst>
          <pc:docMk/>
          <pc:sldMk cId="632396236" sldId="41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2EE10F-201A-43E4-B148-B3FBB5531E54}" type="doc">
      <dgm:prSet loTypeId="urn:microsoft.com/office/officeart/2005/8/layout/hList3" loCatId="list" qsTypeId="urn:microsoft.com/office/officeart/2005/8/quickstyle/simple1" qsCatId="simple" csTypeId="urn:microsoft.com/office/officeart/2005/8/colors/accent0_1" csCatId="mainScheme" phldr="1"/>
      <dgm:spPr/>
      <dgm:t>
        <a:bodyPr/>
        <a:lstStyle/>
        <a:p>
          <a:endParaRPr lang="en-US"/>
        </a:p>
      </dgm:t>
    </dgm:pt>
    <dgm:pt modelId="{A93332FE-BB6A-464D-ABE0-DC0547F77F98}">
      <dgm:prSet phldrT="[Text]" custT="1"/>
      <dgm:spPr/>
      <dgm:t>
        <a:bodyPr/>
        <a:lstStyle/>
        <a:p>
          <a:r>
            <a:rPr lang="en-US" sz="1600" b="1">
              <a:latin typeface="Arial" panose="020B0604020202020204" pitchFamily="34" charset="0"/>
              <a:cs typeface="Arial" panose="020B0604020202020204" pitchFamily="34" charset="0"/>
            </a:rPr>
            <a:t>Common Feature Extraction Methods</a:t>
          </a:r>
        </a:p>
      </dgm:t>
    </dgm:pt>
    <dgm:pt modelId="{BF024D7B-98A4-4243-9CFC-2E39EA99EFFF}" type="parTrans" cxnId="{238F454C-9C80-414B-8731-D26A5A3F42EC}">
      <dgm:prSet/>
      <dgm:spPr/>
      <dgm:t>
        <a:bodyPr/>
        <a:lstStyle/>
        <a:p>
          <a:endParaRPr lang="en-US">
            <a:latin typeface="Arial" panose="020B0604020202020204" pitchFamily="34" charset="0"/>
            <a:cs typeface="Arial" panose="020B0604020202020204" pitchFamily="34" charset="0"/>
          </a:endParaRPr>
        </a:p>
      </dgm:t>
    </dgm:pt>
    <dgm:pt modelId="{F4A1702B-01F5-43EB-9B0F-1A9E4D453405}" type="sibTrans" cxnId="{238F454C-9C80-414B-8731-D26A5A3F42EC}">
      <dgm:prSet/>
      <dgm:spPr/>
      <dgm:t>
        <a:bodyPr/>
        <a:lstStyle/>
        <a:p>
          <a:endParaRPr lang="en-US">
            <a:latin typeface="Arial" panose="020B0604020202020204" pitchFamily="34" charset="0"/>
            <a:cs typeface="Arial" panose="020B0604020202020204" pitchFamily="34" charset="0"/>
          </a:endParaRPr>
        </a:p>
      </dgm:t>
    </dgm:pt>
    <dgm:pt modelId="{FB29CFC4-6F98-42DD-A509-9E72E5E60C5D}">
      <dgm:prSet phldrT="[Text]" custT="1"/>
      <dgm:spPr/>
      <dgm:t>
        <a:bodyPr anchor="t" anchorCtr="0"/>
        <a:lstStyle/>
        <a:p>
          <a:pPr algn="l"/>
          <a:r>
            <a:rPr lang="en-US" sz="1400" b="1">
              <a:latin typeface="Arial" panose="020B0604020202020204" pitchFamily="34" charset="0"/>
              <a:cs typeface="Arial" panose="020B0604020202020204" pitchFamily="34" charset="0"/>
            </a:rPr>
            <a:t>Principal Component Analysis (PCA):</a:t>
          </a:r>
        </a:p>
        <a:p>
          <a:pPr algn="l"/>
          <a:r>
            <a:rPr lang="en-US" sz="1200" b="0">
              <a:latin typeface="Arial" panose="020B0604020202020204" pitchFamily="34" charset="0"/>
              <a:cs typeface="Arial" panose="020B0604020202020204" pitchFamily="34" charset="0"/>
            </a:rPr>
            <a:t>The primary linear technique for feature extraction, PCA rotates the dataset in such a way that the features are statistically uncorrelated. The rotation is followed by selecting only a subset of the new features, according to how important they are for the data. </a:t>
          </a:r>
          <a:endParaRPr lang="en-US" sz="1100" b="0">
            <a:latin typeface="Arial" panose="020B0604020202020204" pitchFamily="34" charset="0"/>
            <a:cs typeface="Arial" panose="020B0604020202020204" pitchFamily="34" charset="0"/>
          </a:endParaRPr>
        </a:p>
      </dgm:t>
    </dgm:pt>
    <dgm:pt modelId="{E8F8A9F9-38D1-48F9-943F-C990C1E90D05}" type="parTrans" cxnId="{608F4539-8B84-4FAA-AFC6-75CEDB707FC9}">
      <dgm:prSet/>
      <dgm:spPr/>
      <dgm:t>
        <a:bodyPr/>
        <a:lstStyle/>
        <a:p>
          <a:endParaRPr lang="en-US">
            <a:latin typeface="Arial" panose="020B0604020202020204" pitchFamily="34" charset="0"/>
            <a:cs typeface="Arial" panose="020B0604020202020204" pitchFamily="34" charset="0"/>
          </a:endParaRPr>
        </a:p>
      </dgm:t>
    </dgm:pt>
    <dgm:pt modelId="{2774B826-AC06-47AA-B070-43027C58FA49}" type="sibTrans" cxnId="{608F4539-8B84-4FAA-AFC6-75CEDB707FC9}">
      <dgm:prSet/>
      <dgm:spPr/>
      <dgm:t>
        <a:bodyPr/>
        <a:lstStyle/>
        <a:p>
          <a:endParaRPr lang="en-US">
            <a:latin typeface="Arial" panose="020B0604020202020204" pitchFamily="34" charset="0"/>
            <a:cs typeface="Arial" panose="020B0604020202020204" pitchFamily="34" charset="0"/>
          </a:endParaRPr>
        </a:p>
      </dgm:t>
    </dgm:pt>
    <dgm:pt modelId="{4E8BEAD1-4176-4620-BD47-CEF323533BBC}">
      <dgm:prSet phldrT="[Text]" custT="1"/>
      <dgm:spPr/>
      <dgm:t>
        <a:bodyPr anchor="t" anchorCtr="0"/>
        <a:lstStyle/>
        <a:p>
          <a:pPr algn="l"/>
          <a:r>
            <a:rPr lang="en-US" sz="1400" b="1">
              <a:latin typeface="Arial" panose="020B0604020202020204" pitchFamily="34" charset="0"/>
              <a:cs typeface="Arial" panose="020B0604020202020204" pitchFamily="34" charset="0"/>
            </a:rPr>
            <a:t>Non-Negative Matrix Factorization (NMF):</a:t>
          </a:r>
        </a:p>
        <a:p>
          <a:pPr algn="l"/>
          <a:r>
            <a:rPr lang="en-US" sz="1200" b="0">
              <a:latin typeface="Arial" panose="020B0604020202020204" pitchFamily="34" charset="0"/>
              <a:cs typeface="Arial" panose="020B0604020202020204" pitchFamily="34" charset="0"/>
            </a:rPr>
            <a:t>A nonlinear technique, NMF works similarly to PCA, however it requires features to be non-negative since the focus is on having components and coefficients greater than or equal to 0. This is particularly helpful for data combined from independent sources, such as audio tracks of multiple people speaking</a:t>
          </a:r>
        </a:p>
        <a:p>
          <a:pPr algn="l"/>
          <a:endParaRPr lang="en-US" sz="1400" b="0">
            <a:latin typeface="Arial" panose="020B0604020202020204" pitchFamily="34" charset="0"/>
            <a:cs typeface="Arial" panose="020B0604020202020204" pitchFamily="34" charset="0"/>
          </a:endParaRPr>
        </a:p>
      </dgm:t>
    </dgm:pt>
    <dgm:pt modelId="{B0507663-55D1-43C0-A0C5-3615C1D78E96}" type="parTrans" cxnId="{59668226-1DF6-46D2-941D-500D2FD9FBC0}">
      <dgm:prSet/>
      <dgm:spPr/>
      <dgm:t>
        <a:bodyPr/>
        <a:lstStyle/>
        <a:p>
          <a:endParaRPr lang="en-US">
            <a:latin typeface="Arial" panose="020B0604020202020204" pitchFamily="34" charset="0"/>
            <a:cs typeface="Arial" panose="020B0604020202020204" pitchFamily="34" charset="0"/>
          </a:endParaRPr>
        </a:p>
      </dgm:t>
    </dgm:pt>
    <dgm:pt modelId="{ADF88C1C-9619-4389-9A12-E6256C117C04}" type="sibTrans" cxnId="{59668226-1DF6-46D2-941D-500D2FD9FBC0}">
      <dgm:prSet/>
      <dgm:spPr/>
      <dgm:t>
        <a:bodyPr/>
        <a:lstStyle/>
        <a:p>
          <a:endParaRPr lang="en-US">
            <a:latin typeface="Arial" panose="020B0604020202020204" pitchFamily="34" charset="0"/>
            <a:cs typeface="Arial" panose="020B0604020202020204" pitchFamily="34" charset="0"/>
          </a:endParaRPr>
        </a:p>
      </dgm:t>
    </dgm:pt>
    <dgm:pt modelId="{B2E9601A-5D6B-4C64-A472-5E306172BFB6}">
      <dgm:prSet phldrT="[Text]" custT="1"/>
      <dgm:spPr/>
      <dgm:t>
        <a:bodyPr anchor="t" anchorCtr="0"/>
        <a:lstStyle/>
        <a:p>
          <a:pPr algn="l"/>
          <a:r>
            <a:rPr lang="en-US" sz="1400" b="1">
              <a:latin typeface="Arial" panose="020B0604020202020204" pitchFamily="34" charset="0"/>
              <a:cs typeface="Arial" panose="020B0604020202020204" pitchFamily="34" charset="0"/>
            </a:rPr>
            <a:t>Linear Discriminant Analysis (LDA):</a:t>
          </a:r>
        </a:p>
        <a:p>
          <a:pPr algn="l"/>
          <a:r>
            <a:rPr lang="en-US" sz="1200" b="0">
              <a:latin typeface="Arial" panose="020B0604020202020204" pitchFamily="34" charset="0"/>
              <a:cs typeface="Arial" panose="020B0604020202020204" pitchFamily="34" charset="0"/>
            </a:rPr>
            <a:t>A linear technique for classification, LDA attempts to express a categorical dependent variable (i.e. your target) with N number of continuous independent variables. Like PCA, LDA also searches for linear combinations of variables that best explain the data. The difference being LDA attempts to model the differences between classes. ‘</a:t>
          </a:r>
        </a:p>
      </dgm:t>
    </dgm:pt>
    <dgm:pt modelId="{E3D3AAC0-44AD-43B8-808A-9CF30077A141}" type="parTrans" cxnId="{F0D6E4B1-9373-48E5-8CDA-83BBDD6B610B}">
      <dgm:prSet/>
      <dgm:spPr/>
      <dgm:t>
        <a:bodyPr/>
        <a:lstStyle/>
        <a:p>
          <a:endParaRPr lang="en-US">
            <a:latin typeface="Arial" panose="020B0604020202020204" pitchFamily="34" charset="0"/>
            <a:cs typeface="Arial" panose="020B0604020202020204" pitchFamily="34" charset="0"/>
          </a:endParaRPr>
        </a:p>
      </dgm:t>
    </dgm:pt>
    <dgm:pt modelId="{8614CC0B-A50B-4FA4-B9FE-096B6DEA432E}" type="sibTrans" cxnId="{F0D6E4B1-9373-48E5-8CDA-83BBDD6B610B}">
      <dgm:prSet/>
      <dgm:spPr/>
      <dgm:t>
        <a:bodyPr/>
        <a:lstStyle/>
        <a:p>
          <a:endParaRPr lang="en-US">
            <a:latin typeface="Arial" panose="020B0604020202020204" pitchFamily="34" charset="0"/>
            <a:cs typeface="Arial" panose="020B0604020202020204" pitchFamily="34" charset="0"/>
          </a:endParaRPr>
        </a:p>
      </dgm:t>
    </dgm:pt>
    <dgm:pt modelId="{ECDC8363-D6B5-49A8-B092-B2ED6B79F610}">
      <dgm:prSet phldrT="[Text]" custT="1"/>
      <dgm:spPr/>
      <dgm:t>
        <a:bodyPr anchor="t" anchorCtr="0"/>
        <a:lstStyle/>
        <a:p>
          <a:pPr algn="l"/>
          <a:endParaRPr lang="en-US" sz="1400" b="1">
            <a:latin typeface="Arial" panose="020B0604020202020204" pitchFamily="34" charset="0"/>
            <a:cs typeface="Arial" panose="020B0604020202020204" pitchFamily="34" charset="0"/>
          </a:endParaRPr>
        </a:p>
      </dgm:t>
    </dgm:pt>
    <dgm:pt modelId="{DF1CA82F-749E-4E12-AC2D-0A423C2AF1B3}" type="parTrans" cxnId="{80D1AE0D-51A1-4DF8-BF2B-9CA7AE01155E}">
      <dgm:prSet/>
      <dgm:spPr/>
      <dgm:t>
        <a:bodyPr/>
        <a:lstStyle/>
        <a:p>
          <a:endParaRPr lang="en-US"/>
        </a:p>
      </dgm:t>
    </dgm:pt>
    <dgm:pt modelId="{87F54F6C-53E6-44E9-B8DC-3E2887DD6EB8}" type="sibTrans" cxnId="{80D1AE0D-51A1-4DF8-BF2B-9CA7AE01155E}">
      <dgm:prSet/>
      <dgm:spPr/>
      <dgm:t>
        <a:bodyPr/>
        <a:lstStyle/>
        <a:p>
          <a:endParaRPr lang="en-US"/>
        </a:p>
      </dgm:t>
    </dgm:pt>
    <dgm:pt modelId="{4517DB83-48AF-45B8-AF79-DA2803D8E54B}" type="pres">
      <dgm:prSet presAssocID="{822EE10F-201A-43E4-B148-B3FBB5531E54}" presName="composite" presStyleCnt="0">
        <dgm:presLayoutVars>
          <dgm:chMax val="1"/>
          <dgm:dir/>
          <dgm:resizeHandles val="exact"/>
        </dgm:presLayoutVars>
      </dgm:prSet>
      <dgm:spPr/>
    </dgm:pt>
    <dgm:pt modelId="{5C94F4D6-0CCB-49B2-A8F5-7A6B3A526438}" type="pres">
      <dgm:prSet presAssocID="{A93332FE-BB6A-464D-ABE0-DC0547F77F98}" presName="roof" presStyleLbl="dkBgShp" presStyleIdx="0" presStyleCnt="2" custScaleY="42437" custLinFactNeighborY="13175"/>
      <dgm:spPr/>
    </dgm:pt>
    <dgm:pt modelId="{B59C1695-0D74-4089-9384-887784252434}" type="pres">
      <dgm:prSet presAssocID="{A93332FE-BB6A-464D-ABE0-DC0547F77F98}" presName="pillars" presStyleCnt="0"/>
      <dgm:spPr/>
    </dgm:pt>
    <dgm:pt modelId="{C3E659B7-B46B-4D11-AE8C-C651178ECC1F}" type="pres">
      <dgm:prSet presAssocID="{A93332FE-BB6A-464D-ABE0-DC0547F77F98}" presName="pillar1" presStyleLbl="node1" presStyleIdx="0" presStyleCnt="3" custLinFactNeighborY="-562">
        <dgm:presLayoutVars>
          <dgm:bulletEnabled val="1"/>
        </dgm:presLayoutVars>
      </dgm:prSet>
      <dgm:spPr/>
    </dgm:pt>
    <dgm:pt modelId="{BF57E56D-4A63-4256-9E0C-4535E3351269}" type="pres">
      <dgm:prSet presAssocID="{4E8BEAD1-4176-4620-BD47-CEF323533BBC}" presName="pillarX" presStyleLbl="node1" presStyleIdx="1" presStyleCnt="3" custLinFactNeighborY="-562">
        <dgm:presLayoutVars>
          <dgm:bulletEnabled val="1"/>
        </dgm:presLayoutVars>
      </dgm:prSet>
      <dgm:spPr/>
    </dgm:pt>
    <dgm:pt modelId="{1AD8FE7E-724C-4574-855F-3F03185CAE82}" type="pres">
      <dgm:prSet presAssocID="{B2E9601A-5D6B-4C64-A472-5E306172BFB6}" presName="pillarX" presStyleLbl="node1" presStyleIdx="2" presStyleCnt="3" custLinFactNeighborY="-562">
        <dgm:presLayoutVars>
          <dgm:bulletEnabled val="1"/>
        </dgm:presLayoutVars>
      </dgm:prSet>
      <dgm:spPr/>
    </dgm:pt>
    <dgm:pt modelId="{42BE6AC4-CBFB-4263-83A6-364D9417B628}" type="pres">
      <dgm:prSet presAssocID="{A93332FE-BB6A-464D-ABE0-DC0547F77F98}" presName="base" presStyleLbl="dkBgShp" presStyleIdx="1" presStyleCnt="2" custLinFactY="49261" custLinFactNeighborY="100000"/>
      <dgm:spPr/>
    </dgm:pt>
  </dgm:ptLst>
  <dgm:cxnLst>
    <dgm:cxn modelId="{80D1AE0D-51A1-4DF8-BF2B-9CA7AE01155E}" srcId="{822EE10F-201A-43E4-B148-B3FBB5531E54}" destId="{ECDC8363-D6B5-49A8-B092-B2ED6B79F610}" srcOrd="1" destOrd="0" parTransId="{DF1CA82F-749E-4E12-AC2D-0A423C2AF1B3}" sibTransId="{87F54F6C-53E6-44E9-B8DC-3E2887DD6EB8}"/>
    <dgm:cxn modelId="{B738F915-D59B-4BB5-B756-2291C353EEE5}" type="presOf" srcId="{4E8BEAD1-4176-4620-BD47-CEF323533BBC}" destId="{BF57E56D-4A63-4256-9E0C-4535E3351269}" srcOrd="0" destOrd="0" presId="urn:microsoft.com/office/officeart/2005/8/layout/hList3"/>
    <dgm:cxn modelId="{59668226-1DF6-46D2-941D-500D2FD9FBC0}" srcId="{A93332FE-BB6A-464D-ABE0-DC0547F77F98}" destId="{4E8BEAD1-4176-4620-BD47-CEF323533BBC}" srcOrd="1" destOrd="0" parTransId="{B0507663-55D1-43C0-A0C5-3615C1D78E96}" sibTransId="{ADF88C1C-9619-4389-9A12-E6256C117C04}"/>
    <dgm:cxn modelId="{608F4539-8B84-4FAA-AFC6-75CEDB707FC9}" srcId="{A93332FE-BB6A-464D-ABE0-DC0547F77F98}" destId="{FB29CFC4-6F98-42DD-A509-9E72E5E60C5D}" srcOrd="0" destOrd="0" parTransId="{E8F8A9F9-38D1-48F9-943F-C990C1E90D05}" sibTransId="{2774B826-AC06-47AA-B070-43027C58FA49}"/>
    <dgm:cxn modelId="{B79BFD5F-4221-43E1-9360-422E4CED232D}" type="presOf" srcId="{A93332FE-BB6A-464D-ABE0-DC0547F77F98}" destId="{5C94F4D6-0CCB-49B2-A8F5-7A6B3A526438}" srcOrd="0" destOrd="0" presId="urn:microsoft.com/office/officeart/2005/8/layout/hList3"/>
    <dgm:cxn modelId="{F3571C67-151B-4467-B389-6192A4F10517}" type="presOf" srcId="{B2E9601A-5D6B-4C64-A472-5E306172BFB6}" destId="{1AD8FE7E-724C-4574-855F-3F03185CAE82}" srcOrd="0" destOrd="0" presId="urn:microsoft.com/office/officeart/2005/8/layout/hList3"/>
    <dgm:cxn modelId="{238F454C-9C80-414B-8731-D26A5A3F42EC}" srcId="{822EE10F-201A-43E4-B148-B3FBB5531E54}" destId="{A93332FE-BB6A-464D-ABE0-DC0547F77F98}" srcOrd="0" destOrd="0" parTransId="{BF024D7B-98A4-4243-9CFC-2E39EA99EFFF}" sibTransId="{F4A1702B-01F5-43EB-9B0F-1A9E4D453405}"/>
    <dgm:cxn modelId="{0057438B-B9DC-483D-8C69-8880F0E422BA}" type="presOf" srcId="{FB29CFC4-6F98-42DD-A509-9E72E5E60C5D}" destId="{C3E659B7-B46B-4D11-AE8C-C651178ECC1F}" srcOrd="0" destOrd="0" presId="urn:microsoft.com/office/officeart/2005/8/layout/hList3"/>
    <dgm:cxn modelId="{F0D6E4B1-9373-48E5-8CDA-83BBDD6B610B}" srcId="{A93332FE-BB6A-464D-ABE0-DC0547F77F98}" destId="{B2E9601A-5D6B-4C64-A472-5E306172BFB6}" srcOrd="2" destOrd="0" parTransId="{E3D3AAC0-44AD-43B8-808A-9CF30077A141}" sibTransId="{8614CC0B-A50B-4FA4-B9FE-096B6DEA432E}"/>
    <dgm:cxn modelId="{68788CEA-4E45-42C9-8FC0-C7902D6E9774}" type="presOf" srcId="{822EE10F-201A-43E4-B148-B3FBB5531E54}" destId="{4517DB83-48AF-45B8-AF79-DA2803D8E54B}" srcOrd="0" destOrd="0" presId="urn:microsoft.com/office/officeart/2005/8/layout/hList3"/>
    <dgm:cxn modelId="{C7CD5DB2-B894-4345-9768-B561CA3DFA54}" type="presParOf" srcId="{4517DB83-48AF-45B8-AF79-DA2803D8E54B}" destId="{5C94F4D6-0CCB-49B2-A8F5-7A6B3A526438}" srcOrd="0" destOrd="0" presId="urn:microsoft.com/office/officeart/2005/8/layout/hList3"/>
    <dgm:cxn modelId="{5D9D612B-4129-427D-BFE8-BC359108743E}" type="presParOf" srcId="{4517DB83-48AF-45B8-AF79-DA2803D8E54B}" destId="{B59C1695-0D74-4089-9384-887784252434}" srcOrd="1" destOrd="0" presId="urn:microsoft.com/office/officeart/2005/8/layout/hList3"/>
    <dgm:cxn modelId="{1C197620-A895-42CD-B31D-217A51FF046A}" type="presParOf" srcId="{B59C1695-0D74-4089-9384-887784252434}" destId="{C3E659B7-B46B-4D11-AE8C-C651178ECC1F}" srcOrd="0" destOrd="0" presId="urn:microsoft.com/office/officeart/2005/8/layout/hList3"/>
    <dgm:cxn modelId="{2C930E1F-DC76-4C43-91E1-A0C606901253}" type="presParOf" srcId="{B59C1695-0D74-4089-9384-887784252434}" destId="{BF57E56D-4A63-4256-9E0C-4535E3351269}" srcOrd="1" destOrd="0" presId="urn:microsoft.com/office/officeart/2005/8/layout/hList3"/>
    <dgm:cxn modelId="{53E37584-43F9-400A-8DB1-DD30C4680B58}" type="presParOf" srcId="{B59C1695-0D74-4089-9384-887784252434}" destId="{1AD8FE7E-724C-4574-855F-3F03185CAE82}" srcOrd="2" destOrd="0" presId="urn:microsoft.com/office/officeart/2005/8/layout/hList3"/>
    <dgm:cxn modelId="{11A1B0DB-2578-4EB9-A81D-50EF801A32EE}" type="presParOf" srcId="{4517DB83-48AF-45B8-AF79-DA2803D8E54B}" destId="{42BE6AC4-CBFB-4263-83A6-364D9417B628}" srcOrd="2" destOrd="0" presId="urn:microsoft.com/office/officeart/2005/8/layout/h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94F4D6-0CCB-49B2-A8F5-7A6B3A526438}">
      <dsp:nvSpPr>
        <dsp:cNvPr id="0" name=""/>
        <dsp:cNvSpPr/>
      </dsp:nvSpPr>
      <dsp:spPr>
        <a:xfrm>
          <a:off x="0" y="195954"/>
          <a:ext cx="11230560" cy="301667"/>
        </a:xfrm>
        <a:prstGeom prst="rect">
          <a:avLst/>
        </a:prstGeom>
        <a:solidFill>
          <a:schemeClr val="dk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Arial" panose="020B0604020202020204" pitchFamily="34" charset="0"/>
              <a:cs typeface="Arial" panose="020B0604020202020204" pitchFamily="34" charset="0"/>
            </a:rPr>
            <a:t>Common Feature Extraction Methods</a:t>
          </a:r>
        </a:p>
      </dsp:txBody>
      <dsp:txXfrm>
        <a:off x="0" y="195954"/>
        <a:ext cx="11230560" cy="301667"/>
      </dsp:txXfrm>
    </dsp:sp>
    <dsp:sp modelId="{C3E659B7-B46B-4D11-AE8C-C651178ECC1F}">
      <dsp:nvSpPr>
        <dsp:cNvPr id="0" name=""/>
        <dsp:cNvSpPr/>
      </dsp:nvSpPr>
      <dsp:spPr>
        <a:xfrm>
          <a:off x="5483" y="600172"/>
          <a:ext cx="3739864" cy="149280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latin typeface="Arial" panose="020B0604020202020204" pitchFamily="34" charset="0"/>
              <a:cs typeface="Arial" panose="020B0604020202020204" pitchFamily="34" charset="0"/>
            </a:rPr>
            <a:t>Principal Component Analysis (PCA):</a:t>
          </a:r>
        </a:p>
        <a:p>
          <a:pPr marL="0" lvl="0" indent="0" algn="l" defTabSz="622300">
            <a:lnSpc>
              <a:spcPct val="90000"/>
            </a:lnSpc>
            <a:spcBef>
              <a:spcPct val="0"/>
            </a:spcBef>
            <a:spcAft>
              <a:spcPct val="35000"/>
            </a:spcAft>
            <a:buNone/>
          </a:pPr>
          <a:r>
            <a:rPr lang="en-US" sz="1200" b="0" kern="1200">
              <a:latin typeface="Arial" panose="020B0604020202020204" pitchFamily="34" charset="0"/>
              <a:cs typeface="Arial" panose="020B0604020202020204" pitchFamily="34" charset="0"/>
            </a:rPr>
            <a:t>The primary linear technique for feature extraction, PCA rotates the dataset in such a way that the features are statistically uncorrelated. The rotation is followed by selecting only a subset of the new features, according to how important they are for the data. </a:t>
          </a:r>
          <a:endParaRPr lang="en-US" sz="1100" b="0" kern="1200">
            <a:latin typeface="Arial" panose="020B0604020202020204" pitchFamily="34" charset="0"/>
            <a:cs typeface="Arial" panose="020B0604020202020204" pitchFamily="34" charset="0"/>
          </a:endParaRPr>
        </a:p>
      </dsp:txBody>
      <dsp:txXfrm>
        <a:off x="5483" y="600172"/>
        <a:ext cx="3739864" cy="1492807"/>
      </dsp:txXfrm>
    </dsp:sp>
    <dsp:sp modelId="{BF57E56D-4A63-4256-9E0C-4535E3351269}">
      <dsp:nvSpPr>
        <dsp:cNvPr id="0" name=""/>
        <dsp:cNvSpPr/>
      </dsp:nvSpPr>
      <dsp:spPr>
        <a:xfrm>
          <a:off x="3745347" y="600172"/>
          <a:ext cx="3739864" cy="149280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latin typeface="Arial" panose="020B0604020202020204" pitchFamily="34" charset="0"/>
              <a:cs typeface="Arial" panose="020B0604020202020204" pitchFamily="34" charset="0"/>
            </a:rPr>
            <a:t>Non-Negative Matrix Factorization (NMF):</a:t>
          </a:r>
        </a:p>
        <a:p>
          <a:pPr marL="0" lvl="0" indent="0" algn="l" defTabSz="622300">
            <a:lnSpc>
              <a:spcPct val="90000"/>
            </a:lnSpc>
            <a:spcBef>
              <a:spcPct val="0"/>
            </a:spcBef>
            <a:spcAft>
              <a:spcPct val="35000"/>
            </a:spcAft>
            <a:buNone/>
          </a:pPr>
          <a:r>
            <a:rPr lang="en-US" sz="1200" b="0" kern="1200">
              <a:latin typeface="Arial" panose="020B0604020202020204" pitchFamily="34" charset="0"/>
              <a:cs typeface="Arial" panose="020B0604020202020204" pitchFamily="34" charset="0"/>
            </a:rPr>
            <a:t>A nonlinear technique, NMF works similarly to PCA, however it requires features to be non-negative since the focus is on having components and coefficients greater than or equal to 0. This is particularly helpful for data combined from independent sources, such as audio tracks of multiple people speaking</a:t>
          </a:r>
        </a:p>
        <a:p>
          <a:pPr marL="0" lvl="0" indent="0" algn="l" defTabSz="622300">
            <a:lnSpc>
              <a:spcPct val="90000"/>
            </a:lnSpc>
            <a:spcBef>
              <a:spcPct val="0"/>
            </a:spcBef>
            <a:spcAft>
              <a:spcPct val="35000"/>
            </a:spcAft>
            <a:buNone/>
          </a:pPr>
          <a:endParaRPr lang="en-US" sz="1400" b="0" kern="1200">
            <a:latin typeface="Arial" panose="020B0604020202020204" pitchFamily="34" charset="0"/>
            <a:cs typeface="Arial" panose="020B0604020202020204" pitchFamily="34" charset="0"/>
          </a:endParaRPr>
        </a:p>
      </dsp:txBody>
      <dsp:txXfrm>
        <a:off x="3745347" y="600172"/>
        <a:ext cx="3739864" cy="1492807"/>
      </dsp:txXfrm>
    </dsp:sp>
    <dsp:sp modelId="{1AD8FE7E-724C-4574-855F-3F03185CAE82}">
      <dsp:nvSpPr>
        <dsp:cNvPr id="0" name=""/>
        <dsp:cNvSpPr/>
      </dsp:nvSpPr>
      <dsp:spPr>
        <a:xfrm>
          <a:off x="7485212" y="600172"/>
          <a:ext cx="3739864" cy="149280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latin typeface="Arial" panose="020B0604020202020204" pitchFamily="34" charset="0"/>
              <a:cs typeface="Arial" panose="020B0604020202020204" pitchFamily="34" charset="0"/>
            </a:rPr>
            <a:t>Linear Discriminant Analysis (LDA):</a:t>
          </a:r>
        </a:p>
        <a:p>
          <a:pPr marL="0" lvl="0" indent="0" algn="l" defTabSz="622300">
            <a:lnSpc>
              <a:spcPct val="90000"/>
            </a:lnSpc>
            <a:spcBef>
              <a:spcPct val="0"/>
            </a:spcBef>
            <a:spcAft>
              <a:spcPct val="35000"/>
            </a:spcAft>
            <a:buNone/>
          </a:pPr>
          <a:r>
            <a:rPr lang="en-US" sz="1200" b="0" kern="1200">
              <a:latin typeface="Arial" panose="020B0604020202020204" pitchFamily="34" charset="0"/>
              <a:cs typeface="Arial" panose="020B0604020202020204" pitchFamily="34" charset="0"/>
            </a:rPr>
            <a:t>A linear technique for classification, LDA attempts to express a categorical dependent variable (i.e. your target) with N number of continuous independent variables. Like PCA, LDA also searches for linear combinations of variables that best explain the data. The difference being LDA attempts to model the differences between classes. ‘</a:t>
          </a:r>
        </a:p>
      </dsp:txBody>
      <dsp:txXfrm>
        <a:off x="7485212" y="600172"/>
        <a:ext cx="3739864" cy="1492807"/>
      </dsp:txXfrm>
    </dsp:sp>
    <dsp:sp modelId="{42BE6AC4-CBFB-4263-83A6-364D9417B628}">
      <dsp:nvSpPr>
        <dsp:cNvPr id="0" name=""/>
        <dsp:cNvSpPr/>
      </dsp:nvSpPr>
      <dsp:spPr>
        <a:xfrm>
          <a:off x="0" y="2203667"/>
          <a:ext cx="11230560" cy="165867"/>
        </a:xfrm>
        <a:prstGeom prst="rect">
          <a:avLst/>
        </a:prstGeom>
        <a:solidFill>
          <a:schemeClr val="dk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2/5/2021</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2/5/2021</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a:p>
        </p:txBody>
      </p:sp>
    </p:spTree>
    <p:extLst>
      <p:ext uri="{BB962C8B-B14F-4D97-AF65-F5344CB8AC3E}">
        <p14:creationId xmlns:p14="http://schemas.microsoft.com/office/powerpoint/2010/main" val="3797836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5202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277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9949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8874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0136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4900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9495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6146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0022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0449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6464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5496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6172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3180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435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Tags: text, chevron, list,</a:t>
            </a:r>
            <a:r>
              <a:rPr lang="en-US" baseline="0"/>
              <a:t> customer experience, CX</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89E7E8-36E4-467C-8300-85BCF6933F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35242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5.xml"/><Relationship Id="rId1" Type="http://schemas.openxmlformats.org/officeDocument/2006/relationships/vmlDrawing" Target="../drawings/vmlDrawing3.v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xml"/><Relationship Id="rId1" Type="http://schemas.openxmlformats.org/officeDocument/2006/relationships/vmlDrawing" Target="../drawings/vmlDrawing4.vml"/><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52761153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9892835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B01B-B838-4A86-AA44-091ABBB9B4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930C19-7400-477B-9B46-342BA8401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12507-8D32-4E96-960C-3C509F3BF27A}"/>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5" name="Footer Placeholder 4">
            <a:extLst>
              <a:ext uri="{FF2B5EF4-FFF2-40B4-BE49-F238E27FC236}">
                <a16:creationId xmlns:a16="http://schemas.microsoft.com/office/drawing/2014/main" id="{2D74BCDE-AAEC-44A7-A3F3-CBE4D8632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790150-FAB9-4FC2-8634-0086BEF45F48}"/>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3104503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44632-5762-4E71-9789-1F526BA5A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6FCD8C-E4EE-4662-8D01-C396580F3E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24BB55-6C51-4043-86AB-49A7742DD3AA}"/>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5" name="Footer Placeholder 4">
            <a:extLst>
              <a:ext uri="{FF2B5EF4-FFF2-40B4-BE49-F238E27FC236}">
                <a16:creationId xmlns:a16="http://schemas.microsoft.com/office/drawing/2014/main" id="{8705CED2-A774-4CC0-A04C-86FE00BE9E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39059-1A1F-476E-AECF-0F3425D534E0}"/>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27185980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7384F-9651-4BDF-805F-A5AC097E68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C6583A-CAD5-4CA7-992D-A12C0C2F8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A9F9E5-7D2E-442D-B105-A90D2271AD55}"/>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5" name="Footer Placeholder 4">
            <a:extLst>
              <a:ext uri="{FF2B5EF4-FFF2-40B4-BE49-F238E27FC236}">
                <a16:creationId xmlns:a16="http://schemas.microsoft.com/office/drawing/2014/main" id="{DC7E59CC-5982-40C5-A999-EB9AF6EF6C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0E059-8AEE-49E1-9A2E-3378C9539E75}"/>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40418772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025A0-7BA4-40A1-99EC-834B34BE87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14C37D-400A-49BA-BD9B-CDA731C668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17268A-C4E3-4BF4-B7E1-28A366C923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7ABFC0-9944-4795-AFED-33661EAD3A78}"/>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6" name="Footer Placeholder 5">
            <a:extLst>
              <a:ext uri="{FF2B5EF4-FFF2-40B4-BE49-F238E27FC236}">
                <a16:creationId xmlns:a16="http://schemas.microsoft.com/office/drawing/2014/main" id="{6C0168FB-9AAC-4671-A057-AE3557B564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19CC4E-9E75-46DF-991D-F020A12486AB}"/>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35323810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A55B-B47E-4B27-88FF-F445BDE4E4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68AFF3-95A1-4127-A29E-80190B01F3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EE8807-2247-4C80-8A6B-430C61188D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5C286A-DEE1-43A7-92FE-299726FA5A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1F043C-B2DD-484A-9E9A-C4FAA140B7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B14482-7EB1-4B79-9BFC-3D985202E5BE}"/>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8" name="Footer Placeholder 7">
            <a:extLst>
              <a:ext uri="{FF2B5EF4-FFF2-40B4-BE49-F238E27FC236}">
                <a16:creationId xmlns:a16="http://schemas.microsoft.com/office/drawing/2014/main" id="{A90D3C18-1484-461B-BA4C-7C93055A52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AF7681-15CF-4868-92FC-03A3836D5117}"/>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18113961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B7A3-C3EA-4CF8-B029-6E46AF6BAC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CB8161-72BB-4109-983D-3899B2FE2B4A}"/>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4" name="Footer Placeholder 3">
            <a:extLst>
              <a:ext uri="{FF2B5EF4-FFF2-40B4-BE49-F238E27FC236}">
                <a16:creationId xmlns:a16="http://schemas.microsoft.com/office/drawing/2014/main" id="{00F5663E-16E2-4204-ADB7-AF6770A808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D79A7D-E80F-461E-9F55-27DF0E503950}"/>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39332429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5845C2-32BD-4DA4-8AB0-42FA18E024F1}"/>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3" name="Footer Placeholder 2">
            <a:extLst>
              <a:ext uri="{FF2B5EF4-FFF2-40B4-BE49-F238E27FC236}">
                <a16:creationId xmlns:a16="http://schemas.microsoft.com/office/drawing/2014/main" id="{5669643E-6D89-448D-BDB7-56B115D8DB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FD0741-BD33-4419-BC18-8F2ADE2B1BBC}"/>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30408941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270E-1EE0-4739-8DEF-4AC7588E7F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246176-1AC9-45D7-9B08-A66B66BED2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6965AC-AED7-42D9-AF13-3C83B875F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B4D2EF-E1CE-4E45-8DAD-B3B3FEB8DE44}"/>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6" name="Footer Placeholder 5">
            <a:extLst>
              <a:ext uri="{FF2B5EF4-FFF2-40B4-BE49-F238E27FC236}">
                <a16:creationId xmlns:a16="http://schemas.microsoft.com/office/drawing/2014/main" id="{6760343B-3480-472E-85B3-E92A2DA87E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4580A0-49C6-4E2E-A242-7ACD1DD8D7EE}"/>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135922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99B56-A3FB-4B99-A74B-5FE4C27472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E51C3D-3267-4B06-BFCF-010971DDCB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8E89F6-4318-475E-B1E3-AC970E21E2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9EA6AC-F788-48CA-8C72-860A1ACE3845}"/>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6" name="Footer Placeholder 5">
            <a:extLst>
              <a:ext uri="{FF2B5EF4-FFF2-40B4-BE49-F238E27FC236}">
                <a16:creationId xmlns:a16="http://schemas.microsoft.com/office/drawing/2014/main" id="{BDFDF132-D91F-4D04-AAB4-300AA75362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E0483B-EF52-4DA3-B626-39A5624A3704}"/>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14625354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25C35-D218-4336-8E24-9DF0F44C8C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812544-E28D-4DD7-B52C-EF974B4C1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29AC14-4F3A-47D5-A1B5-AA1ADEEBEA98}"/>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5" name="Footer Placeholder 4">
            <a:extLst>
              <a:ext uri="{FF2B5EF4-FFF2-40B4-BE49-F238E27FC236}">
                <a16:creationId xmlns:a16="http://schemas.microsoft.com/office/drawing/2014/main" id="{91F0DC40-C9C6-47D4-B323-77DE8659B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B425A-F301-4DF6-9A08-3EA2838B2BC5}"/>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22637497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D7B15A-1EEB-46B5-8685-0AE5F622E6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2DE0E2-0A3B-41FA-A67D-03545A5827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23E39C-6F4A-4D1F-97E4-BA330E91266E}"/>
              </a:ext>
            </a:extLst>
          </p:cNvPr>
          <p:cNvSpPr>
            <a:spLocks noGrp="1"/>
          </p:cNvSpPr>
          <p:nvPr>
            <p:ph type="dt" sz="half" idx="10"/>
          </p:nvPr>
        </p:nvSpPr>
        <p:spPr/>
        <p:txBody>
          <a:bodyPr/>
          <a:lstStyle/>
          <a:p>
            <a:fld id="{91D62238-446F-42CE-9AC8-369300883A6F}" type="datetimeFigureOut">
              <a:rPr lang="en-US" smtClean="0"/>
              <a:t>2/5/2021</a:t>
            </a:fld>
            <a:endParaRPr lang="en-US"/>
          </a:p>
        </p:txBody>
      </p:sp>
      <p:sp>
        <p:nvSpPr>
          <p:cNvPr id="5" name="Footer Placeholder 4">
            <a:extLst>
              <a:ext uri="{FF2B5EF4-FFF2-40B4-BE49-F238E27FC236}">
                <a16:creationId xmlns:a16="http://schemas.microsoft.com/office/drawing/2014/main" id="{37013F59-E37B-46FE-97E8-FCA788369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CC0FA8-49AE-42C0-97F4-2EF43325D4EC}"/>
              </a:ext>
            </a:extLst>
          </p:cNvPr>
          <p:cNvSpPr>
            <a:spLocks noGrp="1"/>
          </p:cNvSpPr>
          <p:nvPr>
            <p:ph type="sldNum" sz="quarter" idx="12"/>
          </p:nvPr>
        </p:nvSpPr>
        <p:spPr/>
        <p:txBody>
          <a:bodyPr/>
          <a:lstStyle/>
          <a:p>
            <a:fld id="{95DF0964-6AA1-4DA7-9005-C89DBE949BB3}" type="slidenum">
              <a:rPr lang="en-US" smtClean="0"/>
              <a:t>‹#›</a:t>
            </a:fld>
            <a:endParaRPr lang="en-US"/>
          </a:p>
        </p:txBody>
      </p:sp>
    </p:spTree>
    <p:extLst>
      <p:ext uri="{BB962C8B-B14F-4D97-AF65-F5344CB8AC3E}">
        <p14:creationId xmlns:p14="http://schemas.microsoft.com/office/powerpoint/2010/main" val="24560663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Tree>
    <p:extLst>
      <p:ext uri="{BB962C8B-B14F-4D97-AF65-F5344CB8AC3E}">
        <p14:creationId xmlns:p14="http://schemas.microsoft.com/office/powerpoint/2010/main" val="40482193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Tree>
    <p:extLst>
      <p:ext uri="{BB962C8B-B14F-4D97-AF65-F5344CB8AC3E}">
        <p14:creationId xmlns:p14="http://schemas.microsoft.com/office/powerpoint/2010/main" val="38664742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Breadcrumbs">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
        <p:nvSpPr>
          <p:cNvPr id="3" name="Text Placeholder 5">
            <a:extLst>
              <a:ext uri="{FF2B5EF4-FFF2-40B4-BE49-F238E27FC236}">
                <a16:creationId xmlns:a16="http://schemas.microsoft.com/office/drawing/2014/main" id="{FD545910-EC58-4E59-AC9B-9F096DAB3584}"/>
              </a:ext>
            </a:extLst>
          </p:cNvPr>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33550126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417295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Left,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47390" cy="1995802"/>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4" name="Text Placeholder 4"/>
          <p:cNvSpPr>
            <a:spLocks noGrp="1"/>
          </p:cNvSpPr>
          <p:nvPr>
            <p:ph type="body" sz="quarter" idx="16" hasCustomPrompt="1"/>
          </p:nvPr>
        </p:nvSpPr>
        <p:spPr>
          <a:xfrm>
            <a:off x="914400" y="2743200"/>
            <a:ext cx="3355975" cy="1169988"/>
          </a:xfrm>
        </p:spPr>
        <p:txBody>
          <a:bodyPr/>
          <a:lstStyle>
            <a:lvl1pPr marL="0" indent="0">
              <a:lnSpc>
                <a:spcPct val="130000"/>
              </a:lnSpc>
              <a:buNone/>
              <a:defRPr sz="1200" baseline="0"/>
            </a:lvl1pPr>
          </a:lstStyle>
          <a:p>
            <a:pPr lvl="0"/>
            <a:r>
              <a:rPr lang="en-US"/>
              <a:t>Click to edit Master text styles</a:t>
            </a:r>
          </a:p>
        </p:txBody>
      </p:sp>
    </p:spTree>
    <p:extLst>
      <p:ext uri="{BB962C8B-B14F-4D97-AF65-F5344CB8AC3E}">
        <p14:creationId xmlns:p14="http://schemas.microsoft.com/office/powerpoint/2010/main" val="28387717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Left,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52800" cy="1993390"/>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
        <p:nvSpPr>
          <p:cNvPr id="5" name="Text Placeholder 4"/>
          <p:cNvSpPr>
            <a:spLocks noGrp="1"/>
          </p:cNvSpPr>
          <p:nvPr>
            <p:ph type="body" sz="quarter" idx="16" hasCustomPrompt="1"/>
          </p:nvPr>
        </p:nvSpPr>
        <p:spPr>
          <a:xfrm>
            <a:off x="914400" y="2743200"/>
            <a:ext cx="3355975" cy="1169988"/>
          </a:xfrm>
        </p:spPr>
        <p:txBody>
          <a:bodyPr/>
          <a:lstStyle>
            <a:lvl1pPr marL="0" indent="0">
              <a:lnSpc>
                <a:spcPct val="130000"/>
              </a:lnSpc>
              <a:buNone/>
              <a:defRPr sz="1200" baseline="0"/>
            </a:lvl1pPr>
          </a:lstStyle>
          <a:p>
            <a:pPr lvl="0"/>
            <a:r>
              <a:rPr lang="en-US"/>
              <a:t>Click to edit Master text styles</a:t>
            </a:r>
          </a:p>
        </p:txBody>
      </p:sp>
    </p:spTree>
    <p:extLst>
      <p:ext uri="{BB962C8B-B14F-4D97-AF65-F5344CB8AC3E}">
        <p14:creationId xmlns:p14="http://schemas.microsoft.com/office/powerpoint/2010/main" val="24435742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Right, Subhead &amp; Breadcrumbs">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B912B5A-4EFE-4F10-9322-C971DDF230EF}"/>
              </a:ext>
            </a:extLst>
          </p:cNvPr>
          <p:cNvGraphicFramePr>
            <a:graphicFrameLocks noChangeAspect="1"/>
          </p:cNvGraphicFramePr>
          <p:nvPr userDrawn="1">
            <p:custDataLst>
              <p:tags r:id="rId2"/>
            </p:custDataLst>
            <p:extLst>
              <p:ext uri="{D42A27DB-BD31-4B8C-83A1-F6EECF244321}">
                <p14:modId xmlns:p14="http://schemas.microsoft.com/office/powerpoint/2010/main" val="3887567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3489" name="think-cell Slide" r:id="rId5" imgW="415" imgH="416" progId="TCLayout.ActiveDocument.1">
                  <p:embed/>
                </p:oleObj>
              </mc:Choice>
              <mc:Fallback>
                <p:oleObj name="think-cell Slide" r:id="rId5" imgW="415" imgH="416" progId="TCLayout.ActiveDocument.1">
                  <p:embed/>
                  <p:pic>
                    <p:nvPicPr>
                      <p:cNvPr id="5" name="Object 4" hidden="1">
                        <a:extLst>
                          <a:ext uri="{FF2B5EF4-FFF2-40B4-BE49-F238E27FC236}">
                            <a16:creationId xmlns:a16="http://schemas.microsoft.com/office/drawing/2014/main" id="{CB912B5A-4EFE-4F10-9322-C971DDF230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CF43516-C935-4785-8727-EA48BADEDCCC}"/>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en-US" sz="2400" b="0" i="0" baseline="0">
              <a:latin typeface="Chronicle Display Black" pitchFamily="50" charset="0"/>
              <a:sym typeface="Chronicle Display Black" pitchFamily="50" charset="0"/>
            </a:endParaRPr>
          </a:p>
        </p:txBody>
      </p:sp>
      <p:sp>
        <p:nvSpPr>
          <p:cNvPr id="2" name="Title 1">
            <a:extLst>
              <a:ext uri="{FF2B5EF4-FFF2-40B4-BE49-F238E27FC236}">
                <a16:creationId xmlns:a16="http://schemas.microsoft.com/office/drawing/2014/main" id="{BDFAB292-D9D0-4411-8456-90C02DB4019C}"/>
              </a:ext>
            </a:extLst>
          </p:cNvPr>
          <p:cNvSpPr>
            <a:spLocks noGrp="1"/>
          </p:cNvSpPr>
          <p:nvPr>
            <p:ph type="title"/>
          </p:nvPr>
        </p:nvSpPr>
        <p:spPr>
          <a:xfrm>
            <a:off x="5397500" y="669544"/>
            <a:ext cx="6137512" cy="381392"/>
          </a:xfrm>
        </p:spPr>
        <p:txBody>
          <a:bodyPr/>
          <a:lstStyle>
            <a:lvl1pPr>
              <a:defRPr sz="2400"/>
            </a:lvl1pPr>
          </a:lstStyle>
          <a:p>
            <a:r>
              <a:rPr lang="en-US"/>
              <a:t>Click to edit Master title style</a:t>
            </a:r>
          </a:p>
        </p:txBody>
      </p:sp>
      <p:sp>
        <p:nvSpPr>
          <p:cNvPr id="8" name="Picture Placeholder 7">
            <a:extLst>
              <a:ext uri="{FF2B5EF4-FFF2-40B4-BE49-F238E27FC236}">
                <a16:creationId xmlns:a16="http://schemas.microsoft.com/office/drawing/2014/main" id="{838CA61B-8DBB-4395-9E9F-405E5CBF79FA}"/>
              </a:ext>
            </a:extLst>
          </p:cNvPr>
          <p:cNvSpPr>
            <a:spLocks noGrp="1"/>
          </p:cNvSpPr>
          <p:nvPr>
            <p:ph type="pic" sz="quarter" idx="10" hasCustomPrompt="1"/>
          </p:nvPr>
        </p:nvSpPr>
        <p:spPr>
          <a:xfrm>
            <a:off x="0" y="0"/>
            <a:ext cx="4806950" cy="6858000"/>
          </a:xfrm>
        </p:spPr>
        <p:txBody>
          <a:bodyPr anchor="ctr"/>
          <a:lstStyle>
            <a:lvl1pPr marL="0" indent="0" algn="ctr">
              <a:buNone/>
              <a:defRPr>
                <a:solidFill>
                  <a:schemeClr val="accent6"/>
                </a:solidFill>
              </a:defRPr>
            </a:lvl1pPr>
          </a:lstStyle>
          <a:p>
            <a:r>
              <a:rPr lang="en-US"/>
              <a:t>Click to insert picture</a:t>
            </a:r>
          </a:p>
        </p:txBody>
      </p:sp>
      <p:sp>
        <p:nvSpPr>
          <p:cNvPr id="11" name="Text Placeholder 10">
            <a:extLst>
              <a:ext uri="{FF2B5EF4-FFF2-40B4-BE49-F238E27FC236}">
                <a16:creationId xmlns:a16="http://schemas.microsoft.com/office/drawing/2014/main" id="{6650516E-641C-4EFA-8CA7-4E0C60B42CEB}"/>
              </a:ext>
            </a:extLst>
          </p:cNvPr>
          <p:cNvSpPr>
            <a:spLocks noGrp="1"/>
          </p:cNvSpPr>
          <p:nvPr>
            <p:ph type="body" sz="quarter" idx="11" hasCustomPrompt="1"/>
          </p:nvPr>
        </p:nvSpPr>
        <p:spPr>
          <a:xfrm>
            <a:off x="5397500" y="1050936"/>
            <a:ext cx="6137512" cy="381392"/>
          </a:xfrm>
        </p:spPr>
        <p:txBody>
          <a:bodyPr/>
          <a:lstStyle>
            <a:lvl1pPr marL="0" indent="0">
              <a:buNone/>
              <a:defRPr sz="1200"/>
            </a:lvl1pPr>
          </a:lstStyle>
          <a:p>
            <a:pPr lvl="0"/>
            <a:r>
              <a:rPr lang="en-US" sz="1400"/>
              <a:t>Click to edit Master text styles</a:t>
            </a:r>
            <a:endParaRPr lang="en-US"/>
          </a:p>
        </p:txBody>
      </p:sp>
      <p:sp>
        <p:nvSpPr>
          <p:cNvPr id="12" name="Text Placeholder 5">
            <a:extLst>
              <a:ext uri="{FF2B5EF4-FFF2-40B4-BE49-F238E27FC236}">
                <a16:creationId xmlns:a16="http://schemas.microsoft.com/office/drawing/2014/main" id="{E0280C66-47F5-4458-AA31-95CF3025E372}"/>
              </a:ext>
            </a:extLst>
          </p:cNvPr>
          <p:cNvSpPr>
            <a:spLocks noGrp="1"/>
          </p:cNvSpPr>
          <p:nvPr>
            <p:ph type="body" sz="quarter" idx="15" hasCustomPrompt="1"/>
          </p:nvPr>
        </p:nvSpPr>
        <p:spPr>
          <a:xfrm>
            <a:off x="5397500"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274560448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name="1_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0" y="0"/>
            <a:ext cx="12192000" cy="6857999"/>
          </a:xfrm>
          <a:noFill/>
        </p:spPr>
        <p:txBody>
          <a:bodyPr anchor="ctr"/>
          <a:lstStyle>
            <a:lvl1pPr marL="0" indent="0" algn="ctr">
              <a:buNone/>
              <a:defRPr>
                <a:solidFill>
                  <a:schemeClr val="accent6"/>
                </a:solidFill>
              </a:defRPr>
            </a:lvl1pPr>
          </a:lstStyle>
          <a:p>
            <a:r>
              <a:rPr lang="en-US"/>
              <a:t>Click icon to add picture</a:t>
            </a:r>
          </a:p>
        </p:txBody>
      </p:sp>
      <p:sp>
        <p:nvSpPr>
          <p:cNvPr id="3" name="Title 1"/>
          <p:cNvSpPr>
            <a:spLocks noGrp="1"/>
          </p:cNvSpPr>
          <p:nvPr>
            <p:ph type="title" hasCustomPrompt="1"/>
          </p:nvPr>
        </p:nvSpPr>
        <p:spPr>
          <a:xfrm>
            <a:off x="914402"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en-US"/>
              <a:t>Click to edit Title</a:t>
            </a:r>
          </a:p>
        </p:txBody>
      </p:sp>
      <p:sp>
        <p:nvSpPr>
          <p:cNvPr id="4" name="Text Placeholder 4"/>
          <p:cNvSpPr>
            <a:spLocks noGrp="1"/>
          </p:cNvSpPr>
          <p:nvPr>
            <p:ph type="body" sz="quarter" idx="10" hasCustomPrompt="1"/>
          </p:nvPr>
        </p:nvSpPr>
        <p:spPr>
          <a:xfrm>
            <a:off x="914402" y="5694829"/>
            <a:ext cx="4389120" cy="1163171"/>
          </a:xfrm>
        </p:spPr>
        <p:txBody>
          <a:bodyPr vert="horz" lIns="365760" tIns="0" rIns="365760" bIns="0" rtlCol="0">
            <a:noAutofit/>
          </a:bodyPr>
          <a:lstStyle>
            <a:lvl1pPr marL="0" indent="0">
              <a:buNone/>
              <a:defRPr lang="en-US" sz="1400" baseline="0" dirty="0"/>
            </a:lvl1pPr>
          </a:lstStyle>
          <a:p>
            <a:pPr marL="228600" lvl="0" indent="-228600">
              <a:lnSpc>
                <a:spcPct val="130000"/>
              </a:lnSpc>
            </a:pPr>
            <a:r>
              <a:rPr lang="en-US"/>
              <a:t>Click to edit subtitle</a:t>
            </a:r>
          </a:p>
        </p:txBody>
      </p:sp>
    </p:spTree>
    <p:extLst>
      <p:ext uri="{BB962C8B-B14F-4D97-AF65-F5344CB8AC3E}">
        <p14:creationId xmlns:p14="http://schemas.microsoft.com/office/powerpoint/2010/main" val="4790027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Divider">
    <p:bg>
      <p:bgPr>
        <a:solidFill>
          <a:srgbClr val="FDD300"/>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44B521E-45B1-4DF5-AF83-CF81FF72A0AD}"/>
              </a:ext>
            </a:extLst>
          </p:cNvPr>
          <p:cNvGraphicFramePr>
            <a:graphicFrameLocks noChangeAspect="1"/>
          </p:cNvGraphicFramePr>
          <p:nvPr userDrawn="1">
            <p:custDataLst>
              <p:tags r:id="rId2"/>
            </p:custDataLst>
            <p:extLst>
              <p:ext uri="{D42A27DB-BD31-4B8C-83A1-F6EECF244321}">
                <p14:modId xmlns:p14="http://schemas.microsoft.com/office/powerpoint/2010/main" val="4954833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5537" name="think-cell Slide" r:id="rId4" imgW="415" imgH="416" progId="TCLayout.ActiveDocument.1">
                  <p:embed/>
                </p:oleObj>
              </mc:Choice>
              <mc:Fallback>
                <p:oleObj name="think-cell Slide" r:id="rId4" imgW="415" imgH="416" progId="TCLayout.ActiveDocument.1">
                  <p:embed/>
                  <p:pic>
                    <p:nvPicPr>
                      <p:cNvPr id="3" name="Object 2" hidden="1">
                        <a:extLst>
                          <a:ext uri="{FF2B5EF4-FFF2-40B4-BE49-F238E27FC236}">
                            <a16:creationId xmlns:a16="http://schemas.microsoft.com/office/drawing/2014/main" id="{844B521E-45B1-4DF5-AF83-CF81FF72A0A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B9F01BCD-D0E7-4C16-818C-FDF6C61207F4}"/>
              </a:ext>
            </a:extLst>
          </p:cNvPr>
          <p:cNvGrpSpPr/>
          <p:nvPr userDrawn="1"/>
        </p:nvGrpSpPr>
        <p:grpSpPr>
          <a:xfrm>
            <a:off x="6591045" y="2239972"/>
            <a:ext cx="2452738" cy="2728580"/>
            <a:chOff x="6953285" y="3278976"/>
            <a:chExt cx="1506831" cy="1682464"/>
          </a:xfrm>
        </p:grpSpPr>
        <p:grpSp>
          <p:nvGrpSpPr>
            <p:cNvPr id="5" name="Group 4">
              <a:extLst>
                <a:ext uri="{FF2B5EF4-FFF2-40B4-BE49-F238E27FC236}">
                  <a16:creationId xmlns:a16="http://schemas.microsoft.com/office/drawing/2014/main" id="{035AD732-4189-4F7D-8A59-BEA1A0C74690}"/>
                </a:ext>
              </a:extLst>
            </p:cNvPr>
            <p:cNvGrpSpPr>
              <a:grpSpLocks noChangeAspect="1"/>
            </p:cNvGrpSpPr>
            <p:nvPr/>
          </p:nvGrpSpPr>
          <p:grpSpPr>
            <a:xfrm>
              <a:off x="7291345" y="3278976"/>
              <a:ext cx="1168771" cy="1682464"/>
              <a:chOff x="5614264" y="2194216"/>
              <a:chExt cx="2755900" cy="3967163"/>
            </a:xfrm>
          </p:grpSpPr>
          <p:sp>
            <p:nvSpPr>
              <p:cNvPr id="7" name="Freeform 55">
                <a:extLst>
                  <a:ext uri="{FF2B5EF4-FFF2-40B4-BE49-F238E27FC236}">
                    <a16:creationId xmlns:a16="http://schemas.microsoft.com/office/drawing/2014/main" id="{4E44469E-381F-4E01-A7CB-1C0D52CCBF54}"/>
                  </a:ext>
                </a:extLst>
              </p:cNvPr>
              <p:cNvSpPr>
                <a:spLocks/>
              </p:cNvSpPr>
              <p:nvPr/>
            </p:nvSpPr>
            <p:spPr bwMode="auto">
              <a:xfrm>
                <a:off x="5614264" y="2194216"/>
                <a:ext cx="2755900" cy="3967163"/>
              </a:xfrm>
              <a:custGeom>
                <a:avLst/>
                <a:gdLst>
                  <a:gd name="T0" fmla="*/ 1484 w 1736"/>
                  <a:gd name="T1" fmla="*/ 1601 h 2499"/>
                  <a:gd name="T2" fmla="*/ 1675 w 1736"/>
                  <a:gd name="T3" fmla="*/ 999 h 2499"/>
                  <a:gd name="T4" fmla="*/ 1696 w 1736"/>
                  <a:gd name="T5" fmla="*/ 908 h 2499"/>
                  <a:gd name="T6" fmla="*/ 1705 w 1736"/>
                  <a:gd name="T7" fmla="*/ 815 h 2499"/>
                  <a:gd name="T8" fmla="*/ 1705 w 1736"/>
                  <a:gd name="T9" fmla="*/ 745 h 2499"/>
                  <a:gd name="T10" fmla="*/ 1690 w 1736"/>
                  <a:gd name="T11" fmla="*/ 632 h 2499"/>
                  <a:gd name="T12" fmla="*/ 1660 w 1736"/>
                  <a:gd name="T13" fmla="*/ 526 h 2499"/>
                  <a:gd name="T14" fmla="*/ 1614 w 1736"/>
                  <a:gd name="T15" fmla="*/ 424 h 2499"/>
                  <a:gd name="T16" fmla="*/ 1555 w 1736"/>
                  <a:gd name="T17" fmla="*/ 334 h 2499"/>
                  <a:gd name="T18" fmla="*/ 1484 w 1736"/>
                  <a:gd name="T19" fmla="*/ 252 h 2499"/>
                  <a:gd name="T20" fmla="*/ 1403 w 1736"/>
                  <a:gd name="T21" fmla="*/ 180 h 2499"/>
                  <a:gd name="T22" fmla="*/ 1310 w 1736"/>
                  <a:gd name="T23" fmla="*/ 122 h 2499"/>
                  <a:gd name="T24" fmla="*/ 1210 w 1736"/>
                  <a:gd name="T25" fmla="*/ 76 h 2499"/>
                  <a:gd name="T26" fmla="*/ 1103 w 1736"/>
                  <a:gd name="T27" fmla="*/ 46 h 2499"/>
                  <a:gd name="T28" fmla="*/ 990 w 1736"/>
                  <a:gd name="T29" fmla="*/ 32 h 2499"/>
                  <a:gd name="T30" fmla="*/ 914 w 1736"/>
                  <a:gd name="T31" fmla="*/ 32 h 2499"/>
                  <a:gd name="T32" fmla="*/ 801 w 1736"/>
                  <a:gd name="T33" fmla="*/ 46 h 2499"/>
                  <a:gd name="T34" fmla="*/ 693 w 1736"/>
                  <a:gd name="T35" fmla="*/ 76 h 2499"/>
                  <a:gd name="T36" fmla="*/ 593 w 1736"/>
                  <a:gd name="T37" fmla="*/ 122 h 2499"/>
                  <a:gd name="T38" fmla="*/ 500 w 1736"/>
                  <a:gd name="T39" fmla="*/ 180 h 2499"/>
                  <a:gd name="T40" fmla="*/ 419 w 1736"/>
                  <a:gd name="T41" fmla="*/ 252 h 2499"/>
                  <a:gd name="T42" fmla="*/ 349 w 1736"/>
                  <a:gd name="T43" fmla="*/ 334 h 2499"/>
                  <a:gd name="T44" fmla="*/ 289 w 1736"/>
                  <a:gd name="T45" fmla="*/ 424 h 2499"/>
                  <a:gd name="T46" fmla="*/ 243 w 1736"/>
                  <a:gd name="T47" fmla="*/ 526 h 2499"/>
                  <a:gd name="T48" fmla="*/ 213 w 1736"/>
                  <a:gd name="T49" fmla="*/ 632 h 2499"/>
                  <a:gd name="T50" fmla="*/ 198 w 1736"/>
                  <a:gd name="T51" fmla="*/ 745 h 2499"/>
                  <a:gd name="T52" fmla="*/ 197 w 1736"/>
                  <a:gd name="T53" fmla="*/ 882 h 2499"/>
                  <a:gd name="T54" fmla="*/ 265 w 1736"/>
                  <a:gd name="T55" fmla="*/ 1845 h 2499"/>
                  <a:gd name="T56" fmla="*/ 658 w 1736"/>
                  <a:gd name="T57" fmla="*/ 2188 h 2499"/>
                  <a:gd name="T58" fmla="*/ 198 w 1736"/>
                  <a:gd name="T59" fmla="*/ 1391 h 2499"/>
                  <a:gd name="T60" fmla="*/ 167 w 1736"/>
                  <a:gd name="T61" fmla="*/ 784 h 2499"/>
                  <a:gd name="T62" fmla="*/ 172 w 1736"/>
                  <a:gd name="T63" fmla="*/ 704 h 2499"/>
                  <a:gd name="T64" fmla="*/ 193 w 1736"/>
                  <a:gd name="T65" fmla="*/ 589 h 2499"/>
                  <a:gd name="T66" fmla="*/ 230 w 1736"/>
                  <a:gd name="T67" fmla="*/ 480 h 2499"/>
                  <a:gd name="T68" fmla="*/ 282 w 1736"/>
                  <a:gd name="T69" fmla="*/ 378 h 2499"/>
                  <a:gd name="T70" fmla="*/ 347 w 1736"/>
                  <a:gd name="T71" fmla="*/ 285 h 2499"/>
                  <a:gd name="T72" fmla="*/ 424 w 1736"/>
                  <a:gd name="T73" fmla="*/ 204 h 2499"/>
                  <a:gd name="T74" fmla="*/ 513 w 1736"/>
                  <a:gd name="T75" fmla="*/ 133 h 2499"/>
                  <a:gd name="T76" fmla="*/ 612 w 1736"/>
                  <a:gd name="T77" fmla="*/ 78 h 2499"/>
                  <a:gd name="T78" fmla="*/ 719 w 1736"/>
                  <a:gd name="T79" fmla="*/ 35 h 2499"/>
                  <a:gd name="T80" fmla="*/ 832 w 1736"/>
                  <a:gd name="T81" fmla="*/ 9 h 2499"/>
                  <a:gd name="T82" fmla="*/ 953 w 1736"/>
                  <a:gd name="T83" fmla="*/ 0 h 2499"/>
                  <a:gd name="T84" fmla="*/ 1032 w 1736"/>
                  <a:gd name="T85" fmla="*/ 4 h 2499"/>
                  <a:gd name="T86" fmla="*/ 1147 w 1736"/>
                  <a:gd name="T87" fmla="*/ 24 h 2499"/>
                  <a:gd name="T88" fmla="*/ 1256 w 1736"/>
                  <a:gd name="T89" fmla="*/ 61 h 2499"/>
                  <a:gd name="T90" fmla="*/ 1358 w 1736"/>
                  <a:gd name="T91" fmla="*/ 113 h 2499"/>
                  <a:gd name="T92" fmla="*/ 1451 w 1736"/>
                  <a:gd name="T93" fmla="*/ 180 h 2499"/>
                  <a:gd name="T94" fmla="*/ 1532 w 1736"/>
                  <a:gd name="T95" fmla="*/ 258 h 2499"/>
                  <a:gd name="T96" fmla="*/ 1601 w 1736"/>
                  <a:gd name="T97" fmla="*/ 346 h 2499"/>
                  <a:gd name="T98" fmla="*/ 1658 w 1736"/>
                  <a:gd name="T99" fmla="*/ 445 h 2499"/>
                  <a:gd name="T100" fmla="*/ 1701 w 1736"/>
                  <a:gd name="T101" fmla="*/ 552 h 2499"/>
                  <a:gd name="T102" fmla="*/ 1727 w 1736"/>
                  <a:gd name="T103" fmla="*/ 665 h 2499"/>
                  <a:gd name="T104" fmla="*/ 1736 w 1736"/>
                  <a:gd name="T105" fmla="*/ 784 h 2499"/>
                  <a:gd name="T106" fmla="*/ 1733 w 1736"/>
                  <a:gd name="T107" fmla="*/ 849 h 2499"/>
                  <a:gd name="T108" fmla="*/ 1720 w 1736"/>
                  <a:gd name="T109" fmla="*/ 945 h 2499"/>
                  <a:gd name="T110" fmla="*/ 1694 w 1736"/>
                  <a:gd name="T111" fmla="*/ 1038 h 2499"/>
                  <a:gd name="T112" fmla="*/ 1625 w 1736"/>
                  <a:gd name="T113" fmla="*/ 2499 h 2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36" h="2499">
                    <a:moveTo>
                      <a:pt x="1625" y="2499"/>
                    </a:moveTo>
                    <a:lnTo>
                      <a:pt x="1484" y="1603"/>
                    </a:lnTo>
                    <a:lnTo>
                      <a:pt x="1484" y="1601"/>
                    </a:lnTo>
                    <a:lnTo>
                      <a:pt x="1664" y="1028"/>
                    </a:lnTo>
                    <a:lnTo>
                      <a:pt x="1664" y="1028"/>
                    </a:lnTo>
                    <a:lnTo>
                      <a:pt x="1675" y="999"/>
                    </a:lnTo>
                    <a:lnTo>
                      <a:pt x="1683" y="969"/>
                    </a:lnTo>
                    <a:lnTo>
                      <a:pt x="1690" y="939"/>
                    </a:lnTo>
                    <a:lnTo>
                      <a:pt x="1696" y="908"/>
                    </a:lnTo>
                    <a:lnTo>
                      <a:pt x="1699" y="878"/>
                    </a:lnTo>
                    <a:lnTo>
                      <a:pt x="1703" y="847"/>
                    </a:lnTo>
                    <a:lnTo>
                      <a:pt x="1705" y="815"/>
                    </a:lnTo>
                    <a:lnTo>
                      <a:pt x="1705" y="784"/>
                    </a:lnTo>
                    <a:lnTo>
                      <a:pt x="1705" y="784"/>
                    </a:lnTo>
                    <a:lnTo>
                      <a:pt x="1705" y="745"/>
                    </a:lnTo>
                    <a:lnTo>
                      <a:pt x="1701" y="708"/>
                    </a:lnTo>
                    <a:lnTo>
                      <a:pt x="1697" y="669"/>
                    </a:lnTo>
                    <a:lnTo>
                      <a:pt x="1690" y="632"/>
                    </a:lnTo>
                    <a:lnTo>
                      <a:pt x="1683" y="597"/>
                    </a:lnTo>
                    <a:lnTo>
                      <a:pt x="1671" y="560"/>
                    </a:lnTo>
                    <a:lnTo>
                      <a:pt x="1660" y="526"/>
                    </a:lnTo>
                    <a:lnTo>
                      <a:pt x="1645" y="491"/>
                    </a:lnTo>
                    <a:lnTo>
                      <a:pt x="1631" y="458"/>
                    </a:lnTo>
                    <a:lnTo>
                      <a:pt x="1614" y="424"/>
                    </a:lnTo>
                    <a:lnTo>
                      <a:pt x="1595" y="393"/>
                    </a:lnTo>
                    <a:lnTo>
                      <a:pt x="1577" y="363"/>
                    </a:lnTo>
                    <a:lnTo>
                      <a:pt x="1555" y="334"/>
                    </a:lnTo>
                    <a:lnTo>
                      <a:pt x="1532" y="306"/>
                    </a:lnTo>
                    <a:lnTo>
                      <a:pt x="1510" y="278"/>
                    </a:lnTo>
                    <a:lnTo>
                      <a:pt x="1484" y="252"/>
                    </a:lnTo>
                    <a:lnTo>
                      <a:pt x="1458" y="226"/>
                    </a:lnTo>
                    <a:lnTo>
                      <a:pt x="1431" y="202"/>
                    </a:lnTo>
                    <a:lnTo>
                      <a:pt x="1403" y="180"/>
                    </a:lnTo>
                    <a:lnTo>
                      <a:pt x="1373" y="159"/>
                    </a:lnTo>
                    <a:lnTo>
                      <a:pt x="1342" y="139"/>
                    </a:lnTo>
                    <a:lnTo>
                      <a:pt x="1310" y="122"/>
                    </a:lnTo>
                    <a:lnTo>
                      <a:pt x="1279" y="106"/>
                    </a:lnTo>
                    <a:lnTo>
                      <a:pt x="1245" y="89"/>
                    </a:lnTo>
                    <a:lnTo>
                      <a:pt x="1210" y="76"/>
                    </a:lnTo>
                    <a:lnTo>
                      <a:pt x="1175" y="65"/>
                    </a:lnTo>
                    <a:lnTo>
                      <a:pt x="1140" y="54"/>
                    </a:lnTo>
                    <a:lnTo>
                      <a:pt x="1103" y="46"/>
                    </a:lnTo>
                    <a:lnTo>
                      <a:pt x="1066" y="39"/>
                    </a:lnTo>
                    <a:lnTo>
                      <a:pt x="1028" y="35"/>
                    </a:lnTo>
                    <a:lnTo>
                      <a:pt x="990" y="32"/>
                    </a:lnTo>
                    <a:lnTo>
                      <a:pt x="953" y="30"/>
                    </a:lnTo>
                    <a:lnTo>
                      <a:pt x="953" y="30"/>
                    </a:lnTo>
                    <a:lnTo>
                      <a:pt x="914" y="32"/>
                    </a:lnTo>
                    <a:lnTo>
                      <a:pt x="875" y="35"/>
                    </a:lnTo>
                    <a:lnTo>
                      <a:pt x="838" y="39"/>
                    </a:lnTo>
                    <a:lnTo>
                      <a:pt x="801" y="46"/>
                    </a:lnTo>
                    <a:lnTo>
                      <a:pt x="764" y="54"/>
                    </a:lnTo>
                    <a:lnTo>
                      <a:pt x="728" y="65"/>
                    </a:lnTo>
                    <a:lnTo>
                      <a:pt x="693" y="76"/>
                    </a:lnTo>
                    <a:lnTo>
                      <a:pt x="658" y="89"/>
                    </a:lnTo>
                    <a:lnTo>
                      <a:pt x="625" y="106"/>
                    </a:lnTo>
                    <a:lnTo>
                      <a:pt x="593" y="122"/>
                    </a:lnTo>
                    <a:lnTo>
                      <a:pt x="562" y="139"/>
                    </a:lnTo>
                    <a:lnTo>
                      <a:pt x="530" y="159"/>
                    </a:lnTo>
                    <a:lnTo>
                      <a:pt x="500" y="180"/>
                    </a:lnTo>
                    <a:lnTo>
                      <a:pt x="473" y="202"/>
                    </a:lnTo>
                    <a:lnTo>
                      <a:pt x="445" y="226"/>
                    </a:lnTo>
                    <a:lnTo>
                      <a:pt x="419" y="252"/>
                    </a:lnTo>
                    <a:lnTo>
                      <a:pt x="395" y="278"/>
                    </a:lnTo>
                    <a:lnTo>
                      <a:pt x="371" y="306"/>
                    </a:lnTo>
                    <a:lnTo>
                      <a:pt x="349" y="334"/>
                    </a:lnTo>
                    <a:lnTo>
                      <a:pt x="326" y="363"/>
                    </a:lnTo>
                    <a:lnTo>
                      <a:pt x="308" y="393"/>
                    </a:lnTo>
                    <a:lnTo>
                      <a:pt x="289" y="424"/>
                    </a:lnTo>
                    <a:lnTo>
                      <a:pt x="273" y="458"/>
                    </a:lnTo>
                    <a:lnTo>
                      <a:pt x="258" y="491"/>
                    </a:lnTo>
                    <a:lnTo>
                      <a:pt x="243" y="526"/>
                    </a:lnTo>
                    <a:lnTo>
                      <a:pt x="232" y="560"/>
                    </a:lnTo>
                    <a:lnTo>
                      <a:pt x="223" y="597"/>
                    </a:lnTo>
                    <a:lnTo>
                      <a:pt x="213" y="632"/>
                    </a:lnTo>
                    <a:lnTo>
                      <a:pt x="206" y="669"/>
                    </a:lnTo>
                    <a:lnTo>
                      <a:pt x="202" y="708"/>
                    </a:lnTo>
                    <a:lnTo>
                      <a:pt x="198" y="745"/>
                    </a:lnTo>
                    <a:lnTo>
                      <a:pt x="198" y="784"/>
                    </a:lnTo>
                    <a:lnTo>
                      <a:pt x="197" y="878"/>
                    </a:lnTo>
                    <a:lnTo>
                      <a:pt x="197" y="882"/>
                    </a:lnTo>
                    <a:lnTo>
                      <a:pt x="41" y="1360"/>
                    </a:lnTo>
                    <a:lnTo>
                      <a:pt x="226" y="1360"/>
                    </a:lnTo>
                    <a:lnTo>
                      <a:pt x="265" y="1845"/>
                    </a:lnTo>
                    <a:lnTo>
                      <a:pt x="632" y="1801"/>
                    </a:lnTo>
                    <a:lnTo>
                      <a:pt x="688" y="2183"/>
                    </a:lnTo>
                    <a:lnTo>
                      <a:pt x="658" y="2188"/>
                    </a:lnTo>
                    <a:lnTo>
                      <a:pt x="606" y="1834"/>
                    </a:lnTo>
                    <a:lnTo>
                      <a:pt x="237" y="1879"/>
                    </a:lnTo>
                    <a:lnTo>
                      <a:pt x="198" y="1391"/>
                    </a:lnTo>
                    <a:lnTo>
                      <a:pt x="0" y="1391"/>
                    </a:lnTo>
                    <a:lnTo>
                      <a:pt x="167" y="875"/>
                    </a:lnTo>
                    <a:lnTo>
                      <a:pt x="167" y="784"/>
                    </a:lnTo>
                    <a:lnTo>
                      <a:pt x="167" y="784"/>
                    </a:lnTo>
                    <a:lnTo>
                      <a:pt x="169" y="743"/>
                    </a:lnTo>
                    <a:lnTo>
                      <a:pt x="172" y="704"/>
                    </a:lnTo>
                    <a:lnTo>
                      <a:pt x="176" y="665"/>
                    </a:lnTo>
                    <a:lnTo>
                      <a:pt x="184" y="626"/>
                    </a:lnTo>
                    <a:lnTo>
                      <a:pt x="193" y="589"/>
                    </a:lnTo>
                    <a:lnTo>
                      <a:pt x="202" y="552"/>
                    </a:lnTo>
                    <a:lnTo>
                      <a:pt x="215" y="515"/>
                    </a:lnTo>
                    <a:lnTo>
                      <a:pt x="230" y="480"/>
                    </a:lnTo>
                    <a:lnTo>
                      <a:pt x="245" y="445"/>
                    </a:lnTo>
                    <a:lnTo>
                      <a:pt x="263" y="411"/>
                    </a:lnTo>
                    <a:lnTo>
                      <a:pt x="282" y="378"/>
                    </a:lnTo>
                    <a:lnTo>
                      <a:pt x="302" y="346"/>
                    </a:lnTo>
                    <a:lnTo>
                      <a:pt x="324" y="315"/>
                    </a:lnTo>
                    <a:lnTo>
                      <a:pt x="347" y="285"/>
                    </a:lnTo>
                    <a:lnTo>
                      <a:pt x="371" y="258"/>
                    </a:lnTo>
                    <a:lnTo>
                      <a:pt x="397" y="230"/>
                    </a:lnTo>
                    <a:lnTo>
                      <a:pt x="424" y="204"/>
                    </a:lnTo>
                    <a:lnTo>
                      <a:pt x="454" y="180"/>
                    </a:lnTo>
                    <a:lnTo>
                      <a:pt x="484" y="156"/>
                    </a:lnTo>
                    <a:lnTo>
                      <a:pt x="513" y="133"/>
                    </a:lnTo>
                    <a:lnTo>
                      <a:pt x="545" y="113"/>
                    </a:lnTo>
                    <a:lnTo>
                      <a:pt x="578" y="95"/>
                    </a:lnTo>
                    <a:lnTo>
                      <a:pt x="612" y="78"/>
                    </a:lnTo>
                    <a:lnTo>
                      <a:pt x="647" y="61"/>
                    </a:lnTo>
                    <a:lnTo>
                      <a:pt x="682" y="48"/>
                    </a:lnTo>
                    <a:lnTo>
                      <a:pt x="719" y="35"/>
                    </a:lnTo>
                    <a:lnTo>
                      <a:pt x="756" y="24"/>
                    </a:lnTo>
                    <a:lnTo>
                      <a:pt x="793" y="17"/>
                    </a:lnTo>
                    <a:lnTo>
                      <a:pt x="832" y="9"/>
                    </a:lnTo>
                    <a:lnTo>
                      <a:pt x="871" y="4"/>
                    </a:lnTo>
                    <a:lnTo>
                      <a:pt x="912" y="2"/>
                    </a:lnTo>
                    <a:lnTo>
                      <a:pt x="953" y="0"/>
                    </a:lnTo>
                    <a:lnTo>
                      <a:pt x="953" y="0"/>
                    </a:lnTo>
                    <a:lnTo>
                      <a:pt x="991" y="2"/>
                    </a:lnTo>
                    <a:lnTo>
                      <a:pt x="1032" y="4"/>
                    </a:lnTo>
                    <a:lnTo>
                      <a:pt x="1071" y="9"/>
                    </a:lnTo>
                    <a:lnTo>
                      <a:pt x="1110" y="17"/>
                    </a:lnTo>
                    <a:lnTo>
                      <a:pt x="1147" y="24"/>
                    </a:lnTo>
                    <a:lnTo>
                      <a:pt x="1184" y="35"/>
                    </a:lnTo>
                    <a:lnTo>
                      <a:pt x="1221" y="48"/>
                    </a:lnTo>
                    <a:lnTo>
                      <a:pt x="1256" y="61"/>
                    </a:lnTo>
                    <a:lnTo>
                      <a:pt x="1292" y="78"/>
                    </a:lnTo>
                    <a:lnTo>
                      <a:pt x="1325" y="95"/>
                    </a:lnTo>
                    <a:lnTo>
                      <a:pt x="1358" y="113"/>
                    </a:lnTo>
                    <a:lnTo>
                      <a:pt x="1390" y="133"/>
                    </a:lnTo>
                    <a:lnTo>
                      <a:pt x="1421" y="156"/>
                    </a:lnTo>
                    <a:lnTo>
                      <a:pt x="1451" y="180"/>
                    </a:lnTo>
                    <a:lnTo>
                      <a:pt x="1479" y="204"/>
                    </a:lnTo>
                    <a:lnTo>
                      <a:pt x="1507" y="230"/>
                    </a:lnTo>
                    <a:lnTo>
                      <a:pt x="1532" y="258"/>
                    </a:lnTo>
                    <a:lnTo>
                      <a:pt x="1557" y="285"/>
                    </a:lnTo>
                    <a:lnTo>
                      <a:pt x="1581" y="315"/>
                    </a:lnTo>
                    <a:lnTo>
                      <a:pt x="1601" y="346"/>
                    </a:lnTo>
                    <a:lnTo>
                      <a:pt x="1621" y="378"/>
                    </a:lnTo>
                    <a:lnTo>
                      <a:pt x="1642" y="411"/>
                    </a:lnTo>
                    <a:lnTo>
                      <a:pt x="1658" y="445"/>
                    </a:lnTo>
                    <a:lnTo>
                      <a:pt x="1673" y="480"/>
                    </a:lnTo>
                    <a:lnTo>
                      <a:pt x="1688" y="515"/>
                    </a:lnTo>
                    <a:lnTo>
                      <a:pt x="1701" y="552"/>
                    </a:lnTo>
                    <a:lnTo>
                      <a:pt x="1710" y="589"/>
                    </a:lnTo>
                    <a:lnTo>
                      <a:pt x="1720" y="626"/>
                    </a:lnTo>
                    <a:lnTo>
                      <a:pt x="1727" y="665"/>
                    </a:lnTo>
                    <a:lnTo>
                      <a:pt x="1733" y="704"/>
                    </a:lnTo>
                    <a:lnTo>
                      <a:pt x="1734" y="745"/>
                    </a:lnTo>
                    <a:lnTo>
                      <a:pt x="1736" y="784"/>
                    </a:lnTo>
                    <a:lnTo>
                      <a:pt x="1736" y="784"/>
                    </a:lnTo>
                    <a:lnTo>
                      <a:pt x="1734" y="817"/>
                    </a:lnTo>
                    <a:lnTo>
                      <a:pt x="1733" y="849"/>
                    </a:lnTo>
                    <a:lnTo>
                      <a:pt x="1731" y="882"/>
                    </a:lnTo>
                    <a:lnTo>
                      <a:pt x="1725" y="913"/>
                    </a:lnTo>
                    <a:lnTo>
                      <a:pt x="1720" y="945"/>
                    </a:lnTo>
                    <a:lnTo>
                      <a:pt x="1712" y="976"/>
                    </a:lnTo>
                    <a:lnTo>
                      <a:pt x="1703" y="1008"/>
                    </a:lnTo>
                    <a:lnTo>
                      <a:pt x="1694" y="1038"/>
                    </a:lnTo>
                    <a:lnTo>
                      <a:pt x="1516" y="1604"/>
                    </a:lnTo>
                    <a:lnTo>
                      <a:pt x="1657" y="2494"/>
                    </a:lnTo>
                    <a:lnTo>
                      <a:pt x="1625" y="2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grpSp>
            <p:nvGrpSpPr>
              <p:cNvPr id="8" name="Group 7">
                <a:extLst>
                  <a:ext uri="{FF2B5EF4-FFF2-40B4-BE49-F238E27FC236}">
                    <a16:creationId xmlns:a16="http://schemas.microsoft.com/office/drawing/2014/main" id="{1884EB90-856A-4B3D-8C41-380E81E27851}"/>
                  </a:ext>
                </a:extLst>
              </p:cNvPr>
              <p:cNvGrpSpPr/>
              <p:nvPr/>
            </p:nvGrpSpPr>
            <p:grpSpPr>
              <a:xfrm>
                <a:off x="6207989" y="2521241"/>
                <a:ext cx="1833563" cy="3140075"/>
                <a:chOff x="7651751" y="2178051"/>
                <a:chExt cx="1833563" cy="3140075"/>
              </a:xfrm>
            </p:grpSpPr>
            <p:sp>
              <p:nvSpPr>
                <p:cNvPr id="9" name="Rectangle 8">
                  <a:extLst>
                    <a:ext uri="{FF2B5EF4-FFF2-40B4-BE49-F238E27FC236}">
                      <a16:creationId xmlns:a16="http://schemas.microsoft.com/office/drawing/2014/main" id="{5FF9FA55-6F13-46E9-B9A9-A10B60C42CD9}"/>
                    </a:ext>
                  </a:extLst>
                </p:cNvPr>
                <p:cNvSpPr>
                  <a:spLocks noChangeArrowheads="1"/>
                </p:cNvSpPr>
                <p:nvPr/>
              </p:nvSpPr>
              <p:spPr bwMode="auto">
                <a:xfrm>
                  <a:off x="8543926" y="4475163"/>
                  <a:ext cx="49213" cy="46038"/>
                </a:xfrm>
                <a:prstGeom prst="rect">
                  <a:avLst/>
                </a:prstGeom>
                <a:solidFill>
                  <a:srgbClr val="52585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0" name="Rectangle 9">
                  <a:extLst>
                    <a:ext uri="{FF2B5EF4-FFF2-40B4-BE49-F238E27FC236}">
                      <a16:creationId xmlns:a16="http://schemas.microsoft.com/office/drawing/2014/main" id="{5E05CB57-E35B-471D-BA9D-6AE183DE8024}"/>
                    </a:ext>
                  </a:extLst>
                </p:cNvPr>
                <p:cNvSpPr>
                  <a:spLocks noChangeArrowheads="1"/>
                </p:cNvSpPr>
                <p:nvPr/>
              </p:nvSpPr>
              <p:spPr bwMode="auto">
                <a:xfrm>
                  <a:off x="8543926" y="4575176"/>
                  <a:ext cx="49213"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1" name="Rectangle 10">
                  <a:extLst>
                    <a:ext uri="{FF2B5EF4-FFF2-40B4-BE49-F238E27FC236}">
                      <a16:creationId xmlns:a16="http://schemas.microsoft.com/office/drawing/2014/main" id="{917B6F65-886C-4190-9FA3-150088DB4114}"/>
                    </a:ext>
                  </a:extLst>
                </p:cNvPr>
                <p:cNvSpPr>
                  <a:spLocks noChangeArrowheads="1"/>
                </p:cNvSpPr>
                <p:nvPr/>
              </p:nvSpPr>
              <p:spPr bwMode="auto">
                <a:xfrm>
                  <a:off x="8543926" y="4675188"/>
                  <a:ext cx="49213"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2" name="Rectangle 11">
                  <a:extLst>
                    <a:ext uri="{FF2B5EF4-FFF2-40B4-BE49-F238E27FC236}">
                      <a16:creationId xmlns:a16="http://schemas.microsoft.com/office/drawing/2014/main" id="{D04EF3EF-7492-4924-B3E4-4CB85BE29369}"/>
                    </a:ext>
                  </a:extLst>
                </p:cNvPr>
                <p:cNvSpPr>
                  <a:spLocks noChangeArrowheads="1"/>
                </p:cNvSpPr>
                <p:nvPr/>
              </p:nvSpPr>
              <p:spPr bwMode="auto">
                <a:xfrm>
                  <a:off x="8543926" y="4775201"/>
                  <a:ext cx="49213"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3" name="Rectangle 12">
                  <a:extLst>
                    <a:ext uri="{FF2B5EF4-FFF2-40B4-BE49-F238E27FC236}">
                      <a16:creationId xmlns:a16="http://schemas.microsoft.com/office/drawing/2014/main" id="{DB852891-76E9-4DE8-99BB-C456338C6912}"/>
                    </a:ext>
                  </a:extLst>
                </p:cNvPr>
                <p:cNvSpPr>
                  <a:spLocks noChangeArrowheads="1"/>
                </p:cNvSpPr>
                <p:nvPr/>
              </p:nvSpPr>
              <p:spPr bwMode="auto">
                <a:xfrm>
                  <a:off x="8543926" y="4872038"/>
                  <a:ext cx="49213" cy="492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4" name="Rectangle 13">
                  <a:extLst>
                    <a:ext uri="{FF2B5EF4-FFF2-40B4-BE49-F238E27FC236}">
                      <a16:creationId xmlns:a16="http://schemas.microsoft.com/office/drawing/2014/main" id="{76F966E4-BDBB-4EA2-AF2B-CE2D055C5C0B}"/>
                    </a:ext>
                  </a:extLst>
                </p:cNvPr>
                <p:cNvSpPr>
                  <a:spLocks noChangeArrowheads="1"/>
                </p:cNvSpPr>
                <p:nvPr/>
              </p:nvSpPr>
              <p:spPr bwMode="auto">
                <a:xfrm>
                  <a:off x="8543926" y="4972051"/>
                  <a:ext cx="49213" cy="492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5" name="Rectangle 14">
                  <a:extLst>
                    <a:ext uri="{FF2B5EF4-FFF2-40B4-BE49-F238E27FC236}">
                      <a16:creationId xmlns:a16="http://schemas.microsoft.com/office/drawing/2014/main" id="{47D17988-145F-4083-A8C8-26E7E72E0F08}"/>
                    </a:ext>
                  </a:extLst>
                </p:cNvPr>
                <p:cNvSpPr>
                  <a:spLocks noChangeArrowheads="1"/>
                </p:cNvSpPr>
                <p:nvPr/>
              </p:nvSpPr>
              <p:spPr bwMode="auto">
                <a:xfrm>
                  <a:off x="8543926" y="5072063"/>
                  <a:ext cx="49213" cy="492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6" name="Rectangle 15">
                  <a:extLst>
                    <a:ext uri="{FF2B5EF4-FFF2-40B4-BE49-F238E27FC236}">
                      <a16:creationId xmlns:a16="http://schemas.microsoft.com/office/drawing/2014/main" id="{6132E3B0-8425-460B-B1F1-FCACFFD24B41}"/>
                    </a:ext>
                  </a:extLst>
                </p:cNvPr>
                <p:cNvSpPr>
                  <a:spLocks noChangeArrowheads="1"/>
                </p:cNvSpPr>
                <p:nvPr/>
              </p:nvSpPr>
              <p:spPr bwMode="auto">
                <a:xfrm>
                  <a:off x="8543926" y="5172076"/>
                  <a:ext cx="49213" cy="492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7" name="Rectangle 16">
                  <a:extLst>
                    <a:ext uri="{FF2B5EF4-FFF2-40B4-BE49-F238E27FC236}">
                      <a16:creationId xmlns:a16="http://schemas.microsoft.com/office/drawing/2014/main" id="{389052EF-3A92-42FF-A8F5-AE5C61CDE126}"/>
                    </a:ext>
                  </a:extLst>
                </p:cNvPr>
                <p:cNvSpPr>
                  <a:spLocks noChangeArrowheads="1"/>
                </p:cNvSpPr>
                <p:nvPr/>
              </p:nvSpPr>
              <p:spPr bwMode="auto">
                <a:xfrm>
                  <a:off x="8543926" y="5272088"/>
                  <a:ext cx="49213"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8" name="Freeform 240">
                  <a:extLst>
                    <a:ext uri="{FF2B5EF4-FFF2-40B4-BE49-F238E27FC236}">
                      <a16:creationId xmlns:a16="http://schemas.microsoft.com/office/drawing/2014/main" id="{2C35CD08-6BC0-4B8B-B687-87817D9AA065}"/>
                    </a:ext>
                  </a:extLst>
                </p:cNvPr>
                <p:cNvSpPr>
                  <a:spLocks/>
                </p:cNvSpPr>
                <p:nvPr/>
              </p:nvSpPr>
              <p:spPr bwMode="auto">
                <a:xfrm>
                  <a:off x="7881938" y="2409826"/>
                  <a:ext cx="1373188" cy="1693863"/>
                </a:xfrm>
                <a:custGeom>
                  <a:avLst/>
                  <a:gdLst>
                    <a:gd name="T0" fmla="*/ 434 w 865"/>
                    <a:gd name="T1" fmla="*/ 0 h 1067"/>
                    <a:gd name="T2" fmla="*/ 389 w 865"/>
                    <a:gd name="T3" fmla="*/ 2 h 1067"/>
                    <a:gd name="T4" fmla="*/ 304 w 865"/>
                    <a:gd name="T5" fmla="*/ 19 h 1067"/>
                    <a:gd name="T6" fmla="*/ 226 w 865"/>
                    <a:gd name="T7" fmla="*/ 52 h 1067"/>
                    <a:gd name="T8" fmla="*/ 157 w 865"/>
                    <a:gd name="T9" fmla="*/ 98 h 1067"/>
                    <a:gd name="T10" fmla="*/ 98 w 865"/>
                    <a:gd name="T11" fmla="*/ 158 h 1067"/>
                    <a:gd name="T12" fmla="*/ 52 w 865"/>
                    <a:gd name="T13" fmla="*/ 226 h 1067"/>
                    <a:gd name="T14" fmla="*/ 20 w 865"/>
                    <a:gd name="T15" fmla="*/ 304 h 1067"/>
                    <a:gd name="T16" fmla="*/ 2 w 865"/>
                    <a:gd name="T17" fmla="*/ 387 h 1067"/>
                    <a:gd name="T18" fmla="*/ 0 w 865"/>
                    <a:gd name="T19" fmla="*/ 432 h 1067"/>
                    <a:gd name="T20" fmla="*/ 0 w 865"/>
                    <a:gd name="T21" fmla="*/ 456 h 1067"/>
                    <a:gd name="T22" fmla="*/ 6 w 865"/>
                    <a:gd name="T23" fmla="*/ 502 h 1067"/>
                    <a:gd name="T24" fmla="*/ 15 w 865"/>
                    <a:gd name="T25" fmla="*/ 547 h 1067"/>
                    <a:gd name="T26" fmla="*/ 30 w 865"/>
                    <a:gd name="T27" fmla="*/ 589 h 1067"/>
                    <a:gd name="T28" fmla="*/ 48 w 865"/>
                    <a:gd name="T29" fmla="*/ 630 h 1067"/>
                    <a:gd name="T30" fmla="*/ 70 w 865"/>
                    <a:gd name="T31" fmla="*/ 669 h 1067"/>
                    <a:gd name="T32" fmla="*/ 96 w 865"/>
                    <a:gd name="T33" fmla="*/ 704 h 1067"/>
                    <a:gd name="T34" fmla="*/ 141 w 865"/>
                    <a:gd name="T35" fmla="*/ 752 h 1067"/>
                    <a:gd name="T36" fmla="*/ 154 w 865"/>
                    <a:gd name="T37" fmla="*/ 763 h 1067"/>
                    <a:gd name="T38" fmla="*/ 178 w 865"/>
                    <a:gd name="T39" fmla="*/ 787 h 1067"/>
                    <a:gd name="T40" fmla="*/ 219 w 865"/>
                    <a:gd name="T41" fmla="*/ 843 h 1067"/>
                    <a:gd name="T42" fmla="*/ 246 w 865"/>
                    <a:gd name="T43" fmla="*/ 906 h 1067"/>
                    <a:gd name="T44" fmla="*/ 261 w 865"/>
                    <a:gd name="T45" fmla="*/ 975 h 1067"/>
                    <a:gd name="T46" fmla="*/ 263 w 865"/>
                    <a:gd name="T47" fmla="*/ 1067 h 1067"/>
                    <a:gd name="T48" fmla="*/ 602 w 865"/>
                    <a:gd name="T49" fmla="*/ 1067 h 1067"/>
                    <a:gd name="T50" fmla="*/ 602 w 865"/>
                    <a:gd name="T51" fmla="*/ 1012 h 1067"/>
                    <a:gd name="T52" fmla="*/ 610 w 865"/>
                    <a:gd name="T53" fmla="*/ 939 h 1067"/>
                    <a:gd name="T54" fmla="*/ 632 w 865"/>
                    <a:gd name="T55" fmla="*/ 873 h 1067"/>
                    <a:gd name="T56" fmla="*/ 667 w 865"/>
                    <a:gd name="T57" fmla="*/ 813 h 1067"/>
                    <a:gd name="T58" fmla="*/ 711 w 865"/>
                    <a:gd name="T59" fmla="*/ 763 h 1067"/>
                    <a:gd name="T60" fmla="*/ 724 w 865"/>
                    <a:gd name="T61" fmla="*/ 752 h 1067"/>
                    <a:gd name="T62" fmla="*/ 756 w 865"/>
                    <a:gd name="T63" fmla="*/ 721 h 1067"/>
                    <a:gd name="T64" fmla="*/ 784 w 865"/>
                    <a:gd name="T65" fmla="*/ 686 h 1067"/>
                    <a:gd name="T66" fmla="*/ 808 w 865"/>
                    <a:gd name="T67" fmla="*/ 648 h 1067"/>
                    <a:gd name="T68" fmla="*/ 828 w 865"/>
                    <a:gd name="T69" fmla="*/ 610 h 1067"/>
                    <a:gd name="T70" fmla="*/ 843 w 865"/>
                    <a:gd name="T71" fmla="*/ 569 h 1067"/>
                    <a:gd name="T72" fmla="*/ 856 w 865"/>
                    <a:gd name="T73" fmla="*/ 524 h 1067"/>
                    <a:gd name="T74" fmla="*/ 863 w 865"/>
                    <a:gd name="T75" fmla="*/ 480 h 1067"/>
                    <a:gd name="T76" fmla="*/ 865 w 865"/>
                    <a:gd name="T77" fmla="*/ 432 h 1067"/>
                    <a:gd name="T78" fmla="*/ 865 w 865"/>
                    <a:gd name="T79" fmla="*/ 409 h 1067"/>
                    <a:gd name="T80" fmla="*/ 856 w 865"/>
                    <a:gd name="T81" fmla="*/ 345 h 1067"/>
                    <a:gd name="T82" fmla="*/ 832 w 865"/>
                    <a:gd name="T83" fmla="*/ 263 h 1067"/>
                    <a:gd name="T84" fmla="*/ 791 w 865"/>
                    <a:gd name="T85" fmla="*/ 191 h 1067"/>
                    <a:gd name="T86" fmla="*/ 739 w 865"/>
                    <a:gd name="T87" fmla="*/ 126 h 1067"/>
                    <a:gd name="T88" fmla="*/ 674 w 865"/>
                    <a:gd name="T89" fmla="*/ 74 h 1067"/>
                    <a:gd name="T90" fmla="*/ 600 w 865"/>
                    <a:gd name="T91" fmla="*/ 33 h 1067"/>
                    <a:gd name="T92" fmla="*/ 521 w 865"/>
                    <a:gd name="T93" fmla="*/ 7 h 1067"/>
                    <a:gd name="T94" fmla="*/ 456 w 865"/>
                    <a:gd name="T95" fmla="*/ 0 h 1067"/>
                    <a:gd name="T96" fmla="*/ 434 w 865"/>
                    <a:gd name="T97" fmla="*/ 0 h 1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65" h="1067">
                      <a:moveTo>
                        <a:pt x="434" y="0"/>
                      </a:moveTo>
                      <a:lnTo>
                        <a:pt x="434" y="0"/>
                      </a:lnTo>
                      <a:lnTo>
                        <a:pt x="411" y="0"/>
                      </a:lnTo>
                      <a:lnTo>
                        <a:pt x="389" y="2"/>
                      </a:lnTo>
                      <a:lnTo>
                        <a:pt x="345" y="7"/>
                      </a:lnTo>
                      <a:lnTo>
                        <a:pt x="304" y="19"/>
                      </a:lnTo>
                      <a:lnTo>
                        <a:pt x="265" y="33"/>
                      </a:lnTo>
                      <a:lnTo>
                        <a:pt x="226" y="52"/>
                      </a:lnTo>
                      <a:lnTo>
                        <a:pt x="191" y="74"/>
                      </a:lnTo>
                      <a:lnTo>
                        <a:pt x="157" y="98"/>
                      </a:lnTo>
                      <a:lnTo>
                        <a:pt x="126" y="126"/>
                      </a:lnTo>
                      <a:lnTo>
                        <a:pt x="98" y="158"/>
                      </a:lnTo>
                      <a:lnTo>
                        <a:pt x="74" y="191"/>
                      </a:lnTo>
                      <a:lnTo>
                        <a:pt x="52" y="226"/>
                      </a:lnTo>
                      <a:lnTo>
                        <a:pt x="33" y="263"/>
                      </a:lnTo>
                      <a:lnTo>
                        <a:pt x="20" y="304"/>
                      </a:lnTo>
                      <a:lnTo>
                        <a:pt x="9" y="345"/>
                      </a:lnTo>
                      <a:lnTo>
                        <a:pt x="2" y="387"/>
                      </a:lnTo>
                      <a:lnTo>
                        <a:pt x="0" y="409"/>
                      </a:lnTo>
                      <a:lnTo>
                        <a:pt x="0" y="432"/>
                      </a:lnTo>
                      <a:lnTo>
                        <a:pt x="0" y="432"/>
                      </a:lnTo>
                      <a:lnTo>
                        <a:pt x="0" y="456"/>
                      </a:lnTo>
                      <a:lnTo>
                        <a:pt x="2" y="480"/>
                      </a:lnTo>
                      <a:lnTo>
                        <a:pt x="6" y="502"/>
                      </a:lnTo>
                      <a:lnTo>
                        <a:pt x="9" y="524"/>
                      </a:lnTo>
                      <a:lnTo>
                        <a:pt x="15" y="547"/>
                      </a:lnTo>
                      <a:lnTo>
                        <a:pt x="22" y="569"/>
                      </a:lnTo>
                      <a:lnTo>
                        <a:pt x="30" y="589"/>
                      </a:lnTo>
                      <a:lnTo>
                        <a:pt x="39" y="610"/>
                      </a:lnTo>
                      <a:lnTo>
                        <a:pt x="48" y="630"/>
                      </a:lnTo>
                      <a:lnTo>
                        <a:pt x="59" y="648"/>
                      </a:lnTo>
                      <a:lnTo>
                        <a:pt x="70" y="669"/>
                      </a:lnTo>
                      <a:lnTo>
                        <a:pt x="83" y="686"/>
                      </a:lnTo>
                      <a:lnTo>
                        <a:pt x="96" y="704"/>
                      </a:lnTo>
                      <a:lnTo>
                        <a:pt x="109" y="721"/>
                      </a:lnTo>
                      <a:lnTo>
                        <a:pt x="141" y="752"/>
                      </a:lnTo>
                      <a:lnTo>
                        <a:pt x="141" y="752"/>
                      </a:lnTo>
                      <a:lnTo>
                        <a:pt x="154" y="763"/>
                      </a:lnTo>
                      <a:lnTo>
                        <a:pt x="154" y="763"/>
                      </a:lnTo>
                      <a:lnTo>
                        <a:pt x="178" y="787"/>
                      </a:lnTo>
                      <a:lnTo>
                        <a:pt x="200" y="813"/>
                      </a:lnTo>
                      <a:lnTo>
                        <a:pt x="219" y="843"/>
                      </a:lnTo>
                      <a:lnTo>
                        <a:pt x="233" y="873"/>
                      </a:lnTo>
                      <a:lnTo>
                        <a:pt x="246" y="906"/>
                      </a:lnTo>
                      <a:lnTo>
                        <a:pt x="256" y="939"/>
                      </a:lnTo>
                      <a:lnTo>
                        <a:pt x="261" y="975"/>
                      </a:lnTo>
                      <a:lnTo>
                        <a:pt x="263" y="1012"/>
                      </a:lnTo>
                      <a:lnTo>
                        <a:pt x="263" y="1067"/>
                      </a:lnTo>
                      <a:lnTo>
                        <a:pt x="434" y="1067"/>
                      </a:lnTo>
                      <a:lnTo>
                        <a:pt x="602" y="1067"/>
                      </a:lnTo>
                      <a:lnTo>
                        <a:pt x="602" y="1012"/>
                      </a:lnTo>
                      <a:lnTo>
                        <a:pt x="602" y="1012"/>
                      </a:lnTo>
                      <a:lnTo>
                        <a:pt x="604" y="975"/>
                      </a:lnTo>
                      <a:lnTo>
                        <a:pt x="610" y="939"/>
                      </a:lnTo>
                      <a:lnTo>
                        <a:pt x="619" y="906"/>
                      </a:lnTo>
                      <a:lnTo>
                        <a:pt x="632" y="873"/>
                      </a:lnTo>
                      <a:lnTo>
                        <a:pt x="647" y="843"/>
                      </a:lnTo>
                      <a:lnTo>
                        <a:pt x="667" y="813"/>
                      </a:lnTo>
                      <a:lnTo>
                        <a:pt x="687" y="787"/>
                      </a:lnTo>
                      <a:lnTo>
                        <a:pt x="711" y="763"/>
                      </a:lnTo>
                      <a:lnTo>
                        <a:pt x="711" y="763"/>
                      </a:lnTo>
                      <a:lnTo>
                        <a:pt x="724" y="752"/>
                      </a:lnTo>
                      <a:lnTo>
                        <a:pt x="724" y="752"/>
                      </a:lnTo>
                      <a:lnTo>
                        <a:pt x="756" y="721"/>
                      </a:lnTo>
                      <a:lnTo>
                        <a:pt x="769" y="704"/>
                      </a:lnTo>
                      <a:lnTo>
                        <a:pt x="784" y="686"/>
                      </a:lnTo>
                      <a:lnTo>
                        <a:pt x="795" y="669"/>
                      </a:lnTo>
                      <a:lnTo>
                        <a:pt x="808" y="648"/>
                      </a:lnTo>
                      <a:lnTo>
                        <a:pt x="817" y="630"/>
                      </a:lnTo>
                      <a:lnTo>
                        <a:pt x="828" y="610"/>
                      </a:lnTo>
                      <a:lnTo>
                        <a:pt x="836" y="589"/>
                      </a:lnTo>
                      <a:lnTo>
                        <a:pt x="843" y="569"/>
                      </a:lnTo>
                      <a:lnTo>
                        <a:pt x="850" y="547"/>
                      </a:lnTo>
                      <a:lnTo>
                        <a:pt x="856" y="524"/>
                      </a:lnTo>
                      <a:lnTo>
                        <a:pt x="860" y="502"/>
                      </a:lnTo>
                      <a:lnTo>
                        <a:pt x="863" y="480"/>
                      </a:lnTo>
                      <a:lnTo>
                        <a:pt x="865" y="456"/>
                      </a:lnTo>
                      <a:lnTo>
                        <a:pt x="865" y="432"/>
                      </a:lnTo>
                      <a:lnTo>
                        <a:pt x="865" y="432"/>
                      </a:lnTo>
                      <a:lnTo>
                        <a:pt x="865" y="409"/>
                      </a:lnTo>
                      <a:lnTo>
                        <a:pt x="863" y="387"/>
                      </a:lnTo>
                      <a:lnTo>
                        <a:pt x="856" y="345"/>
                      </a:lnTo>
                      <a:lnTo>
                        <a:pt x="847" y="304"/>
                      </a:lnTo>
                      <a:lnTo>
                        <a:pt x="832" y="263"/>
                      </a:lnTo>
                      <a:lnTo>
                        <a:pt x="813" y="226"/>
                      </a:lnTo>
                      <a:lnTo>
                        <a:pt x="791" y="191"/>
                      </a:lnTo>
                      <a:lnTo>
                        <a:pt x="767" y="158"/>
                      </a:lnTo>
                      <a:lnTo>
                        <a:pt x="739" y="126"/>
                      </a:lnTo>
                      <a:lnTo>
                        <a:pt x="708" y="98"/>
                      </a:lnTo>
                      <a:lnTo>
                        <a:pt x="674" y="74"/>
                      </a:lnTo>
                      <a:lnTo>
                        <a:pt x="639" y="52"/>
                      </a:lnTo>
                      <a:lnTo>
                        <a:pt x="600" y="33"/>
                      </a:lnTo>
                      <a:lnTo>
                        <a:pt x="561" y="19"/>
                      </a:lnTo>
                      <a:lnTo>
                        <a:pt x="521" y="7"/>
                      </a:lnTo>
                      <a:lnTo>
                        <a:pt x="476" y="2"/>
                      </a:lnTo>
                      <a:lnTo>
                        <a:pt x="456" y="0"/>
                      </a:lnTo>
                      <a:lnTo>
                        <a:pt x="434" y="0"/>
                      </a:lnTo>
                      <a:lnTo>
                        <a:pt x="434" y="0"/>
                      </a:lnTo>
                      <a:close/>
                    </a:path>
                  </a:pathLst>
                </a:custGeom>
                <a:solidFill>
                  <a:srgbClr val="FDD300"/>
                </a:solidFill>
                <a:ln w="222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9" name="Freeform 241">
                  <a:extLst>
                    <a:ext uri="{FF2B5EF4-FFF2-40B4-BE49-F238E27FC236}">
                      <a16:creationId xmlns:a16="http://schemas.microsoft.com/office/drawing/2014/main" id="{48363F46-C1B1-4332-8335-A2F8F0FAF7A4}"/>
                    </a:ext>
                  </a:extLst>
                </p:cNvPr>
                <p:cNvSpPr>
                  <a:spLocks noEditPoints="1"/>
                </p:cNvSpPr>
                <p:nvPr/>
              </p:nvSpPr>
              <p:spPr bwMode="auto">
                <a:xfrm>
                  <a:off x="8275638" y="4079876"/>
                  <a:ext cx="585788" cy="333375"/>
                </a:xfrm>
                <a:custGeom>
                  <a:avLst/>
                  <a:gdLst>
                    <a:gd name="T0" fmla="*/ 369 w 369"/>
                    <a:gd name="T1" fmla="*/ 210 h 210"/>
                    <a:gd name="T2" fmla="*/ 0 w 369"/>
                    <a:gd name="T3" fmla="*/ 210 h 210"/>
                    <a:gd name="T4" fmla="*/ 0 w 369"/>
                    <a:gd name="T5" fmla="*/ 0 h 210"/>
                    <a:gd name="T6" fmla="*/ 369 w 369"/>
                    <a:gd name="T7" fmla="*/ 0 h 210"/>
                    <a:gd name="T8" fmla="*/ 369 w 369"/>
                    <a:gd name="T9" fmla="*/ 210 h 210"/>
                    <a:gd name="T10" fmla="*/ 30 w 369"/>
                    <a:gd name="T11" fmla="*/ 180 h 210"/>
                    <a:gd name="T12" fmla="*/ 339 w 369"/>
                    <a:gd name="T13" fmla="*/ 180 h 210"/>
                    <a:gd name="T14" fmla="*/ 339 w 369"/>
                    <a:gd name="T15" fmla="*/ 32 h 210"/>
                    <a:gd name="T16" fmla="*/ 30 w 369"/>
                    <a:gd name="T17" fmla="*/ 32 h 210"/>
                    <a:gd name="T18" fmla="*/ 30 w 369"/>
                    <a:gd name="T19" fmla="*/ 18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9" h="210">
                      <a:moveTo>
                        <a:pt x="369" y="210"/>
                      </a:moveTo>
                      <a:lnTo>
                        <a:pt x="0" y="210"/>
                      </a:lnTo>
                      <a:lnTo>
                        <a:pt x="0" y="0"/>
                      </a:lnTo>
                      <a:lnTo>
                        <a:pt x="369" y="0"/>
                      </a:lnTo>
                      <a:lnTo>
                        <a:pt x="369" y="210"/>
                      </a:lnTo>
                      <a:close/>
                      <a:moveTo>
                        <a:pt x="30" y="180"/>
                      </a:moveTo>
                      <a:lnTo>
                        <a:pt x="339" y="180"/>
                      </a:lnTo>
                      <a:lnTo>
                        <a:pt x="339" y="32"/>
                      </a:lnTo>
                      <a:lnTo>
                        <a:pt x="30" y="32"/>
                      </a:lnTo>
                      <a:lnTo>
                        <a:pt x="30"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0" name="Rectangle 19">
                  <a:extLst>
                    <a:ext uri="{FF2B5EF4-FFF2-40B4-BE49-F238E27FC236}">
                      <a16:creationId xmlns:a16="http://schemas.microsoft.com/office/drawing/2014/main" id="{44F504D5-7A7E-4ACC-BCF5-A92044FCFA7D}"/>
                    </a:ext>
                  </a:extLst>
                </p:cNvPr>
                <p:cNvSpPr>
                  <a:spLocks noChangeArrowheads="1"/>
                </p:cNvSpPr>
                <p:nvPr/>
              </p:nvSpPr>
              <p:spPr bwMode="auto">
                <a:xfrm>
                  <a:off x="8250238" y="4079876"/>
                  <a:ext cx="638175" cy="50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1" name="Rectangle 20">
                  <a:extLst>
                    <a:ext uri="{FF2B5EF4-FFF2-40B4-BE49-F238E27FC236}">
                      <a16:creationId xmlns:a16="http://schemas.microsoft.com/office/drawing/2014/main" id="{C1CBD50D-402F-4749-99F6-343DEE0C6B5F}"/>
                    </a:ext>
                  </a:extLst>
                </p:cNvPr>
                <p:cNvSpPr>
                  <a:spLocks noChangeArrowheads="1"/>
                </p:cNvSpPr>
                <p:nvPr/>
              </p:nvSpPr>
              <p:spPr bwMode="auto">
                <a:xfrm>
                  <a:off x="8250238" y="4175126"/>
                  <a:ext cx="638175" cy="492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2" name="Rectangle 21">
                  <a:extLst>
                    <a:ext uri="{FF2B5EF4-FFF2-40B4-BE49-F238E27FC236}">
                      <a16:creationId xmlns:a16="http://schemas.microsoft.com/office/drawing/2014/main" id="{AF44BB8C-3666-440F-AA8D-1F2444422749}"/>
                    </a:ext>
                  </a:extLst>
                </p:cNvPr>
                <p:cNvSpPr>
                  <a:spLocks noChangeArrowheads="1"/>
                </p:cNvSpPr>
                <p:nvPr/>
              </p:nvSpPr>
              <p:spPr bwMode="auto">
                <a:xfrm>
                  <a:off x="8250238" y="4271963"/>
                  <a:ext cx="638175"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3" name="Rectangle 22">
                  <a:extLst>
                    <a:ext uri="{FF2B5EF4-FFF2-40B4-BE49-F238E27FC236}">
                      <a16:creationId xmlns:a16="http://schemas.microsoft.com/office/drawing/2014/main" id="{E9F10FF6-3852-4486-BFA3-65DD08A32BF4}"/>
                    </a:ext>
                  </a:extLst>
                </p:cNvPr>
                <p:cNvSpPr>
                  <a:spLocks noChangeArrowheads="1"/>
                </p:cNvSpPr>
                <p:nvPr/>
              </p:nvSpPr>
              <p:spPr bwMode="auto">
                <a:xfrm>
                  <a:off x="8250238" y="4365626"/>
                  <a:ext cx="638175" cy="476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4" name="Freeform 246">
                  <a:extLst>
                    <a:ext uri="{FF2B5EF4-FFF2-40B4-BE49-F238E27FC236}">
                      <a16:creationId xmlns:a16="http://schemas.microsoft.com/office/drawing/2014/main" id="{FA179A60-74EB-4200-9514-9AD1B05F8A69}"/>
                    </a:ext>
                  </a:extLst>
                </p:cNvPr>
                <p:cNvSpPr>
                  <a:spLocks noEditPoints="1"/>
                </p:cNvSpPr>
                <p:nvPr/>
              </p:nvSpPr>
              <p:spPr bwMode="auto">
                <a:xfrm>
                  <a:off x="8443913" y="4365626"/>
                  <a:ext cx="249238" cy="155575"/>
                </a:xfrm>
                <a:custGeom>
                  <a:avLst/>
                  <a:gdLst>
                    <a:gd name="T0" fmla="*/ 157 w 157"/>
                    <a:gd name="T1" fmla="*/ 98 h 98"/>
                    <a:gd name="T2" fmla="*/ 0 w 157"/>
                    <a:gd name="T3" fmla="*/ 98 h 98"/>
                    <a:gd name="T4" fmla="*/ 0 w 157"/>
                    <a:gd name="T5" fmla="*/ 0 h 98"/>
                    <a:gd name="T6" fmla="*/ 157 w 157"/>
                    <a:gd name="T7" fmla="*/ 0 h 98"/>
                    <a:gd name="T8" fmla="*/ 157 w 157"/>
                    <a:gd name="T9" fmla="*/ 98 h 98"/>
                    <a:gd name="T10" fmla="*/ 30 w 157"/>
                    <a:gd name="T11" fmla="*/ 69 h 98"/>
                    <a:gd name="T12" fmla="*/ 128 w 157"/>
                    <a:gd name="T13" fmla="*/ 69 h 98"/>
                    <a:gd name="T14" fmla="*/ 128 w 157"/>
                    <a:gd name="T15" fmla="*/ 30 h 98"/>
                    <a:gd name="T16" fmla="*/ 30 w 157"/>
                    <a:gd name="T17" fmla="*/ 30 h 98"/>
                    <a:gd name="T18" fmla="*/ 30 w 157"/>
                    <a:gd name="T19" fmla="*/ 69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98">
                      <a:moveTo>
                        <a:pt x="157" y="98"/>
                      </a:moveTo>
                      <a:lnTo>
                        <a:pt x="0" y="98"/>
                      </a:lnTo>
                      <a:lnTo>
                        <a:pt x="0" y="0"/>
                      </a:lnTo>
                      <a:lnTo>
                        <a:pt x="157" y="0"/>
                      </a:lnTo>
                      <a:lnTo>
                        <a:pt x="157" y="98"/>
                      </a:lnTo>
                      <a:close/>
                      <a:moveTo>
                        <a:pt x="30" y="69"/>
                      </a:moveTo>
                      <a:lnTo>
                        <a:pt x="128" y="69"/>
                      </a:lnTo>
                      <a:lnTo>
                        <a:pt x="128" y="30"/>
                      </a:lnTo>
                      <a:lnTo>
                        <a:pt x="30" y="30"/>
                      </a:lnTo>
                      <a:lnTo>
                        <a:pt x="3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5" name="Rectangle 24">
                  <a:extLst>
                    <a:ext uri="{FF2B5EF4-FFF2-40B4-BE49-F238E27FC236}">
                      <a16:creationId xmlns:a16="http://schemas.microsoft.com/office/drawing/2014/main" id="{A955F91C-F774-4BF6-AEB1-172034682396}"/>
                    </a:ext>
                  </a:extLst>
                </p:cNvPr>
                <p:cNvSpPr>
                  <a:spLocks noChangeArrowheads="1"/>
                </p:cNvSpPr>
                <p:nvPr/>
              </p:nvSpPr>
              <p:spPr bwMode="auto">
                <a:xfrm>
                  <a:off x="8543926" y="3471863"/>
                  <a:ext cx="49213" cy="631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6" name="Freeform 248">
                  <a:extLst>
                    <a:ext uri="{FF2B5EF4-FFF2-40B4-BE49-F238E27FC236}">
                      <a16:creationId xmlns:a16="http://schemas.microsoft.com/office/drawing/2014/main" id="{20BA89EC-750D-4B3D-8770-1E27FD8E862F}"/>
                    </a:ext>
                  </a:extLst>
                </p:cNvPr>
                <p:cNvSpPr>
                  <a:spLocks/>
                </p:cNvSpPr>
                <p:nvPr/>
              </p:nvSpPr>
              <p:spPr bwMode="auto">
                <a:xfrm>
                  <a:off x="8375651" y="2968626"/>
                  <a:ext cx="385763" cy="255588"/>
                </a:xfrm>
                <a:custGeom>
                  <a:avLst/>
                  <a:gdLst>
                    <a:gd name="T0" fmla="*/ 145 w 243"/>
                    <a:gd name="T1" fmla="*/ 161 h 161"/>
                    <a:gd name="T2" fmla="*/ 98 w 243"/>
                    <a:gd name="T3" fmla="*/ 69 h 161"/>
                    <a:gd name="T4" fmla="*/ 85 w 243"/>
                    <a:gd name="T5" fmla="*/ 95 h 161"/>
                    <a:gd name="T6" fmla="*/ 0 w 243"/>
                    <a:gd name="T7" fmla="*/ 95 h 161"/>
                    <a:gd name="T8" fmla="*/ 0 w 243"/>
                    <a:gd name="T9" fmla="*/ 65 h 161"/>
                    <a:gd name="T10" fmla="*/ 65 w 243"/>
                    <a:gd name="T11" fmla="*/ 65 h 161"/>
                    <a:gd name="T12" fmla="*/ 98 w 243"/>
                    <a:gd name="T13" fmla="*/ 0 h 161"/>
                    <a:gd name="T14" fmla="*/ 145 w 243"/>
                    <a:gd name="T15" fmla="*/ 93 h 161"/>
                    <a:gd name="T16" fmla="*/ 160 w 243"/>
                    <a:gd name="T17" fmla="*/ 65 h 161"/>
                    <a:gd name="T18" fmla="*/ 243 w 243"/>
                    <a:gd name="T19" fmla="*/ 65 h 161"/>
                    <a:gd name="T20" fmla="*/ 243 w 243"/>
                    <a:gd name="T21" fmla="*/ 95 h 161"/>
                    <a:gd name="T22" fmla="*/ 178 w 243"/>
                    <a:gd name="T23" fmla="*/ 95 h 161"/>
                    <a:gd name="T24" fmla="*/ 145 w 243"/>
                    <a:gd name="T25" fmla="*/ 16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3" h="161">
                      <a:moveTo>
                        <a:pt x="145" y="161"/>
                      </a:moveTo>
                      <a:lnTo>
                        <a:pt x="98" y="69"/>
                      </a:lnTo>
                      <a:lnTo>
                        <a:pt x="85" y="95"/>
                      </a:lnTo>
                      <a:lnTo>
                        <a:pt x="0" y="95"/>
                      </a:lnTo>
                      <a:lnTo>
                        <a:pt x="0" y="65"/>
                      </a:lnTo>
                      <a:lnTo>
                        <a:pt x="65" y="65"/>
                      </a:lnTo>
                      <a:lnTo>
                        <a:pt x="98" y="0"/>
                      </a:lnTo>
                      <a:lnTo>
                        <a:pt x="145" y="93"/>
                      </a:lnTo>
                      <a:lnTo>
                        <a:pt x="160" y="65"/>
                      </a:lnTo>
                      <a:lnTo>
                        <a:pt x="243" y="65"/>
                      </a:lnTo>
                      <a:lnTo>
                        <a:pt x="243" y="95"/>
                      </a:lnTo>
                      <a:lnTo>
                        <a:pt x="178" y="95"/>
                      </a:lnTo>
                      <a:lnTo>
                        <a:pt x="145" y="1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7" name="Freeform 249">
                  <a:extLst>
                    <a:ext uri="{FF2B5EF4-FFF2-40B4-BE49-F238E27FC236}">
                      <a16:creationId xmlns:a16="http://schemas.microsoft.com/office/drawing/2014/main" id="{AD70F6AF-71A7-4E8D-89D2-5EB9A9290F36}"/>
                    </a:ext>
                  </a:extLst>
                </p:cNvPr>
                <p:cNvSpPr>
                  <a:spLocks/>
                </p:cNvSpPr>
                <p:nvPr/>
              </p:nvSpPr>
              <p:spPr bwMode="auto">
                <a:xfrm>
                  <a:off x="8334376" y="3121026"/>
                  <a:ext cx="468313" cy="395288"/>
                </a:xfrm>
                <a:custGeom>
                  <a:avLst/>
                  <a:gdLst>
                    <a:gd name="T0" fmla="*/ 149 w 295"/>
                    <a:gd name="T1" fmla="*/ 249 h 249"/>
                    <a:gd name="T2" fmla="*/ 0 w 295"/>
                    <a:gd name="T3" fmla="*/ 17 h 249"/>
                    <a:gd name="T4" fmla="*/ 26 w 295"/>
                    <a:gd name="T5" fmla="*/ 0 h 249"/>
                    <a:gd name="T6" fmla="*/ 149 w 295"/>
                    <a:gd name="T7" fmla="*/ 193 h 249"/>
                    <a:gd name="T8" fmla="*/ 269 w 295"/>
                    <a:gd name="T9" fmla="*/ 0 h 249"/>
                    <a:gd name="T10" fmla="*/ 295 w 295"/>
                    <a:gd name="T11" fmla="*/ 17 h 249"/>
                    <a:gd name="T12" fmla="*/ 149 w 295"/>
                    <a:gd name="T13" fmla="*/ 249 h 249"/>
                  </a:gdLst>
                  <a:ahLst/>
                  <a:cxnLst>
                    <a:cxn ang="0">
                      <a:pos x="T0" y="T1"/>
                    </a:cxn>
                    <a:cxn ang="0">
                      <a:pos x="T2" y="T3"/>
                    </a:cxn>
                    <a:cxn ang="0">
                      <a:pos x="T4" y="T5"/>
                    </a:cxn>
                    <a:cxn ang="0">
                      <a:pos x="T6" y="T7"/>
                    </a:cxn>
                    <a:cxn ang="0">
                      <a:pos x="T8" y="T9"/>
                    </a:cxn>
                    <a:cxn ang="0">
                      <a:pos x="T10" y="T11"/>
                    </a:cxn>
                    <a:cxn ang="0">
                      <a:pos x="T12" y="T13"/>
                    </a:cxn>
                  </a:cxnLst>
                  <a:rect l="0" t="0" r="r" b="b"/>
                  <a:pathLst>
                    <a:path w="295" h="249">
                      <a:moveTo>
                        <a:pt x="149" y="249"/>
                      </a:moveTo>
                      <a:lnTo>
                        <a:pt x="0" y="17"/>
                      </a:lnTo>
                      <a:lnTo>
                        <a:pt x="26" y="0"/>
                      </a:lnTo>
                      <a:lnTo>
                        <a:pt x="149" y="193"/>
                      </a:lnTo>
                      <a:lnTo>
                        <a:pt x="269" y="0"/>
                      </a:lnTo>
                      <a:lnTo>
                        <a:pt x="295" y="17"/>
                      </a:lnTo>
                      <a:lnTo>
                        <a:pt x="149"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8" name="Freeform 250">
                  <a:extLst>
                    <a:ext uri="{FF2B5EF4-FFF2-40B4-BE49-F238E27FC236}">
                      <a16:creationId xmlns:a16="http://schemas.microsoft.com/office/drawing/2014/main" id="{C73B7F44-808D-4D7E-B6A4-2F8A70351920}"/>
                    </a:ext>
                  </a:extLst>
                </p:cNvPr>
                <p:cNvSpPr>
                  <a:spLocks noEditPoints="1"/>
                </p:cNvSpPr>
                <p:nvPr/>
              </p:nvSpPr>
              <p:spPr bwMode="auto">
                <a:xfrm>
                  <a:off x="8255001" y="3024188"/>
                  <a:ext cx="144463" cy="144463"/>
                </a:xfrm>
                <a:custGeom>
                  <a:avLst/>
                  <a:gdLst>
                    <a:gd name="T0" fmla="*/ 47 w 91"/>
                    <a:gd name="T1" fmla="*/ 91 h 91"/>
                    <a:gd name="T2" fmla="*/ 47 w 91"/>
                    <a:gd name="T3" fmla="*/ 91 h 91"/>
                    <a:gd name="T4" fmla="*/ 37 w 91"/>
                    <a:gd name="T5" fmla="*/ 89 h 91"/>
                    <a:gd name="T6" fmla="*/ 28 w 91"/>
                    <a:gd name="T7" fmla="*/ 87 h 91"/>
                    <a:gd name="T8" fmla="*/ 21 w 91"/>
                    <a:gd name="T9" fmla="*/ 84 h 91"/>
                    <a:gd name="T10" fmla="*/ 13 w 91"/>
                    <a:gd name="T11" fmla="*/ 78 h 91"/>
                    <a:gd name="T12" fmla="*/ 8 w 91"/>
                    <a:gd name="T13" fmla="*/ 71 h 91"/>
                    <a:gd name="T14" fmla="*/ 4 w 91"/>
                    <a:gd name="T15" fmla="*/ 63 h 91"/>
                    <a:gd name="T16" fmla="*/ 2 w 91"/>
                    <a:gd name="T17" fmla="*/ 54 h 91"/>
                    <a:gd name="T18" fmla="*/ 0 w 91"/>
                    <a:gd name="T19" fmla="*/ 45 h 91"/>
                    <a:gd name="T20" fmla="*/ 0 w 91"/>
                    <a:gd name="T21" fmla="*/ 45 h 91"/>
                    <a:gd name="T22" fmla="*/ 2 w 91"/>
                    <a:gd name="T23" fmla="*/ 35 h 91"/>
                    <a:gd name="T24" fmla="*/ 4 w 91"/>
                    <a:gd name="T25" fmla="*/ 28 h 91"/>
                    <a:gd name="T26" fmla="*/ 8 w 91"/>
                    <a:gd name="T27" fmla="*/ 21 h 91"/>
                    <a:gd name="T28" fmla="*/ 13 w 91"/>
                    <a:gd name="T29" fmla="*/ 13 h 91"/>
                    <a:gd name="T30" fmla="*/ 21 w 91"/>
                    <a:gd name="T31" fmla="*/ 8 h 91"/>
                    <a:gd name="T32" fmla="*/ 28 w 91"/>
                    <a:gd name="T33" fmla="*/ 4 h 91"/>
                    <a:gd name="T34" fmla="*/ 37 w 91"/>
                    <a:gd name="T35" fmla="*/ 0 h 91"/>
                    <a:gd name="T36" fmla="*/ 47 w 91"/>
                    <a:gd name="T37" fmla="*/ 0 h 91"/>
                    <a:gd name="T38" fmla="*/ 47 w 91"/>
                    <a:gd name="T39" fmla="*/ 0 h 91"/>
                    <a:gd name="T40" fmla="*/ 56 w 91"/>
                    <a:gd name="T41" fmla="*/ 0 h 91"/>
                    <a:gd name="T42" fmla="*/ 63 w 91"/>
                    <a:gd name="T43" fmla="*/ 4 h 91"/>
                    <a:gd name="T44" fmla="*/ 73 w 91"/>
                    <a:gd name="T45" fmla="*/ 8 h 91"/>
                    <a:gd name="T46" fmla="*/ 78 w 91"/>
                    <a:gd name="T47" fmla="*/ 13 h 91"/>
                    <a:gd name="T48" fmla="*/ 84 w 91"/>
                    <a:gd name="T49" fmla="*/ 21 h 91"/>
                    <a:gd name="T50" fmla="*/ 87 w 91"/>
                    <a:gd name="T51" fmla="*/ 28 h 91"/>
                    <a:gd name="T52" fmla="*/ 91 w 91"/>
                    <a:gd name="T53" fmla="*/ 35 h 91"/>
                    <a:gd name="T54" fmla="*/ 91 w 91"/>
                    <a:gd name="T55" fmla="*/ 45 h 91"/>
                    <a:gd name="T56" fmla="*/ 91 w 91"/>
                    <a:gd name="T57" fmla="*/ 45 h 91"/>
                    <a:gd name="T58" fmla="*/ 91 w 91"/>
                    <a:gd name="T59" fmla="*/ 54 h 91"/>
                    <a:gd name="T60" fmla="*/ 87 w 91"/>
                    <a:gd name="T61" fmla="*/ 63 h 91"/>
                    <a:gd name="T62" fmla="*/ 84 w 91"/>
                    <a:gd name="T63" fmla="*/ 71 h 91"/>
                    <a:gd name="T64" fmla="*/ 78 w 91"/>
                    <a:gd name="T65" fmla="*/ 78 h 91"/>
                    <a:gd name="T66" fmla="*/ 73 w 91"/>
                    <a:gd name="T67" fmla="*/ 84 h 91"/>
                    <a:gd name="T68" fmla="*/ 63 w 91"/>
                    <a:gd name="T69" fmla="*/ 87 h 91"/>
                    <a:gd name="T70" fmla="*/ 56 w 91"/>
                    <a:gd name="T71" fmla="*/ 89 h 91"/>
                    <a:gd name="T72" fmla="*/ 47 w 91"/>
                    <a:gd name="T73" fmla="*/ 91 h 91"/>
                    <a:gd name="T74" fmla="*/ 47 w 91"/>
                    <a:gd name="T75" fmla="*/ 91 h 91"/>
                    <a:gd name="T76" fmla="*/ 47 w 91"/>
                    <a:gd name="T77" fmla="*/ 30 h 91"/>
                    <a:gd name="T78" fmla="*/ 47 w 91"/>
                    <a:gd name="T79" fmla="*/ 30 h 91"/>
                    <a:gd name="T80" fmla="*/ 41 w 91"/>
                    <a:gd name="T81" fmla="*/ 32 h 91"/>
                    <a:gd name="T82" fmla="*/ 35 w 91"/>
                    <a:gd name="T83" fmla="*/ 35 h 91"/>
                    <a:gd name="T84" fmla="*/ 32 w 91"/>
                    <a:gd name="T85" fmla="*/ 39 h 91"/>
                    <a:gd name="T86" fmla="*/ 32 w 91"/>
                    <a:gd name="T87" fmla="*/ 45 h 91"/>
                    <a:gd name="T88" fmla="*/ 32 w 91"/>
                    <a:gd name="T89" fmla="*/ 45 h 91"/>
                    <a:gd name="T90" fmla="*/ 32 w 91"/>
                    <a:gd name="T91" fmla="*/ 50 h 91"/>
                    <a:gd name="T92" fmla="*/ 35 w 91"/>
                    <a:gd name="T93" fmla="*/ 56 h 91"/>
                    <a:gd name="T94" fmla="*/ 41 w 91"/>
                    <a:gd name="T95" fmla="*/ 60 h 91"/>
                    <a:gd name="T96" fmla="*/ 47 w 91"/>
                    <a:gd name="T97" fmla="*/ 60 h 91"/>
                    <a:gd name="T98" fmla="*/ 47 w 91"/>
                    <a:gd name="T99" fmla="*/ 60 h 91"/>
                    <a:gd name="T100" fmla="*/ 52 w 91"/>
                    <a:gd name="T101" fmla="*/ 60 h 91"/>
                    <a:gd name="T102" fmla="*/ 58 w 91"/>
                    <a:gd name="T103" fmla="*/ 56 h 91"/>
                    <a:gd name="T104" fmla="*/ 60 w 91"/>
                    <a:gd name="T105" fmla="*/ 50 h 91"/>
                    <a:gd name="T106" fmla="*/ 61 w 91"/>
                    <a:gd name="T107" fmla="*/ 45 h 91"/>
                    <a:gd name="T108" fmla="*/ 61 w 91"/>
                    <a:gd name="T109" fmla="*/ 45 h 91"/>
                    <a:gd name="T110" fmla="*/ 60 w 91"/>
                    <a:gd name="T111" fmla="*/ 39 h 91"/>
                    <a:gd name="T112" fmla="*/ 58 w 91"/>
                    <a:gd name="T113" fmla="*/ 35 h 91"/>
                    <a:gd name="T114" fmla="*/ 52 w 91"/>
                    <a:gd name="T115" fmla="*/ 32 h 91"/>
                    <a:gd name="T116" fmla="*/ 47 w 91"/>
                    <a:gd name="T117" fmla="*/ 30 h 91"/>
                    <a:gd name="T118" fmla="*/ 47 w 91"/>
                    <a:gd name="T119"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1" h="91">
                      <a:moveTo>
                        <a:pt x="47" y="91"/>
                      </a:moveTo>
                      <a:lnTo>
                        <a:pt x="47" y="91"/>
                      </a:lnTo>
                      <a:lnTo>
                        <a:pt x="37" y="89"/>
                      </a:lnTo>
                      <a:lnTo>
                        <a:pt x="28" y="87"/>
                      </a:lnTo>
                      <a:lnTo>
                        <a:pt x="21" y="84"/>
                      </a:lnTo>
                      <a:lnTo>
                        <a:pt x="13" y="78"/>
                      </a:lnTo>
                      <a:lnTo>
                        <a:pt x="8" y="71"/>
                      </a:lnTo>
                      <a:lnTo>
                        <a:pt x="4" y="63"/>
                      </a:lnTo>
                      <a:lnTo>
                        <a:pt x="2" y="54"/>
                      </a:lnTo>
                      <a:lnTo>
                        <a:pt x="0" y="45"/>
                      </a:lnTo>
                      <a:lnTo>
                        <a:pt x="0" y="45"/>
                      </a:lnTo>
                      <a:lnTo>
                        <a:pt x="2" y="35"/>
                      </a:lnTo>
                      <a:lnTo>
                        <a:pt x="4" y="28"/>
                      </a:lnTo>
                      <a:lnTo>
                        <a:pt x="8" y="21"/>
                      </a:lnTo>
                      <a:lnTo>
                        <a:pt x="13" y="13"/>
                      </a:lnTo>
                      <a:lnTo>
                        <a:pt x="21" y="8"/>
                      </a:lnTo>
                      <a:lnTo>
                        <a:pt x="28" y="4"/>
                      </a:lnTo>
                      <a:lnTo>
                        <a:pt x="37" y="0"/>
                      </a:lnTo>
                      <a:lnTo>
                        <a:pt x="47" y="0"/>
                      </a:lnTo>
                      <a:lnTo>
                        <a:pt x="47" y="0"/>
                      </a:lnTo>
                      <a:lnTo>
                        <a:pt x="56" y="0"/>
                      </a:lnTo>
                      <a:lnTo>
                        <a:pt x="63" y="4"/>
                      </a:lnTo>
                      <a:lnTo>
                        <a:pt x="73" y="8"/>
                      </a:lnTo>
                      <a:lnTo>
                        <a:pt x="78" y="13"/>
                      </a:lnTo>
                      <a:lnTo>
                        <a:pt x="84" y="21"/>
                      </a:lnTo>
                      <a:lnTo>
                        <a:pt x="87" y="28"/>
                      </a:lnTo>
                      <a:lnTo>
                        <a:pt x="91" y="35"/>
                      </a:lnTo>
                      <a:lnTo>
                        <a:pt x="91" y="45"/>
                      </a:lnTo>
                      <a:lnTo>
                        <a:pt x="91" y="45"/>
                      </a:lnTo>
                      <a:lnTo>
                        <a:pt x="91" y="54"/>
                      </a:lnTo>
                      <a:lnTo>
                        <a:pt x="87" y="63"/>
                      </a:lnTo>
                      <a:lnTo>
                        <a:pt x="84" y="71"/>
                      </a:lnTo>
                      <a:lnTo>
                        <a:pt x="78" y="78"/>
                      </a:lnTo>
                      <a:lnTo>
                        <a:pt x="73" y="84"/>
                      </a:lnTo>
                      <a:lnTo>
                        <a:pt x="63" y="87"/>
                      </a:lnTo>
                      <a:lnTo>
                        <a:pt x="56" y="89"/>
                      </a:lnTo>
                      <a:lnTo>
                        <a:pt x="47" y="91"/>
                      </a:lnTo>
                      <a:lnTo>
                        <a:pt x="47" y="91"/>
                      </a:lnTo>
                      <a:close/>
                      <a:moveTo>
                        <a:pt x="47" y="30"/>
                      </a:moveTo>
                      <a:lnTo>
                        <a:pt x="47" y="30"/>
                      </a:lnTo>
                      <a:lnTo>
                        <a:pt x="41" y="32"/>
                      </a:lnTo>
                      <a:lnTo>
                        <a:pt x="35" y="35"/>
                      </a:lnTo>
                      <a:lnTo>
                        <a:pt x="32" y="39"/>
                      </a:lnTo>
                      <a:lnTo>
                        <a:pt x="32" y="45"/>
                      </a:lnTo>
                      <a:lnTo>
                        <a:pt x="32" y="45"/>
                      </a:lnTo>
                      <a:lnTo>
                        <a:pt x="32" y="50"/>
                      </a:lnTo>
                      <a:lnTo>
                        <a:pt x="35" y="56"/>
                      </a:lnTo>
                      <a:lnTo>
                        <a:pt x="41" y="60"/>
                      </a:lnTo>
                      <a:lnTo>
                        <a:pt x="47" y="60"/>
                      </a:lnTo>
                      <a:lnTo>
                        <a:pt x="47" y="60"/>
                      </a:lnTo>
                      <a:lnTo>
                        <a:pt x="52" y="60"/>
                      </a:lnTo>
                      <a:lnTo>
                        <a:pt x="58" y="56"/>
                      </a:lnTo>
                      <a:lnTo>
                        <a:pt x="60" y="50"/>
                      </a:lnTo>
                      <a:lnTo>
                        <a:pt x="61" y="45"/>
                      </a:lnTo>
                      <a:lnTo>
                        <a:pt x="61" y="45"/>
                      </a:lnTo>
                      <a:lnTo>
                        <a:pt x="60" y="39"/>
                      </a:lnTo>
                      <a:lnTo>
                        <a:pt x="58" y="35"/>
                      </a:lnTo>
                      <a:lnTo>
                        <a:pt x="52" y="32"/>
                      </a:lnTo>
                      <a:lnTo>
                        <a:pt x="47" y="30"/>
                      </a:lnTo>
                      <a:lnTo>
                        <a:pt x="47"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9" name="Freeform 251">
                  <a:extLst>
                    <a:ext uri="{FF2B5EF4-FFF2-40B4-BE49-F238E27FC236}">
                      <a16:creationId xmlns:a16="http://schemas.microsoft.com/office/drawing/2014/main" id="{8912995F-B8C5-4317-80BC-C331A0BFC16E}"/>
                    </a:ext>
                  </a:extLst>
                </p:cNvPr>
                <p:cNvSpPr>
                  <a:spLocks noEditPoints="1"/>
                </p:cNvSpPr>
                <p:nvPr/>
              </p:nvSpPr>
              <p:spPr bwMode="auto">
                <a:xfrm>
                  <a:off x="8737601" y="3024188"/>
                  <a:ext cx="144463" cy="144463"/>
                </a:xfrm>
                <a:custGeom>
                  <a:avLst/>
                  <a:gdLst>
                    <a:gd name="T0" fmla="*/ 45 w 91"/>
                    <a:gd name="T1" fmla="*/ 91 h 91"/>
                    <a:gd name="T2" fmla="*/ 45 w 91"/>
                    <a:gd name="T3" fmla="*/ 91 h 91"/>
                    <a:gd name="T4" fmla="*/ 35 w 91"/>
                    <a:gd name="T5" fmla="*/ 89 h 91"/>
                    <a:gd name="T6" fmla="*/ 28 w 91"/>
                    <a:gd name="T7" fmla="*/ 87 h 91"/>
                    <a:gd name="T8" fmla="*/ 21 w 91"/>
                    <a:gd name="T9" fmla="*/ 84 h 91"/>
                    <a:gd name="T10" fmla="*/ 13 w 91"/>
                    <a:gd name="T11" fmla="*/ 78 h 91"/>
                    <a:gd name="T12" fmla="*/ 8 w 91"/>
                    <a:gd name="T13" fmla="*/ 71 h 91"/>
                    <a:gd name="T14" fmla="*/ 4 w 91"/>
                    <a:gd name="T15" fmla="*/ 63 h 91"/>
                    <a:gd name="T16" fmla="*/ 0 w 91"/>
                    <a:gd name="T17" fmla="*/ 54 h 91"/>
                    <a:gd name="T18" fmla="*/ 0 w 91"/>
                    <a:gd name="T19" fmla="*/ 45 h 91"/>
                    <a:gd name="T20" fmla="*/ 0 w 91"/>
                    <a:gd name="T21" fmla="*/ 45 h 91"/>
                    <a:gd name="T22" fmla="*/ 0 w 91"/>
                    <a:gd name="T23" fmla="*/ 35 h 91"/>
                    <a:gd name="T24" fmla="*/ 4 w 91"/>
                    <a:gd name="T25" fmla="*/ 28 h 91"/>
                    <a:gd name="T26" fmla="*/ 8 w 91"/>
                    <a:gd name="T27" fmla="*/ 21 h 91"/>
                    <a:gd name="T28" fmla="*/ 13 w 91"/>
                    <a:gd name="T29" fmla="*/ 13 h 91"/>
                    <a:gd name="T30" fmla="*/ 21 w 91"/>
                    <a:gd name="T31" fmla="*/ 8 h 91"/>
                    <a:gd name="T32" fmla="*/ 28 w 91"/>
                    <a:gd name="T33" fmla="*/ 4 h 91"/>
                    <a:gd name="T34" fmla="*/ 35 w 91"/>
                    <a:gd name="T35" fmla="*/ 0 h 91"/>
                    <a:gd name="T36" fmla="*/ 45 w 91"/>
                    <a:gd name="T37" fmla="*/ 0 h 91"/>
                    <a:gd name="T38" fmla="*/ 45 w 91"/>
                    <a:gd name="T39" fmla="*/ 0 h 91"/>
                    <a:gd name="T40" fmla="*/ 54 w 91"/>
                    <a:gd name="T41" fmla="*/ 0 h 91"/>
                    <a:gd name="T42" fmla="*/ 63 w 91"/>
                    <a:gd name="T43" fmla="*/ 4 h 91"/>
                    <a:gd name="T44" fmla="*/ 71 w 91"/>
                    <a:gd name="T45" fmla="*/ 8 h 91"/>
                    <a:gd name="T46" fmla="*/ 78 w 91"/>
                    <a:gd name="T47" fmla="*/ 13 h 91"/>
                    <a:gd name="T48" fmla="*/ 84 w 91"/>
                    <a:gd name="T49" fmla="*/ 21 h 91"/>
                    <a:gd name="T50" fmla="*/ 87 w 91"/>
                    <a:gd name="T51" fmla="*/ 28 h 91"/>
                    <a:gd name="T52" fmla="*/ 89 w 91"/>
                    <a:gd name="T53" fmla="*/ 35 h 91"/>
                    <a:gd name="T54" fmla="*/ 91 w 91"/>
                    <a:gd name="T55" fmla="*/ 45 h 91"/>
                    <a:gd name="T56" fmla="*/ 91 w 91"/>
                    <a:gd name="T57" fmla="*/ 45 h 91"/>
                    <a:gd name="T58" fmla="*/ 89 w 91"/>
                    <a:gd name="T59" fmla="*/ 54 h 91"/>
                    <a:gd name="T60" fmla="*/ 87 w 91"/>
                    <a:gd name="T61" fmla="*/ 63 h 91"/>
                    <a:gd name="T62" fmla="*/ 84 w 91"/>
                    <a:gd name="T63" fmla="*/ 71 h 91"/>
                    <a:gd name="T64" fmla="*/ 78 w 91"/>
                    <a:gd name="T65" fmla="*/ 78 h 91"/>
                    <a:gd name="T66" fmla="*/ 71 w 91"/>
                    <a:gd name="T67" fmla="*/ 84 h 91"/>
                    <a:gd name="T68" fmla="*/ 63 w 91"/>
                    <a:gd name="T69" fmla="*/ 87 h 91"/>
                    <a:gd name="T70" fmla="*/ 54 w 91"/>
                    <a:gd name="T71" fmla="*/ 89 h 91"/>
                    <a:gd name="T72" fmla="*/ 45 w 91"/>
                    <a:gd name="T73" fmla="*/ 91 h 91"/>
                    <a:gd name="T74" fmla="*/ 45 w 91"/>
                    <a:gd name="T75" fmla="*/ 91 h 91"/>
                    <a:gd name="T76" fmla="*/ 45 w 91"/>
                    <a:gd name="T77" fmla="*/ 30 h 91"/>
                    <a:gd name="T78" fmla="*/ 45 w 91"/>
                    <a:gd name="T79" fmla="*/ 30 h 91"/>
                    <a:gd name="T80" fmla="*/ 39 w 91"/>
                    <a:gd name="T81" fmla="*/ 32 h 91"/>
                    <a:gd name="T82" fmla="*/ 35 w 91"/>
                    <a:gd name="T83" fmla="*/ 35 h 91"/>
                    <a:gd name="T84" fmla="*/ 32 w 91"/>
                    <a:gd name="T85" fmla="*/ 39 h 91"/>
                    <a:gd name="T86" fmla="*/ 30 w 91"/>
                    <a:gd name="T87" fmla="*/ 45 h 91"/>
                    <a:gd name="T88" fmla="*/ 30 w 91"/>
                    <a:gd name="T89" fmla="*/ 45 h 91"/>
                    <a:gd name="T90" fmla="*/ 32 w 91"/>
                    <a:gd name="T91" fmla="*/ 50 h 91"/>
                    <a:gd name="T92" fmla="*/ 35 w 91"/>
                    <a:gd name="T93" fmla="*/ 56 h 91"/>
                    <a:gd name="T94" fmla="*/ 39 w 91"/>
                    <a:gd name="T95" fmla="*/ 60 h 91"/>
                    <a:gd name="T96" fmla="*/ 45 w 91"/>
                    <a:gd name="T97" fmla="*/ 60 h 91"/>
                    <a:gd name="T98" fmla="*/ 45 w 91"/>
                    <a:gd name="T99" fmla="*/ 60 h 91"/>
                    <a:gd name="T100" fmla="*/ 50 w 91"/>
                    <a:gd name="T101" fmla="*/ 60 h 91"/>
                    <a:gd name="T102" fmla="*/ 56 w 91"/>
                    <a:gd name="T103" fmla="*/ 56 h 91"/>
                    <a:gd name="T104" fmla="*/ 59 w 91"/>
                    <a:gd name="T105" fmla="*/ 50 h 91"/>
                    <a:gd name="T106" fmla="*/ 59 w 91"/>
                    <a:gd name="T107" fmla="*/ 45 h 91"/>
                    <a:gd name="T108" fmla="*/ 59 w 91"/>
                    <a:gd name="T109" fmla="*/ 45 h 91"/>
                    <a:gd name="T110" fmla="*/ 59 w 91"/>
                    <a:gd name="T111" fmla="*/ 39 h 91"/>
                    <a:gd name="T112" fmla="*/ 56 w 91"/>
                    <a:gd name="T113" fmla="*/ 35 h 91"/>
                    <a:gd name="T114" fmla="*/ 50 w 91"/>
                    <a:gd name="T115" fmla="*/ 32 h 91"/>
                    <a:gd name="T116" fmla="*/ 45 w 91"/>
                    <a:gd name="T117" fmla="*/ 30 h 91"/>
                    <a:gd name="T118" fmla="*/ 45 w 91"/>
                    <a:gd name="T119"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1" h="91">
                      <a:moveTo>
                        <a:pt x="45" y="91"/>
                      </a:moveTo>
                      <a:lnTo>
                        <a:pt x="45" y="91"/>
                      </a:lnTo>
                      <a:lnTo>
                        <a:pt x="35" y="89"/>
                      </a:lnTo>
                      <a:lnTo>
                        <a:pt x="28" y="87"/>
                      </a:lnTo>
                      <a:lnTo>
                        <a:pt x="21" y="84"/>
                      </a:lnTo>
                      <a:lnTo>
                        <a:pt x="13" y="78"/>
                      </a:lnTo>
                      <a:lnTo>
                        <a:pt x="8" y="71"/>
                      </a:lnTo>
                      <a:lnTo>
                        <a:pt x="4" y="63"/>
                      </a:lnTo>
                      <a:lnTo>
                        <a:pt x="0" y="54"/>
                      </a:lnTo>
                      <a:lnTo>
                        <a:pt x="0" y="45"/>
                      </a:lnTo>
                      <a:lnTo>
                        <a:pt x="0" y="45"/>
                      </a:lnTo>
                      <a:lnTo>
                        <a:pt x="0" y="35"/>
                      </a:lnTo>
                      <a:lnTo>
                        <a:pt x="4" y="28"/>
                      </a:lnTo>
                      <a:lnTo>
                        <a:pt x="8" y="21"/>
                      </a:lnTo>
                      <a:lnTo>
                        <a:pt x="13" y="13"/>
                      </a:lnTo>
                      <a:lnTo>
                        <a:pt x="21" y="8"/>
                      </a:lnTo>
                      <a:lnTo>
                        <a:pt x="28" y="4"/>
                      </a:lnTo>
                      <a:lnTo>
                        <a:pt x="35" y="0"/>
                      </a:lnTo>
                      <a:lnTo>
                        <a:pt x="45" y="0"/>
                      </a:lnTo>
                      <a:lnTo>
                        <a:pt x="45" y="0"/>
                      </a:lnTo>
                      <a:lnTo>
                        <a:pt x="54" y="0"/>
                      </a:lnTo>
                      <a:lnTo>
                        <a:pt x="63" y="4"/>
                      </a:lnTo>
                      <a:lnTo>
                        <a:pt x="71" y="8"/>
                      </a:lnTo>
                      <a:lnTo>
                        <a:pt x="78" y="13"/>
                      </a:lnTo>
                      <a:lnTo>
                        <a:pt x="84" y="21"/>
                      </a:lnTo>
                      <a:lnTo>
                        <a:pt x="87" y="28"/>
                      </a:lnTo>
                      <a:lnTo>
                        <a:pt x="89" y="35"/>
                      </a:lnTo>
                      <a:lnTo>
                        <a:pt x="91" y="45"/>
                      </a:lnTo>
                      <a:lnTo>
                        <a:pt x="91" y="45"/>
                      </a:lnTo>
                      <a:lnTo>
                        <a:pt x="89" y="54"/>
                      </a:lnTo>
                      <a:lnTo>
                        <a:pt x="87" y="63"/>
                      </a:lnTo>
                      <a:lnTo>
                        <a:pt x="84" y="71"/>
                      </a:lnTo>
                      <a:lnTo>
                        <a:pt x="78" y="78"/>
                      </a:lnTo>
                      <a:lnTo>
                        <a:pt x="71" y="84"/>
                      </a:lnTo>
                      <a:lnTo>
                        <a:pt x="63" y="87"/>
                      </a:lnTo>
                      <a:lnTo>
                        <a:pt x="54" y="89"/>
                      </a:lnTo>
                      <a:lnTo>
                        <a:pt x="45" y="91"/>
                      </a:lnTo>
                      <a:lnTo>
                        <a:pt x="45" y="91"/>
                      </a:lnTo>
                      <a:close/>
                      <a:moveTo>
                        <a:pt x="45" y="30"/>
                      </a:moveTo>
                      <a:lnTo>
                        <a:pt x="45" y="30"/>
                      </a:lnTo>
                      <a:lnTo>
                        <a:pt x="39" y="32"/>
                      </a:lnTo>
                      <a:lnTo>
                        <a:pt x="35" y="35"/>
                      </a:lnTo>
                      <a:lnTo>
                        <a:pt x="32" y="39"/>
                      </a:lnTo>
                      <a:lnTo>
                        <a:pt x="30" y="45"/>
                      </a:lnTo>
                      <a:lnTo>
                        <a:pt x="30" y="45"/>
                      </a:lnTo>
                      <a:lnTo>
                        <a:pt x="32" y="50"/>
                      </a:lnTo>
                      <a:lnTo>
                        <a:pt x="35" y="56"/>
                      </a:lnTo>
                      <a:lnTo>
                        <a:pt x="39" y="60"/>
                      </a:lnTo>
                      <a:lnTo>
                        <a:pt x="45" y="60"/>
                      </a:lnTo>
                      <a:lnTo>
                        <a:pt x="45" y="60"/>
                      </a:lnTo>
                      <a:lnTo>
                        <a:pt x="50" y="60"/>
                      </a:lnTo>
                      <a:lnTo>
                        <a:pt x="56" y="56"/>
                      </a:lnTo>
                      <a:lnTo>
                        <a:pt x="59" y="50"/>
                      </a:lnTo>
                      <a:lnTo>
                        <a:pt x="59" y="45"/>
                      </a:lnTo>
                      <a:lnTo>
                        <a:pt x="59" y="45"/>
                      </a:lnTo>
                      <a:lnTo>
                        <a:pt x="59" y="39"/>
                      </a:lnTo>
                      <a:lnTo>
                        <a:pt x="56" y="35"/>
                      </a:lnTo>
                      <a:lnTo>
                        <a:pt x="50" y="32"/>
                      </a:lnTo>
                      <a:lnTo>
                        <a:pt x="45" y="30"/>
                      </a:lnTo>
                      <a:lnTo>
                        <a:pt x="45"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0" name="Rectangle 29">
                  <a:extLst>
                    <a:ext uri="{FF2B5EF4-FFF2-40B4-BE49-F238E27FC236}">
                      <a16:creationId xmlns:a16="http://schemas.microsoft.com/office/drawing/2014/main" id="{CAAE7413-EF26-4717-AC8C-2CF23F2E41DD}"/>
                    </a:ext>
                  </a:extLst>
                </p:cNvPr>
                <p:cNvSpPr>
                  <a:spLocks noChangeArrowheads="1"/>
                </p:cNvSpPr>
                <p:nvPr/>
              </p:nvSpPr>
              <p:spPr bwMode="auto">
                <a:xfrm>
                  <a:off x="8543926" y="2178051"/>
                  <a:ext cx="49213" cy="936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1" name="Freeform 253">
                  <a:extLst>
                    <a:ext uri="{FF2B5EF4-FFF2-40B4-BE49-F238E27FC236}">
                      <a16:creationId xmlns:a16="http://schemas.microsoft.com/office/drawing/2014/main" id="{73AA1EC9-474D-472D-8564-CF212A52E480}"/>
                    </a:ext>
                  </a:extLst>
                </p:cNvPr>
                <p:cNvSpPr>
                  <a:spLocks/>
                </p:cNvSpPr>
                <p:nvPr/>
              </p:nvSpPr>
              <p:spPr bwMode="auto">
                <a:xfrm>
                  <a:off x="8716963" y="2192338"/>
                  <a:ext cx="68263" cy="103188"/>
                </a:xfrm>
                <a:custGeom>
                  <a:avLst/>
                  <a:gdLst>
                    <a:gd name="T0" fmla="*/ 30 w 43"/>
                    <a:gd name="T1" fmla="*/ 65 h 65"/>
                    <a:gd name="T2" fmla="*/ 0 w 43"/>
                    <a:gd name="T3" fmla="*/ 59 h 65"/>
                    <a:gd name="T4" fmla="*/ 13 w 43"/>
                    <a:gd name="T5" fmla="*/ 0 h 65"/>
                    <a:gd name="T6" fmla="*/ 43 w 43"/>
                    <a:gd name="T7" fmla="*/ 6 h 65"/>
                    <a:gd name="T8" fmla="*/ 30 w 43"/>
                    <a:gd name="T9" fmla="*/ 65 h 65"/>
                  </a:gdLst>
                  <a:ahLst/>
                  <a:cxnLst>
                    <a:cxn ang="0">
                      <a:pos x="T0" y="T1"/>
                    </a:cxn>
                    <a:cxn ang="0">
                      <a:pos x="T2" y="T3"/>
                    </a:cxn>
                    <a:cxn ang="0">
                      <a:pos x="T4" y="T5"/>
                    </a:cxn>
                    <a:cxn ang="0">
                      <a:pos x="T6" y="T7"/>
                    </a:cxn>
                    <a:cxn ang="0">
                      <a:pos x="T8" y="T9"/>
                    </a:cxn>
                  </a:cxnLst>
                  <a:rect l="0" t="0" r="r" b="b"/>
                  <a:pathLst>
                    <a:path w="43" h="65">
                      <a:moveTo>
                        <a:pt x="30" y="65"/>
                      </a:moveTo>
                      <a:lnTo>
                        <a:pt x="0" y="59"/>
                      </a:lnTo>
                      <a:lnTo>
                        <a:pt x="13" y="0"/>
                      </a:lnTo>
                      <a:lnTo>
                        <a:pt x="43" y="6"/>
                      </a:lnTo>
                      <a:lnTo>
                        <a:pt x="3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2" name="Freeform 254">
                  <a:extLst>
                    <a:ext uri="{FF2B5EF4-FFF2-40B4-BE49-F238E27FC236}">
                      <a16:creationId xmlns:a16="http://schemas.microsoft.com/office/drawing/2014/main" id="{61A6ADAC-B9E4-492F-865E-BCE734A5588D}"/>
                    </a:ext>
                  </a:extLst>
                </p:cNvPr>
                <p:cNvSpPr>
                  <a:spLocks/>
                </p:cNvSpPr>
                <p:nvPr/>
              </p:nvSpPr>
              <p:spPr bwMode="auto">
                <a:xfrm>
                  <a:off x="8882063" y="2244726"/>
                  <a:ext cx="82550" cy="109538"/>
                </a:xfrm>
                <a:custGeom>
                  <a:avLst/>
                  <a:gdLst>
                    <a:gd name="T0" fmla="*/ 28 w 52"/>
                    <a:gd name="T1" fmla="*/ 69 h 69"/>
                    <a:gd name="T2" fmla="*/ 0 w 52"/>
                    <a:gd name="T3" fmla="*/ 56 h 69"/>
                    <a:gd name="T4" fmla="*/ 24 w 52"/>
                    <a:gd name="T5" fmla="*/ 0 h 69"/>
                    <a:gd name="T6" fmla="*/ 52 w 52"/>
                    <a:gd name="T7" fmla="*/ 13 h 69"/>
                    <a:gd name="T8" fmla="*/ 28 w 52"/>
                    <a:gd name="T9" fmla="*/ 69 h 69"/>
                  </a:gdLst>
                  <a:ahLst/>
                  <a:cxnLst>
                    <a:cxn ang="0">
                      <a:pos x="T0" y="T1"/>
                    </a:cxn>
                    <a:cxn ang="0">
                      <a:pos x="T2" y="T3"/>
                    </a:cxn>
                    <a:cxn ang="0">
                      <a:pos x="T4" y="T5"/>
                    </a:cxn>
                    <a:cxn ang="0">
                      <a:pos x="T6" y="T7"/>
                    </a:cxn>
                    <a:cxn ang="0">
                      <a:pos x="T8" y="T9"/>
                    </a:cxn>
                  </a:cxnLst>
                  <a:rect l="0" t="0" r="r" b="b"/>
                  <a:pathLst>
                    <a:path w="52" h="69">
                      <a:moveTo>
                        <a:pt x="28" y="69"/>
                      </a:moveTo>
                      <a:lnTo>
                        <a:pt x="0" y="56"/>
                      </a:lnTo>
                      <a:lnTo>
                        <a:pt x="24" y="0"/>
                      </a:lnTo>
                      <a:lnTo>
                        <a:pt x="52" y="13"/>
                      </a:lnTo>
                      <a:lnTo>
                        <a:pt x="28"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3" name="Freeform 255">
                  <a:extLst>
                    <a:ext uri="{FF2B5EF4-FFF2-40B4-BE49-F238E27FC236}">
                      <a16:creationId xmlns:a16="http://schemas.microsoft.com/office/drawing/2014/main" id="{977A77F8-1623-4CB7-A819-AAAAA493D4D3}"/>
                    </a:ext>
                  </a:extLst>
                </p:cNvPr>
                <p:cNvSpPr>
                  <a:spLocks/>
                </p:cNvSpPr>
                <p:nvPr/>
              </p:nvSpPr>
              <p:spPr bwMode="auto">
                <a:xfrm>
                  <a:off x="9031288" y="2339976"/>
                  <a:ext cx="98425" cy="104775"/>
                </a:xfrm>
                <a:custGeom>
                  <a:avLst/>
                  <a:gdLst>
                    <a:gd name="T0" fmla="*/ 26 w 62"/>
                    <a:gd name="T1" fmla="*/ 66 h 66"/>
                    <a:gd name="T2" fmla="*/ 0 w 62"/>
                    <a:gd name="T3" fmla="*/ 48 h 66"/>
                    <a:gd name="T4" fmla="*/ 37 w 62"/>
                    <a:gd name="T5" fmla="*/ 0 h 66"/>
                    <a:gd name="T6" fmla="*/ 62 w 62"/>
                    <a:gd name="T7" fmla="*/ 16 h 66"/>
                    <a:gd name="T8" fmla="*/ 26 w 62"/>
                    <a:gd name="T9" fmla="*/ 66 h 66"/>
                  </a:gdLst>
                  <a:ahLst/>
                  <a:cxnLst>
                    <a:cxn ang="0">
                      <a:pos x="T0" y="T1"/>
                    </a:cxn>
                    <a:cxn ang="0">
                      <a:pos x="T2" y="T3"/>
                    </a:cxn>
                    <a:cxn ang="0">
                      <a:pos x="T4" y="T5"/>
                    </a:cxn>
                    <a:cxn ang="0">
                      <a:pos x="T6" y="T7"/>
                    </a:cxn>
                    <a:cxn ang="0">
                      <a:pos x="T8" y="T9"/>
                    </a:cxn>
                  </a:cxnLst>
                  <a:rect l="0" t="0" r="r" b="b"/>
                  <a:pathLst>
                    <a:path w="62" h="66">
                      <a:moveTo>
                        <a:pt x="26" y="66"/>
                      </a:moveTo>
                      <a:lnTo>
                        <a:pt x="0" y="48"/>
                      </a:lnTo>
                      <a:lnTo>
                        <a:pt x="37" y="0"/>
                      </a:lnTo>
                      <a:lnTo>
                        <a:pt x="62" y="16"/>
                      </a:lnTo>
                      <a:lnTo>
                        <a:pt x="26"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4" name="Freeform 256">
                  <a:extLst>
                    <a:ext uri="{FF2B5EF4-FFF2-40B4-BE49-F238E27FC236}">
                      <a16:creationId xmlns:a16="http://schemas.microsoft.com/office/drawing/2014/main" id="{935FDF97-10EE-4E4C-A53E-9166170DD4AD}"/>
                    </a:ext>
                  </a:extLst>
                </p:cNvPr>
                <p:cNvSpPr>
                  <a:spLocks/>
                </p:cNvSpPr>
                <p:nvPr/>
              </p:nvSpPr>
              <p:spPr bwMode="auto">
                <a:xfrm>
                  <a:off x="9164638" y="2462213"/>
                  <a:ext cx="103188" cy="100013"/>
                </a:xfrm>
                <a:custGeom>
                  <a:avLst/>
                  <a:gdLst>
                    <a:gd name="T0" fmla="*/ 20 w 65"/>
                    <a:gd name="T1" fmla="*/ 63 h 63"/>
                    <a:gd name="T2" fmla="*/ 0 w 65"/>
                    <a:gd name="T3" fmla="*/ 41 h 63"/>
                    <a:gd name="T4" fmla="*/ 44 w 65"/>
                    <a:gd name="T5" fmla="*/ 0 h 63"/>
                    <a:gd name="T6" fmla="*/ 65 w 65"/>
                    <a:gd name="T7" fmla="*/ 23 h 63"/>
                    <a:gd name="T8" fmla="*/ 20 w 65"/>
                    <a:gd name="T9" fmla="*/ 63 h 63"/>
                  </a:gdLst>
                  <a:ahLst/>
                  <a:cxnLst>
                    <a:cxn ang="0">
                      <a:pos x="T0" y="T1"/>
                    </a:cxn>
                    <a:cxn ang="0">
                      <a:pos x="T2" y="T3"/>
                    </a:cxn>
                    <a:cxn ang="0">
                      <a:pos x="T4" y="T5"/>
                    </a:cxn>
                    <a:cxn ang="0">
                      <a:pos x="T6" y="T7"/>
                    </a:cxn>
                    <a:cxn ang="0">
                      <a:pos x="T8" y="T9"/>
                    </a:cxn>
                  </a:cxnLst>
                  <a:rect l="0" t="0" r="r" b="b"/>
                  <a:pathLst>
                    <a:path w="65" h="63">
                      <a:moveTo>
                        <a:pt x="20" y="63"/>
                      </a:moveTo>
                      <a:lnTo>
                        <a:pt x="0" y="41"/>
                      </a:lnTo>
                      <a:lnTo>
                        <a:pt x="44" y="0"/>
                      </a:lnTo>
                      <a:lnTo>
                        <a:pt x="65" y="23"/>
                      </a:lnTo>
                      <a:lnTo>
                        <a:pt x="2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5" name="Freeform 257">
                  <a:extLst>
                    <a:ext uri="{FF2B5EF4-FFF2-40B4-BE49-F238E27FC236}">
                      <a16:creationId xmlns:a16="http://schemas.microsoft.com/office/drawing/2014/main" id="{CA562749-14B7-41A8-BB25-A07EBB3C4AD6}"/>
                    </a:ext>
                  </a:extLst>
                </p:cNvPr>
                <p:cNvSpPr>
                  <a:spLocks/>
                </p:cNvSpPr>
                <p:nvPr/>
              </p:nvSpPr>
              <p:spPr bwMode="auto">
                <a:xfrm>
                  <a:off x="9271001" y="2616201"/>
                  <a:ext cx="104775" cy="87313"/>
                </a:xfrm>
                <a:custGeom>
                  <a:avLst/>
                  <a:gdLst>
                    <a:gd name="T0" fmla="*/ 14 w 66"/>
                    <a:gd name="T1" fmla="*/ 55 h 55"/>
                    <a:gd name="T2" fmla="*/ 0 w 66"/>
                    <a:gd name="T3" fmla="*/ 29 h 55"/>
                    <a:gd name="T4" fmla="*/ 51 w 66"/>
                    <a:gd name="T5" fmla="*/ 0 h 55"/>
                    <a:gd name="T6" fmla="*/ 66 w 66"/>
                    <a:gd name="T7" fmla="*/ 26 h 55"/>
                    <a:gd name="T8" fmla="*/ 14 w 66"/>
                    <a:gd name="T9" fmla="*/ 55 h 55"/>
                  </a:gdLst>
                  <a:ahLst/>
                  <a:cxnLst>
                    <a:cxn ang="0">
                      <a:pos x="T0" y="T1"/>
                    </a:cxn>
                    <a:cxn ang="0">
                      <a:pos x="T2" y="T3"/>
                    </a:cxn>
                    <a:cxn ang="0">
                      <a:pos x="T4" y="T5"/>
                    </a:cxn>
                    <a:cxn ang="0">
                      <a:pos x="T6" y="T7"/>
                    </a:cxn>
                    <a:cxn ang="0">
                      <a:pos x="T8" y="T9"/>
                    </a:cxn>
                  </a:cxnLst>
                  <a:rect l="0" t="0" r="r" b="b"/>
                  <a:pathLst>
                    <a:path w="66" h="55">
                      <a:moveTo>
                        <a:pt x="14" y="55"/>
                      </a:moveTo>
                      <a:lnTo>
                        <a:pt x="0" y="29"/>
                      </a:lnTo>
                      <a:lnTo>
                        <a:pt x="51" y="0"/>
                      </a:lnTo>
                      <a:lnTo>
                        <a:pt x="66" y="26"/>
                      </a:lnTo>
                      <a:lnTo>
                        <a:pt x="14"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6" name="Freeform 258">
                  <a:extLst>
                    <a:ext uri="{FF2B5EF4-FFF2-40B4-BE49-F238E27FC236}">
                      <a16:creationId xmlns:a16="http://schemas.microsoft.com/office/drawing/2014/main" id="{408CA8BA-E75E-4490-98D8-1AEDFA54646A}"/>
                    </a:ext>
                  </a:extLst>
                </p:cNvPr>
                <p:cNvSpPr>
                  <a:spLocks/>
                </p:cNvSpPr>
                <p:nvPr/>
              </p:nvSpPr>
              <p:spPr bwMode="auto">
                <a:xfrm>
                  <a:off x="9344026" y="2789238"/>
                  <a:ext cx="106363" cy="76200"/>
                </a:xfrm>
                <a:custGeom>
                  <a:avLst/>
                  <a:gdLst>
                    <a:gd name="T0" fmla="*/ 9 w 67"/>
                    <a:gd name="T1" fmla="*/ 48 h 48"/>
                    <a:gd name="T2" fmla="*/ 0 w 67"/>
                    <a:gd name="T3" fmla="*/ 19 h 48"/>
                    <a:gd name="T4" fmla="*/ 57 w 67"/>
                    <a:gd name="T5" fmla="*/ 0 h 48"/>
                    <a:gd name="T6" fmla="*/ 67 w 67"/>
                    <a:gd name="T7" fmla="*/ 28 h 48"/>
                    <a:gd name="T8" fmla="*/ 9 w 67"/>
                    <a:gd name="T9" fmla="*/ 48 h 48"/>
                  </a:gdLst>
                  <a:ahLst/>
                  <a:cxnLst>
                    <a:cxn ang="0">
                      <a:pos x="T0" y="T1"/>
                    </a:cxn>
                    <a:cxn ang="0">
                      <a:pos x="T2" y="T3"/>
                    </a:cxn>
                    <a:cxn ang="0">
                      <a:pos x="T4" y="T5"/>
                    </a:cxn>
                    <a:cxn ang="0">
                      <a:pos x="T6" y="T7"/>
                    </a:cxn>
                    <a:cxn ang="0">
                      <a:pos x="T8" y="T9"/>
                    </a:cxn>
                  </a:cxnLst>
                  <a:rect l="0" t="0" r="r" b="b"/>
                  <a:pathLst>
                    <a:path w="67" h="48">
                      <a:moveTo>
                        <a:pt x="9" y="48"/>
                      </a:moveTo>
                      <a:lnTo>
                        <a:pt x="0" y="19"/>
                      </a:lnTo>
                      <a:lnTo>
                        <a:pt x="57" y="0"/>
                      </a:lnTo>
                      <a:lnTo>
                        <a:pt x="67" y="28"/>
                      </a:lnTo>
                      <a:lnTo>
                        <a:pt x="9"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7" name="Freeform 259">
                  <a:extLst>
                    <a:ext uri="{FF2B5EF4-FFF2-40B4-BE49-F238E27FC236}">
                      <a16:creationId xmlns:a16="http://schemas.microsoft.com/office/drawing/2014/main" id="{1090CF3A-27A3-4311-8FE7-596CA729EF8F}"/>
                    </a:ext>
                  </a:extLst>
                </p:cNvPr>
                <p:cNvSpPr>
                  <a:spLocks/>
                </p:cNvSpPr>
                <p:nvPr/>
              </p:nvSpPr>
              <p:spPr bwMode="auto">
                <a:xfrm>
                  <a:off x="9385301" y="2974976"/>
                  <a:ext cx="100013" cy="58738"/>
                </a:xfrm>
                <a:custGeom>
                  <a:avLst/>
                  <a:gdLst>
                    <a:gd name="T0" fmla="*/ 3 w 63"/>
                    <a:gd name="T1" fmla="*/ 37 h 37"/>
                    <a:gd name="T2" fmla="*/ 0 w 63"/>
                    <a:gd name="T3" fmla="*/ 7 h 37"/>
                    <a:gd name="T4" fmla="*/ 59 w 63"/>
                    <a:gd name="T5" fmla="*/ 0 h 37"/>
                    <a:gd name="T6" fmla="*/ 63 w 63"/>
                    <a:gd name="T7" fmla="*/ 31 h 37"/>
                    <a:gd name="T8" fmla="*/ 3 w 63"/>
                    <a:gd name="T9" fmla="*/ 37 h 37"/>
                  </a:gdLst>
                  <a:ahLst/>
                  <a:cxnLst>
                    <a:cxn ang="0">
                      <a:pos x="T0" y="T1"/>
                    </a:cxn>
                    <a:cxn ang="0">
                      <a:pos x="T2" y="T3"/>
                    </a:cxn>
                    <a:cxn ang="0">
                      <a:pos x="T4" y="T5"/>
                    </a:cxn>
                    <a:cxn ang="0">
                      <a:pos x="T6" y="T7"/>
                    </a:cxn>
                    <a:cxn ang="0">
                      <a:pos x="T8" y="T9"/>
                    </a:cxn>
                  </a:cxnLst>
                  <a:rect l="0" t="0" r="r" b="b"/>
                  <a:pathLst>
                    <a:path w="63" h="37">
                      <a:moveTo>
                        <a:pt x="3" y="37"/>
                      </a:moveTo>
                      <a:lnTo>
                        <a:pt x="0" y="7"/>
                      </a:lnTo>
                      <a:lnTo>
                        <a:pt x="59" y="0"/>
                      </a:lnTo>
                      <a:lnTo>
                        <a:pt x="63" y="31"/>
                      </a:lnTo>
                      <a:lnTo>
                        <a:pt x="3"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8" name="Freeform 260">
                  <a:extLst>
                    <a:ext uri="{FF2B5EF4-FFF2-40B4-BE49-F238E27FC236}">
                      <a16:creationId xmlns:a16="http://schemas.microsoft.com/office/drawing/2014/main" id="{3FAB6C50-BDDE-45C0-926C-7837C8FA7B7E}"/>
                    </a:ext>
                  </a:extLst>
                </p:cNvPr>
                <p:cNvSpPr>
                  <a:spLocks/>
                </p:cNvSpPr>
                <p:nvPr/>
              </p:nvSpPr>
              <p:spPr bwMode="auto">
                <a:xfrm>
                  <a:off x="9385301" y="3157538"/>
                  <a:ext cx="100013" cy="58738"/>
                </a:xfrm>
                <a:custGeom>
                  <a:avLst/>
                  <a:gdLst>
                    <a:gd name="T0" fmla="*/ 59 w 63"/>
                    <a:gd name="T1" fmla="*/ 37 h 37"/>
                    <a:gd name="T2" fmla="*/ 0 w 63"/>
                    <a:gd name="T3" fmla="*/ 31 h 37"/>
                    <a:gd name="T4" fmla="*/ 3 w 63"/>
                    <a:gd name="T5" fmla="*/ 0 h 37"/>
                    <a:gd name="T6" fmla="*/ 63 w 63"/>
                    <a:gd name="T7" fmla="*/ 7 h 37"/>
                    <a:gd name="T8" fmla="*/ 59 w 63"/>
                    <a:gd name="T9" fmla="*/ 37 h 37"/>
                  </a:gdLst>
                  <a:ahLst/>
                  <a:cxnLst>
                    <a:cxn ang="0">
                      <a:pos x="T0" y="T1"/>
                    </a:cxn>
                    <a:cxn ang="0">
                      <a:pos x="T2" y="T3"/>
                    </a:cxn>
                    <a:cxn ang="0">
                      <a:pos x="T4" y="T5"/>
                    </a:cxn>
                    <a:cxn ang="0">
                      <a:pos x="T6" y="T7"/>
                    </a:cxn>
                    <a:cxn ang="0">
                      <a:pos x="T8" y="T9"/>
                    </a:cxn>
                  </a:cxnLst>
                  <a:rect l="0" t="0" r="r" b="b"/>
                  <a:pathLst>
                    <a:path w="63" h="37">
                      <a:moveTo>
                        <a:pt x="59" y="37"/>
                      </a:moveTo>
                      <a:lnTo>
                        <a:pt x="0" y="31"/>
                      </a:lnTo>
                      <a:lnTo>
                        <a:pt x="3" y="0"/>
                      </a:lnTo>
                      <a:lnTo>
                        <a:pt x="63" y="7"/>
                      </a:lnTo>
                      <a:lnTo>
                        <a:pt x="59"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9" name="Freeform 261">
                  <a:extLst>
                    <a:ext uri="{FF2B5EF4-FFF2-40B4-BE49-F238E27FC236}">
                      <a16:creationId xmlns:a16="http://schemas.microsoft.com/office/drawing/2014/main" id="{47D663F0-8018-44F9-80F0-01A8B6986EC4}"/>
                    </a:ext>
                  </a:extLst>
                </p:cNvPr>
                <p:cNvSpPr>
                  <a:spLocks/>
                </p:cNvSpPr>
                <p:nvPr/>
              </p:nvSpPr>
              <p:spPr bwMode="auto">
                <a:xfrm>
                  <a:off x="9344026" y="3327401"/>
                  <a:ext cx="106363" cy="76200"/>
                </a:xfrm>
                <a:custGeom>
                  <a:avLst/>
                  <a:gdLst>
                    <a:gd name="T0" fmla="*/ 57 w 67"/>
                    <a:gd name="T1" fmla="*/ 48 h 48"/>
                    <a:gd name="T2" fmla="*/ 0 w 67"/>
                    <a:gd name="T3" fmla="*/ 28 h 48"/>
                    <a:gd name="T4" fmla="*/ 9 w 67"/>
                    <a:gd name="T5" fmla="*/ 0 h 48"/>
                    <a:gd name="T6" fmla="*/ 67 w 67"/>
                    <a:gd name="T7" fmla="*/ 19 h 48"/>
                    <a:gd name="T8" fmla="*/ 57 w 67"/>
                    <a:gd name="T9" fmla="*/ 48 h 48"/>
                  </a:gdLst>
                  <a:ahLst/>
                  <a:cxnLst>
                    <a:cxn ang="0">
                      <a:pos x="T0" y="T1"/>
                    </a:cxn>
                    <a:cxn ang="0">
                      <a:pos x="T2" y="T3"/>
                    </a:cxn>
                    <a:cxn ang="0">
                      <a:pos x="T4" y="T5"/>
                    </a:cxn>
                    <a:cxn ang="0">
                      <a:pos x="T6" y="T7"/>
                    </a:cxn>
                    <a:cxn ang="0">
                      <a:pos x="T8" y="T9"/>
                    </a:cxn>
                  </a:cxnLst>
                  <a:rect l="0" t="0" r="r" b="b"/>
                  <a:pathLst>
                    <a:path w="67" h="48">
                      <a:moveTo>
                        <a:pt x="57" y="48"/>
                      </a:moveTo>
                      <a:lnTo>
                        <a:pt x="0" y="28"/>
                      </a:lnTo>
                      <a:lnTo>
                        <a:pt x="9" y="0"/>
                      </a:lnTo>
                      <a:lnTo>
                        <a:pt x="67" y="19"/>
                      </a:lnTo>
                      <a:lnTo>
                        <a:pt x="57"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0" name="Freeform 262">
                  <a:extLst>
                    <a:ext uri="{FF2B5EF4-FFF2-40B4-BE49-F238E27FC236}">
                      <a16:creationId xmlns:a16="http://schemas.microsoft.com/office/drawing/2014/main" id="{0101A9CE-A12E-44DC-AD06-F6FE1A728FCD}"/>
                    </a:ext>
                  </a:extLst>
                </p:cNvPr>
                <p:cNvSpPr>
                  <a:spLocks/>
                </p:cNvSpPr>
                <p:nvPr/>
              </p:nvSpPr>
              <p:spPr bwMode="auto">
                <a:xfrm>
                  <a:off x="9271001" y="3486151"/>
                  <a:ext cx="104775" cy="92075"/>
                </a:xfrm>
                <a:custGeom>
                  <a:avLst/>
                  <a:gdLst>
                    <a:gd name="T0" fmla="*/ 51 w 66"/>
                    <a:gd name="T1" fmla="*/ 58 h 58"/>
                    <a:gd name="T2" fmla="*/ 0 w 66"/>
                    <a:gd name="T3" fmla="*/ 26 h 58"/>
                    <a:gd name="T4" fmla="*/ 14 w 66"/>
                    <a:gd name="T5" fmla="*/ 0 h 58"/>
                    <a:gd name="T6" fmla="*/ 66 w 66"/>
                    <a:gd name="T7" fmla="*/ 30 h 58"/>
                    <a:gd name="T8" fmla="*/ 51 w 66"/>
                    <a:gd name="T9" fmla="*/ 58 h 58"/>
                  </a:gdLst>
                  <a:ahLst/>
                  <a:cxnLst>
                    <a:cxn ang="0">
                      <a:pos x="T0" y="T1"/>
                    </a:cxn>
                    <a:cxn ang="0">
                      <a:pos x="T2" y="T3"/>
                    </a:cxn>
                    <a:cxn ang="0">
                      <a:pos x="T4" y="T5"/>
                    </a:cxn>
                    <a:cxn ang="0">
                      <a:pos x="T6" y="T7"/>
                    </a:cxn>
                    <a:cxn ang="0">
                      <a:pos x="T8" y="T9"/>
                    </a:cxn>
                  </a:cxnLst>
                  <a:rect l="0" t="0" r="r" b="b"/>
                  <a:pathLst>
                    <a:path w="66" h="58">
                      <a:moveTo>
                        <a:pt x="51" y="58"/>
                      </a:moveTo>
                      <a:lnTo>
                        <a:pt x="0" y="26"/>
                      </a:lnTo>
                      <a:lnTo>
                        <a:pt x="14" y="0"/>
                      </a:lnTo>
                      <a:lnTo>
                        <a:pt x="66" y="30"/>
                      </a:lnTo>
                      <a:lnTo>
                        <a:pt x="51"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1" name="Freeform 263">
                  <a:extLst>
                    <a:ext uri="{FF2B5EF4-FFF2-40B4-BE49-F238E27FC236}">
                      <a16:creationId xmlns:a16="http://schemas.microsoft.com/office/drawing/2014/main" id="{13CE1013-3E66-434C-A86D-CC70498A1ADB}"/>
                    </a:ext>
                  </a:extLst>
                </p:cNvPr>
                <p:cNvSpPr>
                  <a:spLocks/>
                </p:cNvSpPr>
                <p:nvPr/>
              </p:nvSpPr>
              <p:spPr bwMode="auto">
                <a:xfrm>
                  <a:off x="9164638" y="3627438"/>
                  <a:ext cx="103188" cy="100013"/>
                </a:xfrm>
                <a:custGeom>
                  <a:avLst/>
                  <a:gdLst>
                    <a:gd name="T0" fmla="*/ 44 w 65"/>
                    <a:gd name="T1" fmla="*/ 63 h 63"/>
                    <a:gd name="T2" fmla="*/ 0 w 65"/>
                    <a:gd name="T3" fmla="*/ 24 h 63"/>
                    <a:gd name="T4" fmla="*/ 20 w 65"/>
                    <a:gd name="T5" fmla="*/ 0 h 63"/>
                    <a:gd name="T6" fmla="*/ 65 w 65"/>
                    <a:gd name="T7" fmla="*/ 41 h 63"/>
                    <a:gd name="T8" fmla="*/ 44 w 65"/>
                    <a:gd name="T9" fmla="*/ 63 h 63"/>
                  </a:gdLst>
                  <a:ahLst/>
                  <a:cxnLst>
                    <a:cxn ang="0">
                      <a:pos x="T0" y="T1"/>
                    </a:cxn>
                    <a:cxn ang="0">
                      <a:pos x="T2" y="T3"/>
                    </a:cxn>
                    <a:cxn ang="0">
                      <a:pos x="T4" y="T5"/>
                    </a:cxn>
                    <a:cxn ang="0">
                      <a:pos x="T6" y="T7"/>
                    </a:cxn>
                    <a:cxn ang="0">
                      <a:pos x="T8" y="T9"/>
                    </a:cxn>
                  </a:cxnLst>
                  <a:rect l="0" t="0" r="r" b="b"/>
                  <a:pathLst>
                    <a:path w="65" h="63">
                      <a:moveTo>
                        <a:pt x="44" y="63"/>
                      </a:moveTo>
                      <a:lnTo>
                        <a:pt x="0" y="24"/>
                      </a:lnTo>
                      <a:lnTo>
                        <a:pt x="20" y="0"/>
                      </a:lnTo>
                      <a:lnTo>
                        <a:pt x="65" y="41"/>
                      </a:lnTo>
                      <a:lnTo>
                        <a:pt x="44"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2" name="Freeform 264">
                  <a:extLst>
                    <a:ext uri="{FF2B5EF4-FFF2-40B4-BE49-F238E27FC236}">
                      <a16:creationId xmlns:a16="http://schemas.microsoft.com/office/drawing/2014/main" id="{8E6176CC-397B-4CA1-985C-7F8F098D3058}"/>
                    </a:ext>
                  </a:extLst>
                </p:cNvPr>
                <p:cNvSpPr>
                  <a:spLocks/>
                </p:cNvSpPr>
                <p:nvPr/>
              </p:nvSpPr>
              <p:spPr bwMode="auto">
                <a:xfrm>
                  <a:off x="9031288" y="3748088"/>
                  <a:ext cx="98425" cy="106363"/>
                </a:xfrm>
                <a:custGeom>
                  <a:avLst/>
                  <a:gdLst>
                    <a:gd name="T0" fmla="*/ 37 w 62"/>
                    <a:gd name="T1" fmla="*/ 67 h 67"/>
                    <a:gd name="T2" fmla="*/ 0 w 62"/>
                    <a:gd name="T3" fmla="*/ 17 h 67"/>
                    <a:gd name="T4" fmla="*/ 26 w 62"/>
                    <a:gd name="T5" fmla="*/ 0 h 67"/>
                    <a:gd name="T6" fmla="*/ 62 w 62"/>
                    <a:gd name="T7" fmla="*/ 48 h 67"/>
                    <a:gd name="T8" fmla="*/ 37 w 62"/>
                    <a:gd name="T9" fmla="*/ 67 h 67"/>
                  </a:gdLst>
                  <a:ahLst/>
                  <a:cxnLst>
                    <a:cxn ang="0">
                      <a:pos x="T0" y="T1"/>
                    </a:cxn>
                    <a:cxn ang="0">
                      <a:pos x="T2" y="T3"/>
                    </a:cxn>
                    <a:cxn ang="0">
                      <a:pos x="T4" y="T5"/>
                    </a:cxn>
                    <a:cxn ang="0">
                      <a:pos x="T6" y="T7"/>
                    </a:cxn>
                    <a:cxn ang="0">
                      <a:pos x="T8" y="T9"/>
                    </a:cxn>
                  </a:cxnLst>
                  <a:rect l="0" t="0" r="r" b="b"/>
                  <a:pathLst>
                    <a:path w="62" h="67">
                      <a:moveTo>
                        <a:pt x="37" y="67"/>
                      </a:moveTo>
                      <a:lnTo>
                        <a:pt x="0" y="17"/>
                      </a:lnTo>
                      <a:lnTo>
                        <a:pt x="26" y="0"/>
                      </a:lnTo>
                      <a:lnTo>
                        <a:pt x="62" y="48"/>
                      </a:lnTo>
                      <a:lnTo>
                        <a:pt x="37"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3" name="Freeform 265">
                  <a:extLst>
                    <a:ext uri="{FF2B5EF4-FFF2-40B4-BE49-F238E27FC236}">
                      <a16:creationId xmlns:a16="http://schemas.microsoft.com/office/drawing/2014/main" id="{62E95CCC-CC2C-45B4-BF48-0CB536D00C6A}"/>
                    </a:ext>
                  </a:extLst>
                </p:cNvPr>
                <p:cNvSpPr>
                  <a:spLocks/>
                </p:cNvSpPr>
                <p:nvPr/>
              </p:nvSpPr>
              <p:spPr bwMode="auto">
                <a:xfrm>
                  <a:off x="8355013" y="2192338"/>
                  <a:ext cx="65088" cy="103188"/>
                </a:xfrm>
                <a:custGeom>
                  <a:avLst/>
                  <a:gdLst>
                    <a:gd name="T0" fmla="*/ 11 w 41"/>
                    <a:gd name="T1" fmla="*/ 65 h 65"/>
                    <a:gd name="T2" fmla="*/ 0 w 41"/>
                    <a:gd name="T3" fmla="*/ 6 h 65"/>
                    <a:gd name="T4" fmla="*/ 30 w 41"/>
                    <a:gd name="T5" fmla="*/ 0 h 65"/>
                    <a:gd name="T6" fmla="*/ 41 w 41"/>
                    <a:gd name="T7" fmla="*/ 59 h 65"/>
                    <a:gd name="T8" fmla="*/ 11 w 41"/>
                    <a:gd name="T9" fmla="*/ 65 h 65"/>
                  </a:gdLst>
                  <a:ahLst/>
                  <a:cxnLst>
                    <a:cxn ang="0">
                      <a:pos x="T0" y="T1"/>
                    </a:cxn>
                    <a:cxn ang="0">
                      <a:pos x="T2" y="T3"/>
                    </a:cxn>
                    <a:cxn ang="0">
                      <a:pos x="T4" y="T5"/>
                    </a:cxn>
                    <a:cxn ang="0">
                      <a:pos x="T6" y="T7"/>
                    </a:cxn>
                    <a:cxn ang="0">
                      <a:pos x="T8" y="T9"/>
                    </a:cxn>
                  </a:cxnLst>
                  <a:rect l="0" t="0" r="r" b="b"/>
                  <a:pathLst>
                    <a:path w="41" h="65">
                      <a:moveTo>
                        <a:pt x="11" y="65"/>
                      </a:moveTo>
                      <a:lnTo>
                        <a:pt x="0" y="6"/>
                      </a:lnTo>
                      <a:lnTo>
                        <a:pt x="30" y="0"/>
                      </a:lnTo>
                      <a:lnTo>
                        <a:pt x="41" y="59"/>
                      </a:lnTo>
                      <a:lnTo>
                        <a:pt x="11"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4" name="Freeform 266">
                  <a:extLst>
                    <a:ext uri="{FF2B5EF4-FFF2-40B4-BE49-F238E27FC236}">
                      <a16:creationId xmlns:a16="http://schemas.microsoft.com/office/drawing/2014/main" id="{0C70349C-B12D-4A72-A795-29BFCAA01DCF}"/>
                    </a:ext>
                  </a:extLst>
                </p:cNvPr>
                <p:cNvSpPr>
                  <a:spLocks/>
                </p:cNvSpPr>
                <p:nvPr/>
              </p:nvSpPr>
              <p:spPr bwMode="auto">
                <a:xfrm>
                  <a:off x="8172451" y="2244726"/>
                  <a:ext cx="82550" cy="109538"/>
                </a:xfrm>
                <a:custGeom>
                  <a:avLst/>
                  <a:gdLst>
                    <a:gd name="T0" fmla="*/ 24 w 52"/>
                    <a:gd name="T1" fmla="*/ 69 h 69"/>
                    <a:gd name="T2" fmla="*/ 0 w 52"/>
                    <a:gd name="T3" fmla="*/ 13 h 69"/>
                    <a:gd name="T4" fmla="*/ 28 w 52"/>
                    <a:gd name="T5" fmla="*/ 0 h 69"/>
                    <a:gd name="T6" fmla="*/ 52 w 52"/>
                    <a:gd name="T7" fmla="*/ 56 h 69"/>
                    <a:gd name="T8" fmla="*/ 24 w 52"/>
                    <a:gd name="T9" fmla="*/ 69 h 69"/>
                  </a:gdLst>
                  <a:ahLst/>
                  <a:cxnLst>
                    <a:cxn ang="0">
                      <a:pos x="T0" y="T1"/>
                    </a:cxn>
                    <a:cxn ang="0">
                      <a:pos x="T2" y="T3"/>
                    </a:cxn>
                    <a:cxn ang="0">
                      <a:pos x="T4" y="T5"/>
                    </a:cxn>
                    <a:cxn ang="0">
                      <a:pos x="T6" y="T7"/>
                    </a:cxn>
                    <a:cxn ang="0">
                      <a:pos x="T8" y="T9"/>
                    </a:cxn>
                  </a:cxnLst>
                  <a:rect l="0" t="0" r="r" b="b"/>
                  <a:pathLst>
                    <a:path w="52" h="69">
                      <a:moveTo>
                        <a:pt x="24" y="69"/>
                      </a:moveTo>
                      <a:lnTo>
                        <a:pt x="0" y="13"/>
                      </a:lnTo>
                      <a:lnTo>
                        <a:pt x="28" y="0"/>
                      </a:lnTo>
                      <a:lnTo>
                        <a:pt x="52" y="56"/>
                      </a:lnTo>
                      <a:lnTo>
                        <a:pt x="24"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5" name="Freeform 267">
                  <a:extLst>
                    <a:ext uri="{FF2B5EF4-FFF2-40B4-BE49-F238E27FC236}">
                      <a16:creationId xmlns:a16="http://schemas.microsoft.com/office/drawing/2014/main" id="{54AA60F1-EA14-4143-BBC2-403E43DB1EE8}"/>
                    </a:ext>
                  </a:extLst>
                </p:cNvPr>
                <p:cNvSpPr>
                  <a:spLocks/>
                </p:cNvSpPr>
                <p:nvPr/>
              </p:nvSpPr>
              <p:spPr bwMode="auto">
                <a:xfrm>
                  <a:off x="8008938" y="2339976"/>
                  <a:ext cx="96838" cy="104775"/>
                </a:xfrm>
                <a:custGeom>
                  <a:avLst/>
                  <a:gdLst>
                    <a:gd name="T0" fmla="*/ 37 w 61"/>
                    <a:gd name="T1" fmla="*/ 66 h 66"/>
                    <a:gd name="T2" fmla="*/ 0 w 61"/>
                    <a:gd name="T3" fmla="*/ 16 h 66"/>
                    <a:gd name="T4" fmla="*/ 26 w 61"/>
                    <a:gd name="T5" fmla="*/ 0 h 66"/>
                    <a:gd name="T6" fmla="*/ 61 w 61"/>
                    <a:gd name="T7" fmla="*/ 48 h 66"/>
                    <a:gd name="T8" fmla="*/ 37 w 61"/>
                    <a:gd name="T9" fmla="*/ 66 h 66"/>
                  </a:gdLst>
                  <a:ahLst/>
                  <a:cxnLst>
                    <a:cxn ang="0">
                      <a:pos x="T0" y="T1"/>
                    </a:cxn>
                    <a:cxn ang="0">
                      <a:pos x="T2" y="T3"/>
                    </a:cxn>
                    <a:cxn ang="0">
                      <a:pos x="T4" y="T5"/>
                    </a:cxn>
                    <a:cxn ang="0">
                      <a:pos x="T6" y="T7"/>
                    </a:cxn>
                    <a:cxn ang="0">
                      <a:pos x="T8" y="T9"/>
                    </a:cxn>
                  </a:cxnLst>
                  <a:rect l="0" t="0" r="r" b="b"/>
                  <a:pathLst>
                    <a:path w="61" h="66">
                      <a:moveTo>
                        <a:pt x="37" y="66"/>
                      </a:moveTo>
                      <a:lnTo>
                        <a:pt x="0" y="16"/>
                      </a:lnTo>
                      <a:lnTo>
                        <a:pt x="26" y="0"/>
                      </a:lnTo>
                      <a:lnTo>
                        <a:pt x="61" y="48"/>
                      </a:lnTo>
                      <a:lnTo>
                        <a:pt x="37"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6" name="Freeform 268">
                  <a:extLst>
                    <a:ext uri="{FF2B5EF4-FFF2-40B4-BE49-F238E27FC236}">
                      <a16:creationId xmlns:a16="http://schemas.microsoft.com/office/drawing/2014/main" id="{6A9FE813-E6B8-4C88-B669-F9DD4D594FA9}"/>
                    </a:ext>
                  </a:extLst>
                </p:cNvPr>
                <p:cNvSpPr>
                  <a:spLocks/>
                </p:cNvSpPr>
                <p:nvPr/>
              </p:nvSpPr>
              <p:spPr bwMode="auto">
                <a:xfrm>
                  <a:off x="7870826" y="2462213"/>
                  <a:ext cx="101600" cy="100013"/>
                </a:xfrm>
                <a:custGeom>
                  <a:avLst/>
                  <a:gdLst>
                    <a:gd name="T0" fmla="*/ 44 w 64"/>
                    <a:gd name="T1" fmla="*/ 63 h 63"/>
                    <a:gd name="T2" fmla="*/ 0 w 64"/>
                    <a:gd name="T3" fmla="*/ 23 h 63"/>
                    <a:gd name="T4" fmla="*/ 20 w 64"/>
                    <a:gd name="T5" fmla="*/ 0 h 63"/>
                    <a:gd name="T6" fmla="*/ 64 w 64"/>
                    <a:gd name="T7" fmla="*/ 41 h 63"/>
                    <a:gd name="T8" fmla="*/ 44 w 64"/>
                    <a:gd name="T9" fmla="*/ 63 h 63"/>
                  </a:gdLst>
                  <a:ahLst/>
                  <a:cxnLst>
                    <a:cxn ang="0">
                      <a:pos x="T0" y="T1"/>
                    </a:cxn>
                    <a:cxn ang="0">
                      <a:pos x="T2" y="T3"/>
                    </a:cxn>
                    <a:cxn ang="0">
                      <a:pos x="T4" y="T5"/>
                    </a:cxn>
                    <a:cxn ang="0">
                      <a:pos x="T6" y="T7"/>
                    </a:cxn>
                    <a:cxn ang="0">
                      <a:pos x="T8" y="T9"/>
                    </a:cxn>
                  </a:cxnLst>
                  <a:rect l="0" t="0" r="r" b="b"/>
                  <a:pathLst>
                    <a:path w="64" h="63">
                      <a:moveTo>
                        <a:pt x="44" y="63"/>
                      </a:moveTo>
                      <a:lnTo>
                        <a:pt x="0" y="23"/>
                      </a:lnTo>
                      <a:lnTo>
                        <a:pt x="20" y="0"/>
                      </a:lnTo>
                      <a:lnTo>
                        <a:pt x="64" y="41"/>
                      </a:lnTo>
                      <a:lnTo>
                        <a:pt x="44"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7" name="Freeform 269">
                  <a:extLst>
                    <a:ext uri="{FF2B5EF4-FFF2-40B4-BE49-F238E27FC236}">
                      <a16:creationId xmlns:a16="http://schemas.microsoft.com/office/drawing/2014/main" id="{603A3DBC-6ECA-4B3E-A67C-A80CC97937DE}"/>
                    </a:ext>
                  </a:extLst>
                </p:cNvPr>
                <p:cNvSpPr>
                  <a:spLocks/>
                </p:cNvSpPr>
                <p:nvPr/>
              </p:nvSpPr>
              <p:spPr bwMode="auto">
                <a:xfrm>
                  <a:off x="7761288" y="2616201"/>
                  <a:ext cx="106363" cy="87313"/>
                </a:xfrm>
                <a:custGeom>
                  <a:avLst/>
                  <a:gdLst>
                    <a:gd name="T0" fmla="*/ 52 w 67"/>
                    <a:gd name="T1" fmla="*/ 55 h 55"/>
                    <a:gd name="T2" fmla="*/ 0 w 67"/>
                    <a:gd name="T3" fmla="*/ 26 h 55"/>
                    <a:gd name="T4" fmla="*/ 15 w 67"/>
                    <a:gd name="T5" fmla="*/ 0 h 55"/>
                    <a:gd name="T6" fmla="*/ 67 w 67"/>
                    <a:gd name="T7" fmla="*/ 29 h 55"/>
                    <a:gd name="T8" fmla="*/ 52 w 67"/>
                    <a:gd name="T9" fmla="*/ 55 h 55"/>
                  </a:gdLst>
                  <a:ahLst/>
                  <a:cxnLst>
                    <a:cxn ang="0">
                      <a:pos x="T0" y="T1"/>
                    </a:cxn>
                    <a:cxn ang="0">
                      <a:pos x="T2" y="T3"/>
                    </a:cxn>
                    <a:cxn ang="0">
                      <a:pos x="T4" y="T5"/>
                    </a:cxn>
                    <a:cxn ang="0">
                      <a:pos x="T6" y="T7"/>
                    </a:cxn>
                    <a:cxn ang="0">
                      <a:pos x="T8" y="T9"/>
                    </a:cxn>
                  </a:cxnLst>
                  <a:rect l="0" t="0" r="r" b="b"/>
                  <a:pathLst>
                    <a:path w="67" h="55">
                      <a:moveTo>
                        <a:pt x="52" y="55"/>
                      </a:moveTo>
                      <a:lnTo>
                        <a:pt x="0" y="26"/>
                      </a:lnTo>
                      <a:lnTo>
                        <a:pt x="15" y="0"/>
                      </a:lnTo>
                      <a:lnTo>
                        <a:pt x="67" y="29"/>
                      </a:lnTo>
                      <a:lnTo>
                        <a:pt x="52"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8" name="Freeform 270">
                  <a:extLst>
                    <a:ext uri="{FF2B5EF4-FFF2-40B4-BE49-F238E27FC236}">
                      <a16:creationId xmlns:a16="http://schemas.microsoft.com/office/drawing/2014/main" id="{0F7E6AE9-98CA-4620-AB33-54F1E0AB17EE}"/>
                    </a:ext>
                  </a:extLst>
                </p:cNvPr>
                <p:cNvSpPr>
                  <a:spLocks/>
                </p:cNvSpPr>
                <p:nvPr/>
              </p:nvSpPr>
              <p:spPr bwMode="auto">
                <a:xfrm>
                  <a:off x="7688263" y="2789238"/>
                  <a:ext cx="104775" cy="76200"/>
                </a:xfrm>
                <a:custGeom>
                  <a:avLst/>
                  <a:gdLst>
                    <a:gd name="T0" fmla="*/ 57 w 66"/>
                    <a:gd name="T1" fmla="*/ 48 h 48"/>
                    <a:gd name="T2" fmla="*/ 0 w 66"/>
                    <a:gd name="T3" fmla="*/ 28 h 48"/>
                    <a:gd name="T4" fmla="*/ 9 w 66"/>
                    <a:gd name="T5" fmla="*/ 0 h 48"/>
                    <a:gd name="T6" fmla="*/ 66 w 66"/>
                    <a:gd name="T7" fmla="*/ 19 h 48"/>
                    <a:gd name="T8" fmla="*/ 57 w 66"/>
                    <a:gd name="T9" fmla="*/ 48 h 48"/>
                  </a:gdLst>
                  <a:ahLst/>
                  <a:cxnLst>
                    <a:cxn ang="0">
                      <a:pos x="T0" y="T1"/>
                    </a:cxn>
                    <a:cxn ang="0">
                      <a:pos x="T2" y="T3"/>
                    </a:cxn>
                    <a:cxn ang="0">
                      <a:pos x="T4" y="T5"/>
                    </a:cxn>
                    <a:cxn ang="0">
                      <a:pos x="T6" y="T7"/>
                    </a:cxn>
                    <a:cxn ang="0">
                      <a:pos x="T8" y="T9"/>
                    </a:cxn>
                  </a:cxnLst>
                  <a:rect l="0" t="0" r="r" b="b"/>
                  <a:pathLst>
                    <a:path w="66" h="48">
                      <a:moveTo>
                        <a:pt x="57" y="48"/>
                      </a:moveTo>
                      <a:lnTo>
                        <a:pt x="0" y="28"/>
                      </a:lnTo>
                      <a:lnTo>
                        <a:pt x="9" y="0"/>
                      </a:lnTo>
                      <a:lnTo>
                        <a:pt x="66" y="19"/>
                      </a:lnTo>
                      <a:lnTo>
                        <a:pt x="57"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9" name="Freeform 271">
                  <a:extLst>
                    <a:ext uri="{FF2B5EF4-FFF2-40B4-BE49-F238E27FC236}">
                      <a16:creationId xmlns:a16="http://schemas.microsoft.com/office/drawing/2014/main" id="{25BBFA28-CF4E-4B44-8A5A-FD93F243A23E}"/>
                    </a:ext>
                  </a:extLst>
                </p:cNvPr>
                <p:cNvSpPr>
                  <a:spLocks/>
                </p:cNvSpPr>
                <p:nvPr/>
              </p:nvSpPr>
              <p:spPr bwMode="auto">
                <a:xfrm>
                  <a:off x="7651751" y="2974976"/>
                  <a:ext cx="100013" cy="58738"/>
                </a:xfrm>
                <a:custGeom>
                  <a:avLst/>
                  <a:gdLst>
                    <a:gd name="T0" fmla="*/ 60 w 63"/>
                    <a:gd name="T1" fmla="*/ 37 h 37"/>
                    <a:gd name="T2" fmla="*/ 0 w 63"/>
                    <a:gd name="T3" fmla="*/ 31 h 37"/>
                    <a:gd name="T4" fmla="*/ 4 w 63"/>
                    <a:gd name="T5" fmla="*/ 0 h 37"/>
                    <a:gd name="T6" fmla="*/ 63 w 63"/>
                    <a:gd name="T7" fmla="*/ 7 h 37"/>
                    <a:gd name="T8" fmla="*/ 60 w 63"/>
                    <a:gd name="T9" fmla="*/ 37 h 37"/>
                  </a:gdLst>
                  <a:ahLst/>
                  <a:cxnLst>
                    <a:cxn ang="0">
                      <a:pos x="T0" y="T1"/>
                    </a:cxn>
                    <a:cxn ang="0">
                      <a:pos x="T2" y="T3"/>
                    </a:cxn>
                    <a:cxn ang="0">
                      <a:pos x="T4" y="T5"/>
                    </a:cxn>
                    <a:cxn ang="0">
                      <a:pos x="T6" y="T7"/>
                    </a:cxn>
                    <a:cxn ang="0">
                      <a:pos x="T8" y="T9"/>
                    </a:cxn>
                  </a:cxnLst>
                  <a:rect l="0" t="0" r="r" b="b"/>
                  <a:pathLst>
                    <a:path w="63" h="37">
                      <a:moveTo>
                        <a:pt x="60" y="37"/>
                      </a:moveTo>
                      <a:lnTo>
                        <a:pt x="0" y="31"/>
                      </a:lnTo>
                      <a:lnTo>
                        <a:pt x="4" y="0"/>
                      </a:lnTo>
                      <a:lnTo>
                        <a:pt x="63" y="7"/>
                      </a:lnTo>
                      <a:lnTo>
                        <a:pt x="6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50" name="Freeform 272">
                  <a:extLst>
                    <a:ext uri="{FF2B5EF4-FFF2-40B4-BE49-F238E27FC236}">
                      <a16:creationId xmlns:a16="http://schemas.microsoft.com/office/drawing/2014/main" id="{7A84640E-2B53-4CC9-9204-FB7F96CBC07E}"/>
                    </a:ext>
                  </a:extLst>
                </p:cNvPr>
                <p:cNvSpPr>
                  <a:spLocks/>
                </p:cNvSpPr>
                <p:nvPr/>
              </p:nvSpPr>
              <p:spPr bwMode="auto">
                <a:xfrm>
                  <a:off x="7651751" y="3157538"/>
                  <a:ext cx="100013" cy="58738"/>
                </a:xfrm>
                <a:custGeom>
                  <a:avLst/>
                  <a:gdLst>
                    <a:gd name="T0" fmla="*/ 4 w 63"/>
                    <a:gd name="T1" fmla="*/ 37 h 37"/>
                    <a:gd name="T2" fmla="*/ 0 w 63"/>
                    <a:gd name="T3" fmla="*/ 7 h 37"/>
                    <a:gd name="T4" fmla="*/ 60 w 63"/>
                    <a:gd name="T5" fmla="*/ 0 h 37"/>
                    <a:gd name="T6" fmla="*/ 63 w 63"/>
                    <a:gd name="T7" fmla="*/ 31 h 37"/>
                    <a:gd name="T8" fmla="*/ 4 w 63"/>
                    <a:gd name="T9" fmla="*/ 37 h 37"/>
                  </a:gdLst>
                  <a:ahLst/>
                  <a:cxnLst>
                    <a:cxn ang="0">
                      <a:pos x="T0" y="T1"/>
                    </a:cxn>
                    <a:cxn ang="0">
                      <a:pos x="T2" y="T3"/>
                    </a:cxn>
                    <a:cxn ang="0">
                      <a:pos x="T4" y="T5"/>
                    </a:cxn>
                    <a:cxn ang="0">
                      <a:pos x="T6" y="T7"/>
                    </a:cxn>
                    <a:cxn ang="0">
                      <a:pos x="T8" y="T9"/>
                    </a:cxn>
                  </a:cxnLst>
                  <a:rect l="0" t="0" r="r" b="b"/>
                  <a:pathLst>
                    <a:path w="63" h="37">
                      <a:moveTo>
                        <a:pt x="4" y="37"/>
                      </a:moveTo>
                      <a:lnTo>
                        <a:pt x="0" y="7"/>
                      </a:lnTo>
                      <a:lnTo>
                        <a:pt x="60" y="0"/>
                      </a:lnTo>
                      <a:lnTo>
                        <a:pt x="63" y="31"/>
                      </a:lnTo>
                      <a:lnTo>
                        <a:pt x="4"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51" name="Freeform 273">
                  <a:extLst>
                    <a:ext uri="{FF2B5EF4-FFF2-40B4-BE49-F238E27FC236}">
                      <a16:creationId xmlns:a16="http://schemas.microsoft.com/office/drawing/2014/main" id="{C6794764-EA44-4A35-B42E-D05D12C03F89}"/>
                    </a:ext>
                  </a:extLst>
                </p:cNvPr>
                <p:cNvSpPr>
                  <a:spLocks/>
                </p:cNvSpPr>
                <p:nvPr/>
              </p:nvSpPr>
              <p:spPr bwMode="auto">
                <a:xfrm>
                  <a:off x="7688263" y="3327401"/>
                  <a:ext cx="104775" cy="76200"/>
                </a:xfrm>
                <a:custGeom>
                  <a:avLst/>
                  <a:gdLst>
                    <a:gd name="T0" fmla="*/ 9 w 66"/>
                    <a:gd name="T1" fmla="*/ 48 h 48"/>
                    <a:gd name="T2" fmla="*/ 0 w 66"/>
                    <a:gd name="T3" fmla="*/ 19 h 48"/>
                    <a:gd name="T4" fmla="*/ 57 w 66"/>
                    <a:gd name="T5" fmla="*/ 0 h 48"/>
                    <a:gd name="T6" fmla="*/ 66 w 66"/>
                    <a:gd name="T7" fmla="*/ 30 h 48"/>
                    <a:gd name="T8" fmla="*/ 9 w 66"/>
                    <a:gd name="T9" fmla="*/ 48 h 48"/>
                  </a:gdLst>
                  <a:ahLst/>
                  <a:cxnLst>
                    <a:cxn ang="0">
                      <a:pos x="T0" y="T1"/>
                    </a:cxn>
                    <a:cxn ang="0">
                      <a:pos x="T2" y="T3"/>
                    </a:cxn>
                    <a:cxn ang="0">
                      <a:pos x="T4" y="T5"/>
                    </a:cxn>
                    <a:cxn ang="0">
                      <a:pos x="T6" y="T7"/>
                    </a:cxn>
                    <a:cxn ang="0">
                      <a:pos x="T8" y="T9"/>
                    </a:cxn>
                  </a:cxnLst>
                  <a:rect l="0" t="0" r="r" b="b"/>
                  <a:pathLst>
                    <a:path w="66" h="48">
                      <a:moveTo>
                        <a:pt x="9" y="48"/>
                      </a:moveTo>
                      <a:lnTo>
                        <a:pt x="0" y="19"/>
                      </a:lnTo>
                      <a:lnTo>
                        <a:pt x="57" y="0"/>
                      </a:lnTo>
                      <a:lnTo>
                        <a:pt x="66" y="30"/>
                      </a:lnTo>
                      <a:lnTo>
                        <a:pt x="9"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52" name="Freeform 274">
                  <a:extLst>
                    <a:ext uri="{FF2B5EF4-FFF2-40B4-BE49-F238E27FC236}">
                      <a16:creationId xmlns:a16="http://schemas.microsoft.com/office/drawing/2014/main" id="{ECABC25A-4518-4111-9BA8-1DD818093C73}"/>
                    </a:ext>
                  </a:extLst>
                </p:cNvPr>
                <p:cNvSpPr>
                  <a:spLocks/>
                </p:cNvSpPr>
                <p:nvPr/>
              </p:nvSpPr>
              <p:spPr bwMode="auto">
                <a:xfrm>
                  <a:off x="7761288" y="3486151"/>
                  <a:ext cx="106363" cy="92075"/>
                </a:xfrm>
                <a:custGeom>
                  <a:avLst/>
                  <a:gdLst>
                    <a:gd name="T0" fmla="*/ 15 w 67"/>
                    <a:gd name="T1" fmla="*/ 58 h 58"/>
                    <a:gd name="T2" fmla="*/ 0 w 67"/>
                    <a:gd name="T3" fmla="*/ 30 h 58"/>
                    <a:gd name="T4" fmla="*/ 52 w 67"/>
                    <a:gd name="T5" fmla="*/ 0 h 58"/>
                    <a:gd name="T6" fmla="*/ 67 w 67"/>
                    <a:gd name="T7" fmla="*/ 26 h 58"/>
                    <a:gd name="T8" fmla="*/ 15 w 67"/>
                    <a:gd name="T9" fmla="*/ 58 h 58"/>
                  </a:gdLst>
                  <a:ahLst/>
                  <a:cxnLst>
                    <a:cxn ang="0">
                      <a:pos x="T0" y="T1"/>
                    </a:cxn>
                    <a:cxn ang="0">
                      <a:pos x="T2" y="T3"/>
                    </a:cxn>
                    <a:cxn ang="0">
                      <a:pos x="T4" y="T5"/>
                    </a:cxn>
                    <a:cxn ang="0">
                      <a:pos x="T6" y="T7"/>
                    </a:cxn>
                    <a:cxn ang="0">
                      <a:pos x="T8" y="T9"/>
                    </a:cxn>
                  </a:cxnLst>
                  <a:rect l="0" t="0" r="r" b="b"/>
                  <a:pathLst>
                    <a:path w="67" h="58">
                      <a:moveTo>
                        <a:pt x="15" y="58"/>
                      </a:moveTo>
                      <a:lnTo>
                        <a:pt x="0" y="30"/>
                      </a:lnTo>
                      <a:lnTo>
                        <a:pt x="52" y="0"/>
                      </a:lnTo>
                      <a:lnTo>
                        <a:pt x="67" y="26"/>
                      </a:lnTo>
                      <a:lnTo>
                        <a:pt x="15"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53" name="Freeform 275">
                  <a:extLst>
                    <a:ext uri="{FF2B5EF4-FFF2-40B4-BE49-F238E27FC236}">
                      <a16:creationId xmlns:a16="http://schemas.microsoft.com/office/drawing/2014/main" id="{973AFCC4-A50F-4B89-9F66-FAF5189135CC}"/>
                    </a:ext>
                  </a:extLst>
                </p:cNvPr>
                <p:cNvSpPr>
                  <a:spLocks/>
                </p:cNvSpPr>
                <p:nvPr/>
              </p:nvSpPr>
              <p:spPr bwMode="auto">
                <a:xfrm>
                  <a:off x="7870826" y="3627438"/>
                  <a:ext cx="101600" cy="100013"/>
                </a:xfrm>
                <a:custGeom>
                  <a:avLst/>
                  <a:gdLst>
                    <a:gd name="T0" fmla="*/ 20 w 64"/>
                    <a:gd name="T1" fmla="*/ 63 h 63"/>
                    <a:gd name="T2" fmla="*/ 0 w 64"/>
                    <a:gd name="T3" fmla="*/ 41 h 63"/>
                    <a:gd name="T4" fmla="*/ 44 w 64"/>
                    <a:gd name="T5" fmla="*/ 0 h 63"/>
                    <a:gd name="T6" fmla="*/ 64 w 64"/>
                    <a:gd name="T7" fmla="*/ 24 h 63"/>
                    <a:gd name="T8" fmla="*/ 20 w 64"/>
                    <a:gd name="T9" fmla="*/ 63 h 63"/>
                  </a:gdLst>
                  <a:ahLst/>
                  <a:cxnLst>
                    <a:cxn ang="0">
                      <a:pos x="T0" y="T1"/>
                    </a:cxn>
                    <a:cxn ang="0">
                      <a:pos x="T2" y="T3"/>
                    </a:cxn>
                    <a:cxn ang="0">
                      <a:pos x="T4" y="T5"/>
                    </a:cxn>
                    <a:cxn ang="0">
                      <a:pos x="T6" y="T7"/>
                    </a:cxn>
                    <a:cxn ang="0">
                      <a:pos x="T8" y="T9"/>
                    </a:cxn>
                  </a:cxnLst>
                  <a:rect l="0" t="0" r="r" b="b"/>
                  <a:pathLst>
                    <a:path w="64" h="63">
                      <a:moveTo>
                        <a:pt x="20" y="63"/>
                      </a:moveTo>
                      <a:lnTo>
                        <a:pt x="0" y="41"/>
                      </a:lnTo>
                      <a:lnTo>
                        <a:pt x="44" y="0"/>
                      </a:lnTo>
                      <a:lnTo>
                        <a:pt x="64" y="24"/>
                      </a:lnTo>
                      <a:lnTo>
                        <a:pt x="2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54" name="Freeform 276">
                  <a:extLst>
                    <a:ext uri="{FF2B5EF4-FFF2-40B4-BE49-F238E27FC236}">
                      <a16:creationId xmlns:a16="http://schemas.microsoft.com/office/drawing/2014/main" id="{045645C6-3246-40C3-8BB4-A7D1CC944CB4}"/>
                    </a:ext>
                  </a:extLst>
                </p:cNvPr>
                <p:cNvSpPr>
                  <a:spLocks/>
                </p:cNvSpPr>
                <p:nvPr/>
              </p:nvSpPr>
              <p:spPr bwMode="auto">
                <a:xfrm>
                  <a:off x="8008938" y="3748088"/>
                  <a:ext cx="96838" cy="106363"/>
                </a:xfrm>
                <a:custGeom>
                  <a:avLst/>
                  <a:gdLst>
                    <a:gd name="T0" fmla="*/ 26 w 61"/>
                    <a:gd name="T1" fmla="*/ 67 h 67"/>
                    <a:gd name="T2" fmla="*/ 0 w 61"/>
                    <a:gd name="T3" fmla="*/ 48 h 67"/>
                    <a:gd name="T4" fmla="*/ 37 w 61"/>
                    <a:gd name="T5" fmla="*/ 0 h 67"/>
                    <a:gd name="T6" fmla="*/ 61 w 61"/>
                    <a:gd name="T7" fmla="*/ 17 h 67"/>
                    <a:gd name="T8" fmla="*/ 26 w 61"/>
                    <a:gd name="T9" fmla="*/ 67 h 67"/>
                  </a:gdLst>
                  <a:ahLst/>
                  <a:cxnLst>
                    <a:cxn ang="0">
                      <a:pos x="T0" y="T1"/>
                    </a:cxn>
                    <a:cxn ang="0">
                      <a:pos x="T2" y="T3"/>
                    </a:cxn>
                    <a:cxn ang="0">
                      <a:pos x="T4" y="T5"/>
                    </a:cxn>
                    <a:cxn ang="0">
                      <a:pos x="T6" y="T7"/>
                    </a:cxn>
                    <a:cxn ang="0">
                      <a:pos x="T8" y="T9"/>
                    </a:cxn>
                  </a:cxnLst>
                  <a:rect l="0" t="0" r="r" b="b"/>
                  <a:pathLst>
                    <a:path w="61" h="67">
                      <a:moveTo>
                        <a:pt x="26" y="67"/>
                      </a:moveTo>
                      <a:lnTo>
                        <a:pt x="0" y="48"/>
                      </a:lnTo>
                      <a:lnTo>
                        <a:pt x="37" y="0"/>
                      </a:lnTo>
                      <a:lnTo>
                        <a:pt x="61" y="17"/>
                      </a:lnTo>
                      <a:lnTo>
                        <a:pt x="26"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grpSp>
        </p:grpSp>
        <p:sp>
          <p:nvSpPr>
            <p:cNvPr id="6" name="Rectangle 5">
              <a:extLst>
                <a:ext uri="{FF2B5EF4-FFF2-40B4-BE49-F238E27FC236}">
                  <a16:creationId xmlns:a16="http://schemas.microsoft.com/office/drawing/2014/main" id="{3BFBFF1D-6A37-45C6-ACD9-C2169BB03779}"/>
                </a:ext>
              </a:extLst>
            </p:cNvPr>
            <p:cNvSpPr/>
            <p:nvPr/>
          </p:nvSpPr>
          <p:spPr>
            <a:xfrm>
              <a:off x="6953285" y="4801999"/>
              <a:ext cx="1476883" cy="149766"/>
            </a:xfrm>
            <a:prstGeom prst="rect">
              <a:avLst/>
            </a:prstGeom>
            <a:noFill/>
          </p:spPr>
          <p:txBody>
            <a:bodyP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solidFill>
                <a:effectLst/>
                <a:uLnTx/>
                <a:uFillTx/>
                <a:latin typeface="Open Sans" charset="0"/>
                <a:ea typeface="Open Sans" charset="0"/>
                <a:cs typeface="Open Sans" charset="0"/>
              </a:endParaRPr>
            </a:p>
          </p:txBody>
        </p:sp>
      </p:grpSp>
      <p:cxnSp>
        <p:nvCxnSpPr>
          <p:cNvPr id="55" name="Straight Connector 54">
            <a:extLst>
              <a:ext uri="{FF2B5EF4-FFF2-40B4-BE49-F238E27FC236}">
                <a16:creationId xmlns:a16="http://schemas.microsoft.com/office/drawing/2014/main" id="{F04A6D5B-C512-43F6-8853-D13870CA10B3}"/>
              </a:ext>
            </a:extLst>
          </p:cNvPr>
          <p:cNvCxnSpPr>
            <a:cxnSpLocks/>
            <a:stCxn id="7" idx="56"/>
          </p:cNvCxnSpPr>
          <p:nvPr userDrawn="1"/>
        </p:nvCxnSpPr>
        <p:spPr>
          <a:xfrm>
            <a:off x="8922139" y="4968552"/>
            <a:ext cx="32698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358A89B-C4A0-4BF6-A7C2-3F1B9632BFBB}"/>
              </a:ext>
            </a:extLst>
          </p:cNvPr>
          <p:cNvCxnSpPr>
            <a:cxnSpLocks/>
          </p:cNvCxnSpPr>
          <p:nvPr userDrawn="1"/>
        </p:nvCxnSpPr>
        <p:spPr>
          <a:xfrm flipV="1">
            <a:off x="0" y="4628982"/>
            <a:ext cx="7894216" cy="809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 Placeholder 58">
            <a:extLst>
              <a:ext uri="{FF2B5EF4-FFF2-40B4-BE49-F238E27FC236}">
                <a16:creationId xmlns:a16="http://schemas.microsoft.com/office/drawing/2014/main" id="{D8A7A6F7-5F58-448E-ABB3-AECDCAC6588E}"/>
              </a:ext>
            </a:extLst>
          </p:cNvPr>
          <p:cNvSpPr>
            <a:spLocks noGrp="1"/>
          </p:cNvSpPr>
          <p:nvPr>
            <p:ph type="body" sz="quarter" idx="10" hasCustomPrompt="1"/>
          </p:nvPr>
        </p:nvSpPr>
        <p:spPr>
          <a:xfrm>
            <a:off x="952500" y="1206500"/>
            <a:ext cx="5337175" cy="2257425"/>
          </a:xfrm>
        </p:spPr>
        <p:txBody>
          <a:bodyPr/>
          <a:lstStyle>
            <a:lvl1pPr marL="0" indent="0">
              <a:buNone/>
              <a:defRPr sz="6600">
                <a:latin typeface="+mj-lt"/>
              </a:defRPr>
            </a:lvl1pPr>
          </a:lstStyle>
          <a:p>
            <a:pPr lvl="0"/>
            <a:r>
              <a:rPr lang="en-US" sz="6600">
                <a:latin typeface="+mj-lt"/>
              </a:rPr>
              <a:t>Section Header</a:t>
            </a:r>
            <a:endParaRPr lang="en-US"/>
          </a:p>
        </p:txBody>
      </p:sp>
    </p:spTree>
    <p:extLst>
      <p:ext uri="{BB962C8B-B14F-4D97-AF65-F5344CB8AC3E}">
        <p14:creationId xmlns:p14="http://schemas.microsoft.com/office/powerpoint/2010/main" val="16819621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7062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No Background Graphics">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EFC2F98-5944-4C9B-A2C3-BF4DC0C7C30D}"/>
              </a:ext>
            </a:extLst>
          </p:cNvPr>
          <p:cNvGraphicFramePr>
            <a:graphicFrameLocks noChangeAspect="1"/>
          </p:cNvGraphicFramePr>
          <p:nvPr userDrawn="1">
            <p:custDataLst>
              <p:tags r:id="rId2"/>
            </p:custDataLst>
            <p:extLst>
              <p:ext uri="{D42A27DB-BD31-4B8C-83A1-F6EECF244321}">
                <p14:modId xmlns:p14="http://schemas.microsoft.com/office/powerpoint/2010/main" val="631030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7585" name="think-cell Slide" r:id="rId4" imgW="415" imgH="416" progId="TCLayout.ActiveDocument.1">
                  <p:embed/>
                </p:oleObj>
              </mc:Choice>
              <mc:Fallback>
                <p:oleObj name="think-cell Slide" r:id="rId4" imgW="415" imgH="416" progId="TCLayout.ActiveDocument.1">
                  <p:embed/>
                  <p:pic>
                    <p:nvPicPr>
                      <p:cNvPr id="3" name="Object 2" hidden="1">
                        <a:extLst>
                          <a:ext uri="{FF2B5EF4-FFF2-40B4-BE49-F238E27FC236}">
                            <a16:creationId xmlns:a16="http://schemas.microsoft.com/office/drawing/2014/main" id="{8EFC2F98-5944-4C9B-A2C3-BF4DC0C7C3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16177825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en-US"/>
              <a:t>Thank You </a:t>
            </a:r>
            <a:br>
              <a:rPr lang="en-US"/>
            </a:br>
            <a:r>
              <a:rPr lang="en-US"/>
              <a:t>Goes Here.</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en-US" sz="700">
                <a:latin typeface="Open Sans" charset="0"/>
                <a:ea typeface="Open Sans" charset="0"/>
                <a:cs typeface="Open Sans" charset="0"/>
              </a:rPr>
              <a:t>This publication contains general information only, and none of the member firms of Deloitte </a:t>
            </a:r>
            <a:r>
              <a:rPr lang="en-US" sz="700" err="1">
                <a:latin typeface="Open Sans" charset="0"/>
                <a:ea typeface="Open Sans" charset="0"/>
                <a:cs typeface="Open Sans" charset="0"/>
              </a:rPr>
              <a:t>Touche</a:t>
            </a:r>
            <a:r>
              <a:rPr lang="en-US" sz="700">
                <a:latin typeface="Open Sans" charset="0"/>
                <a:ea typeface="Open Sans" charset="0"/>
                <a:cs typeface="Open Sans" charset="0"/>
              </a:rPr>
              <a:t>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a:lnSpc>
                <a:spcPct val="120000"/>
              </a:lnSpc>
            </a:pPr>
            <a:br>
              <a:rPr lang="en-US" sz="700">
                <a:latin typeface="Open Sans" charset="0"/>
                <a:ea typeface="Open Sans" charset="0"/>
                <a:cs typeface="Open Sans" charset="0"/>
              </a:rPr>
            </a:br>
            <a:br>
              <a:rPr lang="en-US" sz="700">
                <a:latin typeface="Open Sans" charset="0"/>
                <a:ea typeface="Open Sans" charset="0"/>
                <a:cs typeface="Open Sans" charset="0"/>
              </a:rPr>
            </a:br>
            <a:endParaRPr lang="en-US" sz="700">
              <a:latin typeface="Open Sans" charset="0"/>
              <a:ea typeface="Open Sans" charset="0"/>
              <a:cs typeface="Open Sans" charset="0"/>
            </a:endParaRPr>
          </a:p>
          <a:p>
            <a:pPr>
              <a:lnSpc>
                <a:spcPct val="120000"/>
              </a:lnSpc>
            </a:pPr>
            <a:r>
              <a:rPr lang="en-US" sz="700">
                <a:latin typeface="Open Sans" charset="0"/>
                <a:ea typeface="Open Sans" charset="0"/>
                <a:cs typeface="Open Sans" charset="0"/>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a:t>
            </a:r>
            <a:br>
              <a:rPr lang="en-US" sz="700">
                <a:latin typeface="Open Sans" charset="0"/>
                <a:ea typeface="Open Sans" charset="0"/>
                <a:cs typeface="Open Sans" charset="0"/>
              </a:rPr>
            </a:br>
            <a:r>
              <a:rPr lang="en-US" sz="700">
                <a:latin typeface="Open Sans" charset="0"/>
                <a:ea typeface="Open Sans" charset="0"/>
                <a:cs typeface="Open Sans" charset="0"/>
              </a:rPr>
              <a:t>the rules and regulations of public accounting.</a:t>
            </a:r>
          </a:p>
          <a:p>
            <a:endParaRPr lang="en-US" sz="700">
              <a:latin typeface="Open Sans" charset="0"/>
              <a:ea typeface="Open Sans" charset="0"/>
              <a:cs typeface="Open Sans" charset="0"/>
              <a:sym typeface="Frutiger Next Pro Light" charset="0"/>
            </a:endParaRPr>
          </a:p>
          <a:p>
            <a:r>
              <a:rPr lang="en-US" sz="700" b="1">
                <a:latin typeface="Open Sans" charset="0"/>
                <a:ea typeface="Open Sans" charset="0"/>
                <a:cs typeface="Open Sans" charset="0"/>
                <a:sym typeface="Frutiger Next Pro Light" charset="0"/>
              </a:rPr>
              <a:t>Copyright © 2019 Deloitte Development LLC. </a:t>
            </a:r>
            <a:br>
              <a:rPr lang="en-US" sz="700">
                <a:latin typeface="Open Sans" charset="0"/>
                <a:ea typeface="Open Sans" charset="0"/>
                <a:cs typeface="Open Sans" charset="0"/>
                <a:sym typeface="Frutiger Next Pro Light" charset="0"/>
              </a:rPr>
            </a:br>
            <a:r>
              <a:rPr lang="en-US" sz="700" b="1">
                <a:latin typeface="Open Sans" charset="0"/>
                <a:ea typeface="Open Sans" charset="0"/>
                <a:cs typeface="Open Sans" charset="0"/>
                <a:sym typeface="Frutiger Next Pro Light" charset="0"/>
              </a:rPr>
              <a:t>All rights reserved. </a:t>
            </a:r>
            <a:r>
              <a:rPr lang="en-US" sz="700" b="1">
                <a:latin typeface="Open Sans" charset="0"/>
                <a:ea typeface="Open Sans" charset="0"/>
                <a:cs typeface="Open Sans" charset="0"/>
              </a:rPr>
              <a:t>Member of Deloitte </a:t>
            </a:r>
            <a:r>
              <a:rPr lang="en-US" sz="700" b="1" err="1">
                <a:latin typeface="Open Sans" charset="0"/>
                <a:ea typeface="Open Sans" charset="0"/>
                <a:cs typeface="Open Sans" charset="0"/>
              </a:rPr>
              <a:t>Touche</a:t>
            </a:r>
            <a:r>
              <a:rPr lang="en-US" sz="700" b="1">
                <a:latin typeface="Open Sans" charset="0"/>
                <a:ea typeface="Open Sans" charset="0"/>
                <a:cs typeface="Open Sans" charset="0"/>
              </a:rPr>
              <a:t> Tohmatsu Limited</a:t>
            </a:r>
          </a:p>
        </p:txBody>
      </p:sp>
      <p:pic>
        <p:nvPicPr>
          <p:cNvPr id="5" name="Picture 4">
            <a:extLst>
              <a:ext uri="{FF2B5EF4-FFF2-40B4-BE49-F238E27FC236}">
                <a16:creationId xmlns:a16="http://schemas.microsoft.com/office/drawing/2014/main" id="{AF6272ED-D46B-4410-850F-BE680FD2A4F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4400" y="762000"/>
            <a:ext cx="1788289" cy="388953"/>
          </a:xfrm>
          <a:prstGeom prst="rect">
            <a:avLst/>
          </a:prstGeom>
        </p:spPr>
      </p:pic>
    </p:spTree>
    <p:extLst>
      <p:ext uri="{BB962C8B-B14F-4D97-AF65-F5344CB8AC3E}">
        <p14:creationId xmlns:p14="http://schemas.microsoft.com/office/powerpoint/2010/main" val="3834378615"/>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Master Blocker">
    <p:bg>
      <p:bgPr>
        <a:solidFill>
          <a:schemeClr val="accent2"/>
        </a:solidFill>
        <a:effectLst/>
      </p:bgPr>
    </p:bg>
    <p:spTree>
      <p:nvGrpSpPr>
        <p:cNvPr id="1" name=""/>
        <p:cNvGrpSpPr/>
        <p:nvPr/>
      </p:nvGrpSpPr>
      <p:grpSpPr>
        <a:xfrm>
          <a:off x="0" y="0"/>
          <a:ext cx="0" cy="0"/>
          <a:chOff x="0" y="0"/>
          <a:chExt cx="0" cy="0"/>
        </a:xfrm>
      </p:grpSpPr>
      <p:sp>
        <p:nvSpPr>
          <p:cNvPr id="3" name="TextBox 2"/>
          <p:cNvSpPr txBox="1"/>
          <p:nvPr/>
        </p:nvSpPr>
        <p:spPr>
          <a:xfrm>
            <a:off x="914400" y="1217629"/>
            <a:ext cx="10363200" cy="4616648"/>
          </a:xfrm>
          <a:prstGeom prst="rect">
            <a:avLst/>
          </a:prstGeom>
          <a:noFill/>
        </p:spPr>
        <p:txBody>
          <a:bodyPr wrap="square" rtlCol="0">
            <a:spAutoFit/>
          </a:bodyPr>
          <a:lstStyle/>
          <a:p>
            <a:pPr algn="ctr"/>
            <a:r>
              <a:rPr lang="en-US" sz="11500" b="1"/>
              <a:t>Do not use this</a:t>
            </a:r>
            <a:r>
              <a:rPr lang="en-US" sz="11500" b="1" baseline="0"/>
              <a:t> layout</a:t>
            </a:r>
          </a:p>
          <a:p>
            <a:pPr algn="ctr"/>
            <a:endParaRPr lang="en-US" sz="3200" b="1" baseline="0"/>
          </a:p>
          <a:p>
            <a:pPr algn="ctr"/>
            <a:r>
              <a:rPr lang="en-US" sz="3200" b="0" baseline="0"/>
              <a:t>Delete any master slides that occur after this layout</a:t>
            </a:r>
            <a:endParaRPr lang="en-US" sz="3200" b="0"/>
          </a:p>
        </p:txBody>
      </p:sp>
    </p:spTree>
    <p:extLst>
      <p:ext uri="{BB962C8B-B14F-4D97-AF65-F5344CB8AC3E}">
        <p14:creationId xmlns:p14="http://schemas.microsoft.com/office/powerpoint/2010/main" val="15430658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cSld name="1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4965303"/>
            <a:ext cx="4407673" cy="897983"/>
          </a:xfrm>
        </p:spPr>
        <p:txBody>
          <a:bodyPr anchor="b" anchorCtr="0"/>
          <a:lstStyle>
            <a:lvl1pPr>
              <a:lnSpc>
                <a:spcPct val="85000"/>
              </a:lnSpc>
              <a:defRPr sz="2800" b="1" baseline="0">
                <a:latin typeface="+mn-lt"/>
              </a:defRPr>
            </a:lvl1pPr>
          </a:lstStyle>
          <a:p>
            <a:r>
              <a:rPr lang="en-US"/>
              <a:t>Click to edit Title</a:t>
            </a:r>
          </a:p>
        </p:txBody>
      </p:sp>
      <p:sp>
        <p:nvSpPr>
          <p:cNvPr id="6" name="Text Placeholder 9"/>
          <p:cNvSpPr>
            <a:spLocks noGrp="1"/>
          </p:cNvSpPr>
          <p:nvPr>
            <p:ph type="body" sz="quarter" idx="16" hasCustomPrompt="1"/>
          </p:nvPr>
        </p:nvSpPr>
        <p:spPr>
          <a:xfrm>
            <a:off x="914402" y="5940663"/>
            <a:ext cx="4407673" cy="478209"/>
          </a:xfrm>
        </p:spPr>
        <p:txBody>
          <a:bodyPr vert="horz" lIns="0" tIns="0" rIns="0" bIns="0" rtlCol="0">
            <a:noAutofit/>
          </a:bodyPr>
          <a:lstStyle>
            <a:lvl1pPr marL="0" indent="0">
              <a:buNone/>
              <a:defRPr lang="en-US" sz="1200" dirty="0"/>
            </a:lvl1pPr>
          </a:lstStyle>
          <a:p>
            <a:pPr marL="228600" lvl="0" indent="-228600">
              <a:lnSpc>
                <a:spcPct val="130000"/>
              </a:lnSpc>
            </a:pPr>
            <a:r>
              <a:rPr lang="en-US"/>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Date</a:t>
            </a:r>
          </a:p>
        </p:txBody>
      </p:sp>
      <p:pic>
        <p:nvPicPr>
          <p:cNvPr id="9" name="Picture 8"/>
          <p:cNvPicPr>
            <a:picLocks noChangeAspect="1"/>
          </p:cNvPicPr>
          <p:nvPr/>
        </p:nvPicPr>
        <p:blipFill rotWithShape="1">
          <a:blip r:embed="rId2" cstate="email">
            <a:extLst>
              <a:ext uri="{28A0092B-C50C-407E-A947-70E740481C1C}">
                <a14:useLocalDpi xmlns:a14="http://schemas.microsoft.com/office/drawing/2010/main" val="0"/>
              </a:ext>
            </a:extLst>
          </a:blip>
          <a:srcRect b="57950"/>
          <a:stretch/>
        </p:blipFill>
        <p:spPr>
          <a:xfrm>
            <a:off x="914400" y="762001"/>
            <a:ext cx="1788289" cy="348286"/>
          </a:xfrm>
          <a:prstGeom prst="rect">
            <a:avLst/>
          </a:prstGeom>
        </p:spPr>
      </p:pic>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en-US"/>
              <a:t>Click to insert picture</a:t>
            </a:r>
          </a:p>
        </p:txBody>
      </p:sp>
    </p:spTree>
    <p:extLst>
      <p:ext uri="{BB962C8B-B14F-4D97-AF65-F5344CB8AC3E}">
        <p14:creationId xmlns:p14="http://schemas.microsoft.com/office/powerpoint/2010/main" val="490826369"/>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Title, Right,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4965303"/>
            <a:ext cx="4407673" cy="897983"/>
          </a:xfrm>
        </p:spPr>
        <p:txBody>
          <a:bodyPr anchor="b" anchorCtr="0"/>
          <a:lstStyle>
            <a:lvl1pPr>
              <a:lnSpc>
                <a:spcPct val="85000"/>
              </a:lnSpc>
              <a:defRPr sz="2800" b="1" baseline="0">
                <a:latin typeface="+mn-lt"/>
              </a:defRPr>
            </a:lvl1pPr>
          </a:lstStyle>
          <a:p>
            <a:r>
              <a:rPr lang="en-US"/>
              <a:t>Click to edit Title</a:t>
            </a:r>
          </a:p>
        </p:txBody>
      </p:sp>
      <p:sp>
        <p:nvSpPr>
          <p:cNvPr id="6" name="Text Placeholder 9"/>
          <p:cNvSpPr>
            <a:spLocks noGrp="1"/>
          </p:cNvSpPr>
          <p:nvPr>
            <p:ph type="body" sz="quarter" idx="16" hasCustomPrompt="1"/>
          </p:nvPr>
        </p:nvSpPr>
        <p:spPr>
          <a:xfrm>
            <a:off x="914402" y="5940663"/>
            <a:ext cx="4407673" cy="478209"/>
          </a:xfrm>
        </p:spPr>
        <p:txBody>
          <a:bodyPr vert="horz" lIns="0" tIns="0" rIns="0" bIns="0" rtlCol="0">
            <a:noAutofit/>
          </a:bodyPr>
          <a:lstStyle>
            <a:lvl1pPr marL="0" indent="0">
              <a:buNone/>
              <a:defRPr lang="en-US" sz="1200" dirty="0"/>
            </a:lvl1pPr>
          </a:lstStyle>
          <a:p>
            <a:pPr marL="228600" lvl="0" indent="-228600">
              <a:lnSpc>
                <a:spcPct val="130000"/>
              </a:lnSpc>
            </a:pPr>
            <a:r>
              <a:rPr lang="en-US"/>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Date</a:t>
            </a:r>
          </a:p>
        </p:txBody>
      </p:sp>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en-US"/>
              <a:t>Click to insert picture</a:t>
            </a:r>
          </a:p>
        </p:txBody>
      </p:sp>
      <p:pic>
        <p:nvPicPr>
          <p:cNvPr id="4" name="Picture 3">
            <a:extLst>
              <a:ext uri="{FF2B5EF4-FFF2-40B4-BE49-F238E27FC236}">
                <a16:creationId xmlns:a16="http://schemas.microsoft.com/office/drawing/2014/main" id="{9690DDD7-BC40-45F8-9944-8723C753155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4400" y="762000"/>
            <a:ext cx="1788289" cy="388953"/>
          </a:xfrm>
          <a:prstGeom prst="rect">
            <a:avLst/>
          </a:prstGeom>
        </p:spPr>
      </p:pic>
    </p:spTree>
    <p:extLst>
      <p:ext uri="{BB962C8B-B14F-4D97-AF65-F5344CB8AC3E}">
        <p14:creationId xmlns:p14="http://schemas.microsoft.com/office/powerpoint/2010/main" val="2658620526"/>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3174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0793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62168329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vmlDrawing" Target="../drawings/vmlDrawing1.v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2.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10" Type="http://schemas.openxmlformats.org/officeDocument/2006/relationships/slideLayout" Target="../slideLayouts/slideLayout62.xml"/><Relationship Id="rId19" Type="http://schemas.openxmlformats.org/officeDocument/2006/relationships/theme" Target="../theme/theme3.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extLst>
              <p:ext uri="{D42A27DB-BD31-4B8C-83A1-F6EECF244321}">
                <p14:modId xmlns:p14="http://schemas.microsoft.com/office/powerpoint/2010/main" val="161685504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1025" name="think-cell Slide" r:id="rId45" imgW="270" imgH="270" progId="TCLayout.ActiveDocument.1">
                  <p:embed/>
                </p:oleObj>
              </mc:Choice>
              <mc:Fallback>
                <p:oleObj name="think-cell Slide" r:id="rId45" imgW="270" imgH="270" progId="TCLayout.ActiveDocument.1">
                  <p:embed/>
                  <p:pic>
                    <p:nvPicPr>
                      <p:cNvPr id="4" name="Object 3" hidden="1"/>
                      <p:cNvPicPr/>
                      <p:nvPr/>
                    </p:nvPicPr>
                    <p:blipFill>
                      <a:blip r:embed="rId46"/>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tx1"/>
                </a:solidFill>
              </a:rPr>
              <a:t>Presentation title</a:t>
            </a:r>
            <a:br>
              <a:rPr lang="en-US" sz="650" noProof="0">
                <a:solidFill>
                  <a:schemeClr val="tx1"/>
                </a:solidFill>
              </a:rPr>
            </a:br>
            <a:r>
              <a:rPr lang="en-US" sz="650" noProof="0">
                <a:solidFill>
                  <a:schemeClr val="tx1"/>
                </a:solidFill>
              </a:rPr>
              <a:t>[To edit, click View &gt; Slide Master &gt; Slide master1]</a:t>
            </a:r>
          </a:p>
        </p:txBody>
      </p:sp>
      <p:sp>
        <p:nvSpPr>
          <p:cNvPr id="11" name="Copyright"/>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tx1"/>
                </a:solidFill>
                <a:latin typeface="+mn-lt"/>
              </a:rPr>
              <a:t>Copyright © 2019 Deloitte Development LLC. All rights reserved.</a:t>
            </a: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5" r:id="rId3"/>
    <p:sldLayoutId id="2147483756" r:id="rId4"/>
    <p:sldLayoutId id="2147483703" r:id="rId5"/>
    <p:sldLayoutId id="2147483704" r:id="rId6"/>
    <p:sldLayoutId id="2147483705" r:id="rId7"/>
    <p:sldLayoutId id="2147483706" r:id="rId8"/>
    <p:sldLayoutId id="2147483707" r:id="rId9"/>
    <p:sldLayoutId id="2147483713" r:id="rId10"/>
    <p:sldLayoutId id="2147483708" r:id="rId11"/>
    <p:sldLayoutId id="2147483710" r:id="rId12"/>
    <p:sldLayoutId id="2147483754" r:id="rId13"/>
    <p:sldLayoutId id="2147483711" r:id="rId14"/>
    <p:sldLayoutId id="2147483753" r:id="rId15"/>
    <p:sldLayoutId id="2147483679" r:id="rId16"/>
    <p:sldLayoutId id="2147483712" r:id="rId17"/>
    <p:sldLayoutId id="2147483678" r:id="rId18"/>
    <p:sldLayoutId id="2147483681" r:id="rId19"/>
    <p:sldLayoutId id="2147483735" r:id="rId20"/>
    <p:sldLayoutId id="2147483699" r:id="rId21"/>
    <p:sldLayoutId id="2147483714" r:id="rId22"/>
    <p:sldLayoutId id="2147483697" r:id="rId23"/>
    <p:sldLayoutId id="2147483718" r:id="rId24"/>
    <p:sldLayoutId id="2147483715" r:id="rId25"/>
    <p:sldLayoutId id="2147483716" r:id="rId26"/>
    <p:sldLayoutId id="2147483717" r:id="rId27"/>
    <p:sldLayoutId id="2147483728" r:id="rId28"/>
    <p:sldLayoutId id="2147483720" r:id="rId29"/>
    <p:sldLayoutId id="2147483721" r:id="rId30"/>
    <p:sldLayoutId id="2147483722" r:id="rId31"/>
    <p:sldLayoutId id="2147483695" r:id="rId32"/>
    <p:sldLayoutId id="2147483751" r:id="rId33"/>
    <p:sldLayoutId id="2147483724" r:id="rId34"/>
    <p:sldLayoutId id="2147483725" r:id="rId35"/>
    <p:sldLayoutId id="2147483726" r:id="rId36"/>
    <p:sldLayoutId id="2147483727" r:id="rId37"/>
    <p:sldLayoutId id="2147483698" r:id="rId38"/>
    <p:sldLayoutId id="2147483752" r:id="rId39"/>
    <p:sldLayoutId id="2147483696" r:id="rId40"/>
    <p:sldLayoutId id="2147483788" r:id="rId41"/>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411D64-8328-4241-A51F-D6C16892D2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91F5CF-59CC-41F9-AE55-64273604A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5246D3-3D43-48A0-9841-E938E0860C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D62238-446F-42CE-9AC8-369300883A6F}" type="datetimeFigureOut">
              <a:rPr lang="en-US" smtClean="0"/>
              <a:t>2/5/2021</a:t>
            </a:fld>
            <a:endParaRPr lang="en-US"/>
          </a:p>
        </p:txBody>
      </p:sp>
      <p:sp>
        <p:nvSpPr>
          <p:cNvPr id="5" name="Footer Placeholder 4">
            <a:extLst>
              <a:ext uri="{FF2B5EF4-FFF2-40B4-BE49-F238E27FC236}">
                <a16:creationId xmlns:a16="http://schemas.microsoft.com/office/drawing/2014/main" id="{8A0132CD-86C4-49B6-BF3B-8485773DD4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EC7FA9-3F0E-4B9B-A350-A27177B64C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DF0964-6AA1-4DA7-9005-C89DBE949BB3}" type="slidenum">
              <a:rPr lang="en-US" smtClean="0"/>
              <a:t>‹#›</a:t>
            </a:fld>
            <a:endParaRPr lang="en-US"/>
          </a:p>
        </p:txBody>
      </p:sp>
    </p:spTree>
    <p:extLst>
      <p:ext uri="{BB962C8B-B14F-4D97-AF65-F5344CB8AC3E}">
        <p14:creationId xmlns:p14="http://schemas.microsoft.com/office/powerpoint/2010/main" val="364602293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0" y="1828800"/>
            <a:ext cx="10363200" cy="434627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p:ph type="title"/>
          </p:nvPr>
        </p:nvSpPr>
        <p:spPr>
          <a:xfrm>
            <a:off x="914912" y="718263"/>
            <a:ext cx="10362688" cy="879756"/>
          </a:xfrm>
          <a:prstGeom prst="rect">
            <a:avLst/>
          </a:prstGeom>
        </p:spPr>
        <p:txBody>
          <a:bodyPr vert="horz" lIns="0" tIns="45720" rIns="91440" bIns="0" rtlCol="0" anchor="t" anchorCtr="0">
            <a:noAutofit/>
          </a:bodyPr>
          <a:lstStyle/>
          <a:p>
            <a:r>
              <a:rPr lang="en-US"/>
              <a:t>Click To Edit Master Title</a:t>
            </a:r>
          </a:p>
        </p:txBody>
      </p:sp>
      <p:sp>
        <p:nvSpPr>
          <p:cNvPr id="4" name="Rectangle 2"/>
          <p:cNvSpPr>
            <a:spLocks/>
          </p:cNvSpPr>
          <p:nvPr/>
        </p:nvSpPr>
        <p:spPr bwMode="auto">
          <a:xfrm>
            <a:off x="914719" y="6444147"/>
            <a:ext cx="3347070"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spAutoFit/>
          </a:bodyPr>
          <a:lstStyle/>
          <a:p>
            <a:fld id="{C84F2FB2-4A16-1542-BD5E-F56870239E74}" type="slidenum">
              <a:rPr lang="en-US" sz="800" smtClean="0">
                <a:solidFill>
                  <a:schemeClr val="accent5">
                    <a:lumMod val="60000"/>
                    <a:lumOff val="40000"/>
                  </a:schemeClr>
                </a:solidFill>
                <a:latin typeface="Open Sans" charset="0"/>
                <a:ea typeface="Open Sans" charset="0"/>
                <a:cs typeface="Open Sans" charset="0"/>
                <a:sym typeface="Frutiger Next Pro Light" charset="0"/>
              </a:rPr>
              <a:t>‹#›</a:t>
            </a:fld>
            <a:r>
              <a:rPr lang="en-US" sz="800">
                <a:solidFill>
                  <a:schemeClr val="accent5">
                    <a:lumMod val="60000"/>
                    <a:lumOff val="40000"/>
                  </a:schemeClr>
                </a:solidFill>
                <a:latin typeface="Open Sans" charset="0"/>
                <a:ea typeface="Open Sans" charset="0"/>
                <a:cs typeface="Open Sans" charset="0"/>
                <a:sym typeface="Frutiger Next Pro Light" charset="0"/>
              </a:rPr>
              <a:t>  |  Copyright © 2019 Deloitte Development LLC. All rights reserved.</a:t>
            </a:r>
          </a:p>
        </p:txBody>
      </p:sp>
    </p:spTree>
    <p:extLst>
      <p:ext uri="{BB962C8B-B14F-4D97-AF65-F5344CB8AC3E}">
        <p14:creationId xmlns:p14="http://schemas.microsoft.com/office/powerpoint/2010/main" val="50462773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Lst>
  <p:txStyles>
    <p:titleStyle>
      <a:lvl1pPr algn="l" defTabSz="914400" rtl="0" eaLnBrk="1" latinLnBrk="0" hangingPunct="1">
        <a:lnSpc>
          <a:spcPct val="80000"/>
        </a:lnSpc>
        <a:spcBef>
          <a:spcPct val="0"/>
        </a:spcBef>
        <a:buNone/>
        <a:defRPr sz="4800" b="0" i="0" kern="1200" cap="none" spc="-100" baseline="0">
          <a:solidFill>
            <a:schemeClr val="tx1"/>
          </a:solidFill>
          <a:latin typeface="+mj-lt"/>
          <a:ea typeface="Bebas Neue" charset="0"/>
          <a:cs typeface="Chronicle Display Black"/>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8.xml"/><Relationship Id="rId7" Type="http://schemas.openxmlformats.org/officeDocument/2006/relationships/image" Target="../media/image3.emf"/><Relationship Id="rId2" Type="http://schemas.openxmlformats.org/officeDocument/2006/relationships/tags" Target="../tags/tag7.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notesSlide" Target="../notesSlides/notesSlide2.xml"/><Relationship Id="rId4"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0.xml"/><Relationship Id="rId7" Type="http://schemas.openxmlformats.org/officeDocument/2006/relationships/image" Target="../media/image3.emf"/><Relationship Id="rId2" Type="http://schemas.openxmlformats.org/officeDocument/2006/relationships/tags" Target="../tags/tag9.xml"/><Relationship Id="rId1" Type="http://schemas.openxmlformats.org/officeDocument/2006/relationships/vmlDrawing" Target="../drawings/vmlDrawing6.vml"/><Relationship Id="rId6" Type="http://schemas.openxmlformats.org/officeDocument/2006/relationships/oleObject" Target="../embeddings/oleObject5.bin"/><Relationship Id="rId11" Type="http://schemas.openxmlformats.org/officeDocument/2006/relationships/image" Target="../media/image15.png"/><Relationship Id="rId5" Type="http://schemas.openxmlformats.org/officeDocument/2006/relationships/notesSlide" Target="../notesSlides/notesSlide3.xml"/><Relationship Id="rId10" Type="http://schemas.openxmlformats.org/officeDocument/2006/relationships/image" Target="../media/image14.png"/><Relationship Id="rId4" Type="http://schemas.openxmlformats.org/officeDocument/2006/relationships/slideLayout" Target="../slideLayouts/slideLayout56.xml"/><Relationship Id="rId9" Type="http://schemas.openxmlformats.org/officeDocument/2006/relationships/image" Target="../media/image1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2.xml"/><Relationship Id="rId7" Type="http://schemas.openxmlformats.org/officeDocument/2006/relationships/image" Target="../media/image3.emf"/><Relationship Id="rId2" Type="http://schemas.openxmlformats.org/officeDocument/2006/relationships/tags" Target="../tags/tag11.xml"/><Relationship Id="rId1" Type="http://schemas.openxmlformats.org/officeDocument/2006/relationships/vmlDrawing" Target="../drawings/vmlDrawing7.vml"/><Relationship Id="rId6" Type="http://schemas.openxmlformats.org/officeDocument/2006/relationships/oleObject" Target="../embeddings/oleObject5.bin"/><Relationship Id="rId5" Type="http://schemas.openxmlformats.org/officeDocument/2006/relationships/notesSlide" Target="../notesSlides/notesSlide4.xml"/><Relationship Id="rId4"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14.xml"/><Relationship Id="rId7" Type="http://schemas.openxmlformats.org/officeDocument/2006/relationships/image" Target="../media/image3.emf"/><Relationship Id="rId2" Type="http://schemas.openxmlformats.org/officeDocument/2006/relationships/tags" Target="../tags/tag13.xml"/><Relationship Id="rId1" Type="http://schemas.openxmlformats.org/officeDocument/2006/relationships/vmlDrawing" Target="../drawings/vmlDrawing8.vml"/><Relationship Id="rId6" Type="http://schemas.openxmlformats.org/officeDocument/2006/relationships/oleObject" Target="../embeddings/oleObject5.bin"/><Relationship Id="rId5" Type="http://schemas.openxmlformats.org/officeDocument/2006/relationships/notesSlide" Target="../notesSlides/notesSlide5.xml"/><Relationship Id="rId4" Type="http://schemas.openxmlformats.org/officeDocument/2006/relationships/slideLayout" Target="../slideLayouts/slideLayout56.xml"/><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3.emf"/><Relationship Id="rId2" Type="http://schemas.openxmlformats.org/officeDocument/2006/relationships/tags" Target="../tags/tag15.xml"/><Relationship Id="rId1" Type="http://schemas.openxmlformats.org/officeDocument/2006/relationships/vmlDrawing" Target="../drawings/vmlDrawing9.vml"/><Relationship Id="rId6" Type="http://schemas.openxmlformats.org/officeDocument/2006/relationships/oleObject" Target="../embeddings/oleObject5.bin"/><Relationship Id="rId5" Type="http://schemas.openxmlformats.org/officeDocument/2006/relationships/notesSlide" Target="../notesSlides/notesSlide6.xml"/><Relationship Id="rId4"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8.xml"/><Relationship Id="rId7" Type="http://schemas.openxmlformats.org/officeDocument/2006/relationships/image" Target="../media/image3.emf"/><Relationship Id="rId2" Type="http://schemas.openxmlformats.org/officeDocument/2006/relationships/tags" Target="../tags/tag17.xml"/><Relationship Id="rId1" Type="http://schemas.openxmlformats.org/officeDocument/2006/relationships/vmlDrawing" Target="../drawings/vmlDrawing10.vml"/><Relationship Id="rId6" Type="http://schemas.openxmlformats.org/officeDocument/2006/relationships/oleObject" Target="../embeddings/oleObject5.bin"/><Relationship Id="rId5" Type="http://schemas.openxmlformats.org/officeDocument/2006/relationships/notesSlide" Target="../notesSlides/notesSlide7.xml"/><Relationship Id="rId4"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20.xml"/><Relationship Id="rId7" Type="http://schemas.openxmlformats.org/officeDocument/2006/relationships/image" Target="../media/image3.emf"/><Relationship Id="rId2" Type="http://schemas.openxmlformats.org/officeDocument/2006/relationships/tags" Target="../tags/tag19.xml"/><Relationship Id="rId1" Type="http://schemas.openxmlformats.org/officeDocument/2006/relationships/vmlDrawing" Target="../drawings/vmlDrawing11.vml"/><Relationship Id="rId6" Type="http://schemas.openxmlformats.org/officeDocument/2006/relationships/oleObject" Target="../embeddings/oleObject5.bin"/><Relationship Id="rId5" Type="http://schemas.openxmlformats.org/officeDocument/2006/relationships/notesSlide" Target="../notesSlides/notesSlide8.xml"/><Relationship Id="rId4" Type="http://schemas.openxmlformats.org/officeDocument/2006/relationships/slideLayout" Target="../slideLayouts/slideLayout56.xml"/></Relationships>
</file>

<file path=ppt/slides/_rels/slide14.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tags" Target="../tags/tag22.xml"/><Relationship Id="rId7" Type="http://schemas.openxmlformats.org/officeDocument/2006/relationships/image" Target="../media/image3.emf"/><Relationship Id="rId2" Type="http://schemas.openxmlformats.org/officeDocument/2006/relationships/tags" Target="../tags/tag21.xml"/><Relationship Id="rId1" Type="http://schemas.openxmlformats.org/officeDocument/2006/relationships/vmlDrawing" Target="../drawings/vmlDrawing12.vml"/><Relationship Id="rId6" Type="http://schemas.openxmlformats.org/officeDocument/2006/relationships/oleObject" Target="../embeddings/oleObject5.bin"/><Relationship Id="rId5" Type="http://schemas.openxmlformats.org/officeDocument/2006/relationships/notesSlide" Target="../notesSlides/notesSlide9.xml"/><Relationship Id="rId4" Type="http://schemas.openxmlformats.org/officeDocument/2006/relationships/slideLayout" Target="../slideLayouts/slideLayout56.xml"/><Relationship Id="rId9"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24.xml"/><Relationship Id="rId7" Type="http://schemas.openxmlformats.org/officeDocument/2006/relationships/image" Target="../media/image3.emf"/><Relationship Id="rId2" Type="http://schemas.openxmlformats.org/officeDocument/2006/relationships/tags" Target="../tags/tag23.xml"/><Relationship Id="rId1" Type="http://schemas.openxmlformats.org/officeDocument/2006/relationships/vmlDrawing" Target="../drawings/vmlDrawing13.vml"/><Relationship Id="rId6" Type="http://schemas.openxmlformats.org/officeDocument/2006/relationships/oleObject" Target="../embeddings/oleObject5.bin"/><Relationship Id="rId5" Type="http://schemas.openxmlformats.org/officeDocument/2006/relationships/notesSlide" Target="../notesSlides/notesSlide10.xml"/><Relationship Id="rId4" Type="http://schemas.openxmlformats.org/officeDocument/2006/relationships/slideLayout" Target="../slideLayouts/slideLayout56.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26.xml"/><Relationship Id="rId7" Type="http://schemas.openxmlformats.org/officeDocument/2006/relationships/image" Target="../media/image3.emf"/><Relationship Id="rId2" Type="http://schemas.openxmlformats.org/officeDocument/2006/relationships/tags" Target="../tags/tag25.xml"/><Relationship Id="rId1" Type="http://schemas.openxmlformats.org/officeDocument/2006/relationships/vmlDrawing" Target="../drawings/vmlDrawing14.vml"/><Relationship Id="rId6" Type="http://schemas.openxmlformats.org/officeDocument/2006/relationships/oleObject" Target="../embeddings/oleObject5.bin"/><Relationship Id="rId5" Type="http://schemas.openxmlformats.org/officeDocument/2006/relationships/notesSlide" Target="../notesSlides/notesSlide11.xml"/><Relationship Id="rId4" Type="http://schemas.openxmlformats.org/officeDocument/2006/relationships/slideLayout" Target="../slideLayouts/slideLayout56.xml"/><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28.xml"/><Relationship Id="rId7" Type="http://schemas.openxmlformats.org/officeDocument/2006/relationships/image" Target="../media/image3.emf"/><Relationship Id="rId2" Type="http://schemas.openxmlformats.org/officeDocument/2006/relationships/tags" Target="../tags/tag27.xml"/><Relationship Id="rId1" Type="http://schemas.openxmlformats.org/officeDocument/2006/relationships/vmlDrawing" Target="../drawings/vmlDrawing15.vml"/><Relationship Id="rId6" Type="http://schemas.openxmlformats.org/officeDocument/2006/relationships/oleObject" Target="../embeddings/oleObject5.bin"/><Relationship Id="rId5" Type="http://schemas.openxmlformats.org/officeDocument/2006/relationships/notesSlide" Target="../notesSlides/notesSlide12.xml"/><Relationship Id="rId4" Type="http://schemas.openxmlformats.org/officeDocument/2006/relationships/slideLayout" Target="../slideLayouts/slideLayout56.xml"/><Relationship Id="rId9"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30.xml"/><Relationship Id="rId7" Type="http://schemas.openxmlformats.org/officeDocument/2006/relationships/image" Target="../media/image3.emf"/><Relationship Id="rId2" Type="http://schemas.openxmlformats.org/officeDocument/2006/relationships/tags" Target="../tags/tag29.xml"/><Relationship Id="rId1" Type="http://schemas.openxmlformats.org/officeDocument/2006/relationships/vmlDrawing" Target="../drawings/vmlDrawing16.vml"/><Relationship Id="rId6" Type="http://schemas.openxmlformats.org/officeDocument/2006/relationships/oleObject" Target="../embeddings/oleObject5.bin"/><Relationship Id="rId5" Type="http://schemas.openxmlformats.org/officeDocument/2006/relationships/notesSlide" Target="../notesSlides/notesSlide13.xml"/><Relationship Id="rId4" Type="http://schemas.openxmlformats.org/officeDocument/2006/relationships/slideLayout" Target="../slideLayouts/slideLayout56.xml"/><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32.xml"/><Relationship Id="rId7" Type="http://schemas.openxmlformats.org/officeDocument/2006/relationships/image" Target="../media/image3.emf"/><Relationship Id="rId2" Type="http://schemas.openxmlformats.org/officeDocument/2006/relationships/tags" Target="../tags/tag31.xml"/><Relationship Id="rId1" Type="http://schemas.openxmlformats.org/officeDocument/2006/relationships/vmlDrawing" Target="../drawings/vmlDrawing17.vml"/><Relationship Id="rId6" Type="http://schemas.openxmlformats.org/officeDocument/2006/relationships/oleObject" Target="../embeddings/oleObject5.bin"/><Relationship Id="rId5" Type="http://schemas.openxmlformats.org/officeDocument/2006/relationships/notesSlide" Target="../notesSlides/notesSlide14.xml"/><Relationship Id="rId4" Type="http://schemas.openxmlformats.org/officeDocument/2006/relationships/slideLayout" Target="../slideLayouts/slideLayout56.xml"/><Relationship Id="rId9" Type="http://schemas.openxmlformats.org/officeDocument/2006/relationships/image" Target="../media/image30.png"/></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tags" Target="../tags/tag34.xml"/><Relationship Id="rId7" Type="http://schemas.openxmlformats.org/officeDocument/2006/relationships/image" Target="../media/image3.emf"/><Relationship Id="rId12" Type="http://schemas.microsoft.com/office/2007/relationships/diagramDrawing" Target="../diagrams/drawing1.xml"/><Relationship Id="rId2" Type="http://schemas.openxmlformats.org/officeDocument/2006/relationships/tags" Target="../tags/tag33.xml"/><Relationship Id="rId1" Type="http://schemas.openxmlformats.org/officeDocument/2006/relationships/vmlDrawing" Target="../drawings/vmlDrawing18.vml"/><Relationship Id="rId6" Type="http://schemas.openxmlformats.org/officeDocument/2006/relationships/oleObject" Target="../embeddings/oleObject5.bin"/><Relationship Id="rId11" Type="http://schemas.openxmlformats.org/officeDocument/2006/relationships/diagramColors" Target="../diagrams/colors1.xml"/><Relationship Id="rId5" Type="http://schemas.openxmlformats.org/officeDocument/2006/relationships/notesSlide" Target="../notesSlides/notesSlide15.xml"/><Relationship Id="rId10" Type="http://schemas.openxmlformats.org/officeDocument/2006/relationships/diagramQuickStyle" Target="../diagrams/quickStyle1.xml"/><Relationship Id="rId4" Type="http://schemas.openxmlformats.org/officeDocument/2006/relationships/slideLayout" Target="../slideLayouts/slideLayout56.xml"/><Relationship Id="rId9"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36.xml"/><Relationship Id="rId7" Type="http://schemas.openxmlformats.org/officeDocument/2006/relationships/image" Target="../media/image3.emf"/><Relationship Id="rId2" Type="http://schemas.openxmlformats.org/officeDocument/2006/relationships/tags" Target="../tags/tag35.xml"/><Relationship Id="rId1" Type="http://schemas.openxmlformats.org/officeDocument/2006/relationships/vmlDrawing" Target="../drawings/vmlDrawing19.vml"/><Relationship Id="rId6" Type="http://schemas.openxmlformats.org/officeDocument/2006/relationships/oleObject" Target="../embeddings/oleObject5.bin"/><Relationship Id="rId5" Type="http://schemas.openxmlformats.org/officeDocument/2006/relationships/notesSlide" Target="../notesSlides/notesSlide16.xml"/><Relationship Id="rId4" Type="http://schemas.openxmlformats.org/officeDocument/2006/relationships/slideLayout" Target="../slideLayouts/slideLayout56.xml"/></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38.xml"/><Relationship Id="rId7" Type="http://schemas.openxmlformats.org/officeDocument/2006/relationships/image" Target="../media/image3.emf"/><Relationship Id="rId2" Type="http://schemas.openxmlformats.org/officeDocument/2006/relationships/tags" Target="../tags/tag37.xml"/><Relationship Id="rId1" Type="http://schemas.openxmlformats.org/officeDocument/2006/relationships/vmlDrawing" Target="../drawings/vmlDrawing20.vml"/><Relationship Id="rId6" Type="http://schemas.openxmlformats.org/officeDocument/2006/relationships/oleObject" Target="../embeddings/oleObject5.bin"/><Relationship Id="rId5" Type="http://schemas.openxmlformats.org/officeDocument/2006/relationships/notesSlide" Target="../notesSlides/notesSlide17.xml"/><Relationship Id="rId4" Type="http://schemas.openxmlformats.org/officeDocument/2006/relationships/slideLayout" Target="../slideLayouts/slideLayout56.xml"/><Relationship Id="rId9"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75000">
              <a:srgbClr val="8B8D90"/>
            </a:gs>
            <a:gs pos="0">
              <a:schemeClr val="accent6">
                <a:lumMod val="0"/>
                <a:lumOff val="100000"/>
              </a:schemeClr>
            </a:gs>
            <a:gs pos="100000">
              <a:schemeClr val="accent6">
                <a:lumMod val="10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6F979740-C439-45CC-A44C-B5D6FE4D1849}"/>
              </a:ext>
            </a:extLst>
          </p:cNvPr>
          <p:cNvSpPr>
            <a:spLocks noGrp="1"/>
          </p:cNvSpPr>
          <p:nvPr>
            <p:ph type="subTitle" idx="1"/>
          </p:nvPr>
        </p:nvSpPr>
        <p:spPr>
          <a:xfrm>
            <a:off x="270444" y="6135921"/>
            <a:ext cx="5592011" cy="505645"/>
          </a:xfrm>
        </p:spPr>
        <p:txBody>
          <a:bodyPr anchor="ctr" anchorCtr="0"/>
          <a:lstStyle/>
          <a:p>
            <a:r>
              <a:rPr lang="en-US"/>
              <a:t>Machine Learning: Introductory Concepts</a:t>
            </a:r>
          </a:p>
        </p:txBody>
      </p:sp>
      <p:pic>
        <p:nvPicPr>
          <p:cNvPr id="23" name="Picture 22" descr="A picture containing game&#10;&#10;Description automatically generated">
            <a:extLst>
              <a:ext uri="{FF2B5EF4-FFF2-40B4-BE49-F238E27FC236}">
                <a16:creationId xmlns:a16="http://schemas.microsoft.com/office/drawing/2014/main" id="{5944A16F-48E2-4D74-901D-6EC33AEB57C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2650824" y="847306"/>
            <a:ext cx="6890351" cy="5163388"/>
          </a:xfrm>
          <a:prstGeom prst="rect">
            <a:avLst/>
          </a:prstGeom>
        </p:spPr>
      </p:pic>
      <p:grpSp>
        <p:nvGrpSpPr>
          <p:cNvPr id="24" name="Group 23">
            <a:extLst>
              <a:ext uri="{FF2B5EF4-FFF2-40B4-BE49-F238E27FC236}">
                <a16:creationId xmlns:a16="http://schemas.microsoft.com/office/drawing/2014/main" id="{C51D5239-1727-48BB-B9B3-46426DB26D79}"/>
              </a:ext>
            </a:extLst>
          </p:cNvPr>
          <p:cNvGrpSpPr>
            <a:grpSpLocks noChangeAspect="1"/>
          </p:cNvGrpSpPr>
          <p:nvPr/>
        </p:nvGrpSpPr>
        <p:grpSpPr>
          <a:xfrm>
            <a:off x="270444" y="207246"/>
            <a:ext cx="1998000" cy="374400"/>
            <a:chOff x="398463" y="404813"/>
            <a:chExt cx="1627187" cy="307976"/>
          </a:xfrm>
          <a:solidFill>
            <a:schemeClr val="tx1"/>
          </a:solidFill>
        </p:grpSpPr>
        <p:sp>
          <p:nvSpPr>
            <p:cNvPr id="25" name="Oval 5">
              <a:extLst>
                <a:ext uri="{FF2B5EF4-FFF2-40B4-BE49-F238E27FC236}">
                  <a16:creationId xmlns:a16="http://schemas.microsoft.com/office/drawing/2014/main" id="{4A73B747-A76B-41C3-A990-572A04DFDC6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6">
              <a:extLst>
                <a:ext uri="{FF2B5EF4-FFF2-40B4-BE49-F238E27FC236}">
                  <a16:creationId xmlns:a16="http://schemas.microsoft.com/office/drawing/2014/main" id="{6F41F651-EA13-433E-B35F-DC83C405A5B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7">
              <a:extLst>
                <a:ext uri="{FF2B5EF4-FFF2-40B4-BE49-F238E27FC236}">
                  <a16:creationId xmlns:a16="http://schemas.microsoft.com/office/drawing/2014/main" id="{4789A669-6EC2-44D5-B053-0A49DA58A866}"/>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8">
              <a:extLst>
                <a:ext uri="{FF2B5EF4-FFF2-40B4-BE49-F238E27FC236}">
                  <a16:creationId xmlns:a16="http://schemas.microsoft.com/office/drawing/2014/main" id="{C72590CF-1F3D-49CA-9860-6131D092C76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Rectangle 9">
              <a:extLst>
                <a:ext uri="{FF2B5EF4-FFF2-40B4-BE49-F238E27FC236}">
                  <a16:creationId xmlns:a16="http://schemas.microsoft.com/office/drawing/2014/main" id="{EF5FF55C-1CEB-49BC-A817-A32041BD3F07}"/>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10">
              <a:extLst>
                <a:ext uri="{FF2B5EF4-FFF2-40B4-BE49-F238E27FC236}">
                  <a16:creationId xmlns:a16="http://schemas.microsoft.com/office/drawing/2014/main" id="{8882932E-7D7A-47C6-A683-5B8F349C1CA1}"/>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1">
              <a:extLst>
                <a:ext uri="{FF2B5EF4-FFF2-40B4-BE49-F238E27FC236}">
                  <a16:creationId xmlns:a16="http://schemas.microsoft.com/office/drawing/2014/main" id="{300B3484-47C5-4060-9FA5-8606E2C4B6FE}"/>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2">
              <a:extLst>
                <a:ext uri="{FF2B5EF4-FFF2-40B4-BE49-F238E27FC236}">
                  <a16:creationId xmlns:a16="http://schemas.microsoft.com/office/drawing/2014/main" id="{F8199E88-A52F-4C75-B5E9-1A396FFE357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3">
              <a:extLst>
                <a:ext uri="{FF2B5EF4-FFF2-40B4-BE49-F238E27FC236}">
                  <a16:creationId xmlns:a16="http://schemas.microsoft.com/office/drawing/2014/main" id="{C1BD4C6D-235B-45D7-8CC8-336DCBDE64F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4">
              <a:extLst>
                <a:ext uri="{FF2B5EF4-FFF2-40B4-BE49-F238E27FC236}">
                  <a16:creationId xmlns:a16="http://schemas.microsoft.com/office/drawing/2014/main" id="{195985D6-B134-4CD3-9616-7B2F52E8ED7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249264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211717-963E-4E71-BF21-BA5E0CE959D5}"/>
              </a:ext>
            </a:extLst>
          </p:cNvPr>
          <p:cNvPicPr>
            <a:picLocks noChangeAspect="1"/>
          </p:cNvPicPr>
          <p:nvPr/>
        </p:nvPicPr>
        <p:blipFill rotWithShape="1">
          <a:blip r:embed="rId2"/>
          <a:srcRect t="10883" r="2367" b="8639"/>
          <a:stretch/>
        </p:blipFill>
        <p:spPr>
          <a:xfrm>
            <a:off x="0" y="8389"/>
            <a:ext cx="12192000" cy="6858000"/>
          </a:xfrm>
          <a:prstGeom prst="rect">
            <a:avLst/>
          </a:prstGeom>
        </p:spPr>
      </p:pic>
      <p:sp>
        <p:nvSpPr>
          <p:cNvPr id="2" name="Subtitle 1">
            <a:extLst>
              <a:ext uri="{FF2B5EF4-FFF2-40B4-BE49-F238E27FC236}">
                <a16:creationId xmlns:a16="http://schemas.microsoft.com/office/drawing/2014/main" id="{704BE7B2-6EDD-4948-803E-073FFA070BDB}"/>
              </a:ext>
            </a:extLst>
          </p:cNvPr>
          <p:cNvSpPr>
            <a:spLocks noGrp="1"/>
          </p:cNvSpPr>
          <p:nvPr>
            <p:ph type="subTitle" idx="1"/>
          </p:nvPr>
        </p:nvSpPr>
        <p:spPr>
          <a:xfrm>
            <a:off x="270446" y="794719"/>
            <a:ext cx="5594348" cy="505645"/>
          </a:xfrm>
        </p:spPr>
        <p:txBody>
          <a:bodyPr/>
          <a:lstStyle/>
          <a:p>
            <a:r>
              <a:rPr lang="en-US" sz="2400">
                <a:solidFill>
                  <a:schemeClr val="bg1"/>
                </a:solidFill>
              </a:rPr>
              <a:t>Agenda</a:t>
            </a:r>
          </a:p>
        </p:txBody>
      </p:sp>
      <p:sp>
        <p:nvSpPr>
          <p:cNvPr id="3" name="Text Placeholder 2">
            <a:extLst>
              <a:ext uri="{FF2B5EF4-FFF2-40B4-BE49-F238E27FC236}">
                <a16:creationId xmlns:a16="http://schemas.microsoft.com/office/drawing/2014/main" id="{EF9FDC2E-0703-45A6-8429-B6883AB76565}"/>
              </a:ext>
            </a:extLst>
          </p:cNvPr>
          <p:cNvSpPr>
            <a:spLocks noGrp="1"/>
          </p:cNvSpPr>
          <p:nvPr>
            <p:ph type="body" sz="quarter" idx="10"/>
          </p:nvPr>
        </p:nvSpPr>
        <p:spPr>
          <a:xfrm>
            <a:off x="270444" y="1387739"/>
            <a:ext cx="4863029" cy="4035600"/>
          </a:xfrm>
        </p:spPr>
        <p:txBody>
          <a:bodyPr/>
          <a:lstStyle/>
          <a:p>
            <a:pPr marL="342900" indent="-342900">
              <a:lnSpc>
                <a:spcPct val="150000"/>
              </a:lnSpc>
              <a:buAutoNum type="arabicPeriod"/>
            </a:pPr>
            <a:r>
              <a:rPr lang="en-US" sz="1400">
                <a:solidFill>
                  <a:schemeClr val="bg1"/>
                </a:solidFill>
              </a:rPr>
              <a:t>What is Machine Learning (ML)?</a:t>
            </a:r>
          </a:p>
          <a:p>
            <a:pPr marL="342900" indent="-342900">
              <a:lnSpc>
                <a:spcPct val="150000"/>
              </a:lnSpc>
              <a:buAutoNum type="arabicPeriod"/>
            </a:pPr>
            <a:r>
              <a:rPr lang="en-US" sz="1400">
                <a:solidFill>
                  <a:schemeClr val="bg1"/>
                </a:solidFill>
              </a:rPr>
              <a:t>ML Workflow</a:t>
            </a:r>
          </a:p>
          <a:p>
            <a:pPr marL="342900" indent="-342900">
              <a:lnSpc>
                <a:spcPct val="150000"/>
              </a:lnSpc>
              <a:buAutoNum type="arabicPeriod"/>
            </a:pPr>
            <a:r>
              <a:rPr lang="en-US" sz="1400">
                <a:solidFill>
                  <a:schemeClr val="bg1"/>
                </a:solidFill>
              </a:rPr>
              <a:t>Key Concepts</a:t>
            </a:r>
          </a:p>
          <a:p>
            <a:pPr marL="342900" indent="-342900">
              <a:lnSpc>
                <a:spcPct val="150000"/>
              </a:lnSpc>
              <a:buFontTx/>
              <a:buAutoNum type="arabicPeriod"/>
            </a:pPr>
            <a:r>
              <a:rPr lang="en-US" sz="1400">
                <a:solidFill>
                  <a:schemeClr val="bg1"/>
                </a:solidFill>
              </a:rPr>
              <a:t>Sci-Kit Learn and </a:t>
            </a:r>
            <a:r>
              <a:rPr lang="en-US" sz="1400" err="1">
                <a:solidFill>
                  <a:schemeClr val="bg1"/>
                </a:solidFill>
              </a:rPr>
              <a:t>Yellowbrick</a:t>
            </a:r>
            <a:endParaRPr lang="en-US" sz="1400">
              <a:solidFill>
                <a:schemeClr val="bg1"/>
              </a:solidFill>
            </a:endParaRPr>
          </a:p>
          <a:p>
            <a:pPr marL="469900" lvl="1" indent="-342900">
              <a:lnSpc>
                <a:spcPct val="150000"/>
              </a:lnSpc>
              <a:spcAft>
                <a:spcPts val="100"/>
              </a:spcAft>
              <a:buFont typeface="Courier New" panose="02070309020205020404" pitchFamily="49" charset="0"/>
              <a:buChar char="o"/>
            </a:pPr>
            <a:r>
              <a:rPr lang="en-US" sz="1400"/>
              <a:t>Developing your first estimator</a:t>
            </a:r>
            <a:endParaRPr lang="en-US" sz="1400">
              <a:solidFill>
                <a:schemeClr val="bg1"/>
              </a:solidFill>
            </a:endParaRPr>
          </a:p>
          <a:p>
            <a:pPr>
              <a:lnSpc>
                <a:spcPct val="150000"/>
              </a:lnSpc>
            </a:pPr>
            <a:endParaRPr lang="en-US" sz="1400">
              <a:solidFill>
                <a:schemeClr val="bg1"/>
              </a:solidFill>
            </a:endParaRPr>
          </a:p>
          <a:p>
            <a:pPr marL="342900" indent="-342900">
              <a:lnSpc>
                <a:spcPct val="150000"/>
              </a:lnSpc>
              <a:buAutoNum type="arabicPeriod"/>
            </a:pPr>
            <a:endParaRPr lang="en-US" sz="1400">
              <a:solidFill>
                <a:schemeClr val="bg1"/>
              </a:solidFill>
            </a:endParaRPr>
          </a:p>
          <a:p>
            <a:pPr marL="342900" indent="-342900">
              <a:lnSpc>
                <a:spcPct val="150000"/>
              </a:lnSpc>
              <a:buAutoNum type="arabicPeriod"/>
            </a:pPr>
            <a:endParaRPr lang="en-US" sz="1400">
              <a:solidFill>
                <a:schemeClr val="bg1"/>
              </a:solidFill>
            </a:endParaRPr>
          </a:p>
          <a:p>
            <a:pPr>
              <a:lnSpc>
                <a:spcPct val="150000"/>
              </a:lnSpc>
            </a:pPr>
            <a:endParaRPr lang="en-US" sz="1400">
              <a:solidFill>
                <a:schemeClr val="bg1"/>
              </a:solidFill>
            </a:endParaRPr>
          </a:p>
          <a:p>
            <a:pPr marL="342900" indent="-342900">
              <a:lnSpc>
                <a:spcPct val="150000"/>
              </a:lnSpc>
              <a:buAutoNum type="arabicPeriod"/>
            </a:pPr>
            <a:endParaRPr lang="en-US" sz="1400">
              <a:solidFill>
                <a:schemeClr val="bg1"/>
              </a:solidFill>
            </a:endParaRPr>
          </a:p>
          <a:p>
            <a:pPr marL="342900" indent="-342900">
              <a:lnSpc>
                <a:spcPct val="150000"/>
              </a:lnSpc>
              <a:buAutoNum type="arabicPeriod"/>
            </a:pPr>
            <a:endParaRPr lang="en-US" sz="1400">
              <a:solidFill>
                <a:schemeClr val="bg1"/>
              </a:solidFill>
            </a:endParaRPr>
          </a:p>
          <a:p>
            <a:pPr marL="342900" indent="-342900">
              <a:lnSpc>
                <a:spcPct val="150000"/>
              </a:lnSpc>
              <a:buAutoNum type="arabicPeriod"/>
            </a:pPr>
            <a:endParaRPr lang="en-US" sz="1400">
              <a:solidFill>
                <a:schemeClr val="bg1"/>
              </a:solidFill>
            </a:endParaRPr>
          </a:p>
          <a:p>
            <a:pPr>
              <a:lnSpc>
                <a:spcPct val="150000"/>
              </a:lnSpc>
            </a:pPr>
            <a:endParaRPr lang="en-US" sz="1400">
              <a:solidFill>
                <a:schemeClr val="bg1"/>
              </a:solidFill>
            </a:endParaRPr>
          </a:p>
          <a:p>
            <a:pPr>
              <a:lnSpc>
                <a:spcPct val="150000"/>
              </a:lnSpc>
            </a:pPr>
            <a:endParaRPr lang="en-US" sz="1700">
              <a:solidFill>
                <a:schemeClr val="bg1"/>
              </a:solidFill>
            </a:endParaRPr>
          </a:p>
          <a:p>
            <a:pPr marL="342900" indent="-342900">
              <a:lnSpc>
                <a:spcPct val="150000"/>
              </a:lnSpc>
              <a:buAutoNum type="arabicPeriod"/>
            </a:pPr>
            <a:endParaRPr lang="en-US" sz="1400">
              <a:solidFill>
                <a:schemeClr val="bg1"/>
              </a:solidFill>
            </a:endParaRPr>
          </a:p>
        </p:txBody>
      </p:sp>
      <p:grpSp>
        <p:nvGrpSpPr>
          <p:cNvPr id="22" name="Group 21">
            <a:extLst>
              <a:ext uri="{FF2B5EF4-FFF2-40B4-BE49-F238E27FC236}">
                <a16:creationId xmlns:a16="http://schemas.microsoft.com/office/drawing/2014/main" id="{877561EF-07EC-4C37-8FEC-283B912754F7}"/>
              </a:ext>
            </a:extLst>
          </p:cNvPr>
          <p:cNvGrpSpPr>
            <a:grpSpLocks noChangeAspect="1"/>
          </p:cNvGrpSpPr>
          <p:nvPr/>
        </p:nvGrpSpPr>
        <p:grpSpPr>
          <a:xfrm>
            <a:off x="270444" y="207246"/>
            <a:ext cx="1998000" cy="374400"/>
            <a:chOff x="398463" y="404813"/>
            <a:chExt cx="1627187" cy="307976"/>
          </a:xfrm>
          <a:solidFill>
            <a:schemeClr val="tx1"/>
          </a:solidFill>
        </p:grpSpPr>
        <p:sp>
          <p:nvSpPr>
            <p:cNvPr id="23" name="Oval 5">
              <a:extLst>
                <a:ext uri="{FF2B5EF4-FFF2-40B4-BE49-F238E27FC236}">
                  <a16:creationId xmlns:a16="http://schemas.microsoft.com/office/drawing/2014/main" id="{0C93CCAE-8C2A-4E83-A57D-EDE6F659C2E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a:extLst>
                <a:ext uri="{FF2B5EF4-FFF2-40B4-BE49-F238E27FC236}">
                  <a16:creationId xmlns:a16="http://schemas.microsoft.com/office/drawing/2014/main" id="{2EA492C5-607D-4EF2-A2FE-D9AD035D9A7F}"/>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a:extLst>
                <a:ext uri="{FF2B5EF4-FFF2-40B4-BE49-F238E27FC236}">
                  <a16:creationId xmlns:a16="http://schemas.microsoft.com/office/drawing/2014/main" id="{7E6B5F4D-BE6B-4687-B687-4F941109223C}"/>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a:extLst>
                <a:ext uri="{FF2B5EF4-FFF2-40B4-BE49-F238E27FC236}">
                  <a16:creationId xmlns:a16="http://schemas.microsoft.com/office/drawing/2014/main" id="{EE6A976B-D696-4782-912D-2EECD1355BC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a:extLst>
                <a:ext uri="{FF2B5EF4-FFF2-40B4-BE49-F238E27FC236}">
                  <a16:creationId xmlns:a16="http://schemas.microsoft.com/office/drawing/2014/main" id="{4D625EF0-B923-45C1-9B4B-18862540608E}"/>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a:extLst>
                <a:ext uri="{FF2B5EF4-FFF2-40B4-BE49-F238E27FC236}">
                  <a16:creationId xmlns:a16="http://schemas.microsoft.com/office/drawing/2014/main" id="{7911B57E-D284-41DE-8F5E-7721824D63E3}"/>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a:extLst>
                <a:ext uri="{FF2B5EF4-FFF2-40B4-BE49-F238E27FC236}">
                  <a16:creationId xmlns:a16="http://schemas.microsoft.com/office/drawing/2014/main" id="{BF0B0551-0046-4C60-9960-DDBC157EADD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a:extLst>
                <a:ext uri="{FF2B5EF4-FFF2-40B4-BE49-F238E27FC236}">
                  <a16:creationId xmlns:a16="http://schemas.microsoft.com/office/drawing/2014/main" id="{EB5F768F-BA38-41EA-8DA4-353467D058D7}"/>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a:extLst>
                <a:ext uri="{FF2B5EF4-FFF2-40B4-BE49-F238E27FC236}">
                  <a16:creationId xmlns:a16="http://schemas.microsoft.com/office/drawing/2014/main" id="{F60525AB-C176-4A79-9C20-A1367CB949B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a:extLst>
                <a:ext uri="{FF2B5EF4-FFF2-40B4-BE49-F238E27FC236}">
                  <a16:creationId xmlns:a16="http://schemas.microsoft.com/office/drawing/2014/main" id="{A3B207EB-06DD-497E-A210-946A3AC0B45F}"/>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64631233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D342767-7BF5-443C-9C6E-EEFA2F46B457}"/>
              </a:ext>
            </a:extLst>
          </p:cNvPr>
          <p:cNvSpPr>
            <a:spLocks noGrp="1"/>
          </p:cNvSpPr>
          <p:nvPr>
            <p:ph type="subTitle" idx="1"/>
          </p:nvPr>
        </p:nvSpPr>
        <p:spPr>
          <a:xfrm>
            <a:off x="4100143" y="855871"/>
            <a:ext cx="5594348" cy="505645"/>
          </a:xfrm>
        </p:spPr>
        <p:txBody>
          <a:bodyPr/>
          <a:lstStyle/>
          <a:p>
            <a:r>
              <a:rPr lang="en-US" sz="2800">
                <a:latin typeface="Arial" panose="020B0604020202020204" pitchFamily="34" charset="0"/>
                <a:cs typeface="Arial" panose="020B0604020202020204" pitchFamily="34" charset="0"/>
              </a:rPr>
              <a:t>Recommended Reading</a:t>
            </a:r>
          </a:p>
        </p:txBody>
      </p:sp>
      <p:grpSp>
        <p:nvGrpSpPr>
          <p:cNvPr id="5" name="object 2">
            <a:extLst>
              <a:ext uri="{FF2B5EF4-FFF2-40B4-BE49-F238E27FC236}">
                <a16:creationId xmlns:a16="http://schemas.microsoft.com/office/drawing/2014/main" id="{3805A445-D07F-413D-977C-78E5CAEC08D6}"/>
              </a:ext>
            </a:extLst>
          </p:cNvPr>
          <p:cNvGrpSpPr/>
          <p:nvPr/>
        </p:nvGrpSpPr>
        <p:grpSpPr>
          <a:xfrm>
            <a:off x="7841952" y="1875817"/>
            <a:ext cx="1733550" cy="2266950"/>
            <a:chOff x="2175574" y="161749"/>
            <a:chExt cx="1733550" cy="2266950"/>
          </a:xfrm>
        </p:grpSpPr>
        <p:sp>
          <p:nvSpPr>
            <p:cNvPr id="6" name="object 3">
              <a:extLst>
                <a:ext uri="{FF2B5EF4-FFF2-40B4-BE49-F238E27FC236}">
                  <a16:creationId xmlns:a16="http://schemas.microsoft.com/office/drawing/2014/main" id="{66E7E144-976B-4FE1-A3DD-F4589CF2F223}"/>
                </a:ext>
              </a:extLst>
            </p:cNvPr>
            <p:cNvSpPr/>
            <p:nvPr/>
          </p:nvSpPr>
          <p:spPr>
            <a:xfrm>
              <a:off x="2185100" y="171275"/>
              <a:ext cx="1714499" cy="2247899"/>
            </a:xfrm>
            <a:prstGeom prst="rect">
              <a:avLst/>
            </a:prstGeom>
            <a:blipFill>
              <a:blip r:embed="rId2" cstate="print"/>
              <a:stretch>
                <a:fillRect/>
              </a:stretch>
            </a:blipFill>
            <a:ln>
              <a:no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7" name="object 4">
              <a:extLst>
                <a:ext uri="{FF2B5EF4-FFF2-40B4-BE49-F238E27FC236}">
                  <a16:creationId xmlns:a16="http://schemas.microsoft.com/office/drawing/2014/main" id="{E943DD47-A499-46F2-882A-23DD314BD96F}"/>
                </a:ext>
              </a:extLst>
            </p:cNvPr>
            <p:cNvSpPr/>
            <p:nvPr/>
          </p:nvSpPr>
          <p:spPr>
            <a:xfrm>
              <a:off x="2180337" y="166512"/>
              <a:ext cx="1724025" cy="2257425"/>
            </a:xfrm>
            <a:custGeom>
              <a:avLst/>
              <a:gdLst/>
              <a:ahLst/>
              <a:cxnLst/>
              <a:rect l="l" t="t" r="r" b="b"/>
              <a:pathLst>
                <a:path w="1724025" h="2257425">
                  <a:moveTo>
                    <a:pt x="0" y="0"/>
                  </a:moveTo>
                  <a:lnTo>
                    <a:pt x="1724024" y="0"/>
                  </a:lnTo>
                  <a:lnTo>
                    <a:pt x="1724024" y="2257425"/>
                  </a:lnTo>
                  <a:lnTo>
                    <a:pt x="0" y="2257425"/>
                  </a:lnTo>
                  <a:lnTo>
                    <a:pt x="0" y="0"/>
                  </a:lnTo>
                  <a:close/>
                </a:path>
              </a:pathLst>
            </a:custGeom>
            <a:ln w="9524">
              <a:noFill/>
            </a:ln>
          </p:spPr>
          <p:txBody>
            <a:bodyPr wrap="square" lIns="0" tIns="0" rIns="0" bIns="0" rtlCol="0"/>
            <a:lstStyle/>
            <a:p>
              <a:endParaRPr>
                <a:latin typeface="Arial" panose="020B0604020202020204" pitchFamily="34" charset="0"/>
                <a:cs typeface="Arial" panose="020B0604020202020204" pitchFamily="34" charset="0"/>
              </a:endParaRPr>
            </a:p>
          </p:txBody>
        </p:sp>
      </p:grpSp>
      <p:sp>
        <p:nvSpPr>
          <p:cNvPr id="8" name="object 5">
            <a:extLst>
              <a:ext uri="{FF2B5EF4-FFF2-40B4-BE49-F238E27FC236}">
                <a16:creationId xmlns:a16="http://schemas.microsoft.com/office/drawing/2014/main" id="{3751304C-C17E-4957-835E-ACA15EDF03C6}"/>
              </a:ext>
            </a:extLst>
          </p:cNvPr>
          <p:cNvSpPr txBox="1"/>
          <p:nvPr/>
        </p:nvSpPr>
        <p:spPr>
          <a:xfrm>
            <a:off x="7552308" y="4197046"/>
            <a:ext cx="2309495" cy="389255"/>
          </a:xfrm>
          <a:prstGeom prst="rect">
            <a:avLst/>
          </a:prstGeom>
        </p:spPr>
        <p:txBody>
          <a:bodyPr vert="horz" wrap="square" lIns="0" tIns="19685" rIns="0" bIns="0" rtlCol="0">
            <a:spAutoFit/>
          </a:bodyPr>
          <a:lstStyle/>
          <a:p>
            <a:pPr marL="33655" marR="5080" indent="-21590" algn="ctr">
              <a:lnSpc>
                <a:spcPts val="1430"/>
              </a:lnSpc>
              <a:spcBef>
                <a:spcPts val="155"/>
              </a:spcBef>
            </a:pPr>
            <a:r>
              <a:rPr sz="1200" i="1" spc="-5">
                <a:latin typeface="Arial" panose="020B0604020202020204" pitchFamily="34" charset="0"/>
                <a:cs typeface="Arial" panose="020B0604020202020204" pitchFamily="34" charset="0"/>
              </a:rPr>
              <a:t>Thoughtful </a:t>
            </a:r>
            <a:r>
              <a:rPr sz="1200" i="1">
                <a:latin typeface="Arial" panose="020B0604020202020204" pitchFamily="34" charset="0"/>
                <a:cs typeface="Arial" panose="020B0604020202020204" pitchFamily="34" charset="0"/>
              </a:rPr>
              <a:t>Machine </a:t>
            </a:r>
            <a:r>
              <a:rPr sz="1200" i="1" spc="-5">
                <a:latin typeface="Arial" panose="020B0604020202020204" pitchFamily="34" charset="0"/>
                <a:cs typeface="Arial" panose="020B0604020202020204" pitchFamily="34" charset="0"/>
              </a:rPr>
              <a:t>Learning</a:t>
            </a:r>
            <a:r>
              <a:rPr sz="1200" i="1" spc="-95">
                <a:latin typeface="Arial" panose="020B0604020202020204" pitchFamily="34" charset="0"/>
                <a:cs typeface="Arial" panose="020B0604020202020204" pitchFamily="34" charset="0"/>
              </a:rPr>
              <a:t> </a:t>
            </a:r>
            <a:r>
              <a:rPr sz="1200" i="1" spc="-5">
                <a:latin typeface="Arial" panose="020B0604020202020204" pitchFamily="34" charset="0"/>
                <a:cs typeface="Arial" panose="020B0604020202020204" pitchFamily="34" charset="0"/>
              </a:rPr>
              <a:t>with  Python </a:t>
            </a:r>
            <a:r>
              <a:rPr sz="1200" spc="-5">
                <a:latin typeface="Arial" panose="020B0604020202020204" pitchFamily="34" charset="0"/>
                <a:cs typeface="Arial" panose="020B0604020202020204" pitchFamily="34" charset="0"/>
              </a:rPr>
              <a:t>by </a:t>
            </a:r>
            <a:r>
              <a:rPr sz="1200">
                <a:latin typeface="Arial" panose="020B0604020202020204" pitchFamily="34" charset="0"/>
                <a:cs typeface="Arial" panose="020B0604020202020204" pitchFamily="34" charset="0"/>
              </a:rPr>
              <a:t>M. </a:t>
            </a:r>
            <a:r>
              <a:rPr sz="1200" spc="-5">
                <a:latin typeface="Arial" panose="020B0604020202020204" pitchFamily="34" charset="0"/>
                <a:cs typeface="Arial" panose="020B0604020202020204" pitchFamily="34" charset="0"/>
              </a:rPr>
              <a:t>Kirk </a:t>
            </a:r>
            <a:r>
              <a:rPr sz="1200">
                <a:latin typeface="Arial" panose="020B0604020202020204" pitchFamily="34" charset="0"/>
                <a:cs typeface="Arial" panose="020B0604020202020204" pitchFamily="34" charset="0"/>
              </a:rPr>
              <a:t>(O’Reilly</a:t>
            </a:r>
            <a:r>
              <a:rPr sz="1200" spc="-75">
                <a:latin typeface="Arial" panose="020B0604020202020204" pitchFamily="34" charset="0"/>
                <a:cs typeface="Arial" panose="020B0604020202020204" pitchFamily="34" charset="0"/>
              </a:rPr>
              <a:t> </a:t>
            </a:r>
            <a:r>
              <a:rPr sz="1200" spc="-5">
                <a:latin typeface="Arial" panose="020B0604020202020204" pitchFamily="34" charset="0"/>
                <a:cs typeface="Arial" panose="020B0604020202020204" pitchFamily="34" charset="0"/>
              </a:rPr>
              <a:t>2016)</a:t>
            </a:r>
            <a:endParaRPr sz="1200">
              <a:latin typeface="Arial" panose="020B0604020202020204" pitchFamily="34" charset="0"/>
              <a:cs typeface="Arial" panose="020B0604020202020204" pitchFamily="34" charset="0"/>
            </a:endParaRPr>
          </a:p>
        </p:txBody>
      </p:sp>
      <p:sp>
        <p:nvSpPr>
          <p:cNvPr id="13" name="object 10">
            <a:extLst>
              <a:ext uri="{FF2B5EF4-FFF2-40B4-BE49-F238E27FC236}">
                <a16:creationId xmlns:a16="http://schemas.microsoft.com/office/drawing/2014/main" id="{241E72AC-E745-4A2C-9B05-308382D9BD2E}"/>
              </a:ext>
            </a:extLst>
          </p:cNvPr>
          <p:cNvSpPr txBox="1"/>
          <p:nvPr/>
        </p:nvSpPr>
        <p:spPr>
          <a:xfrm>
            <a:off x="4904057" y="4181402"/>
            <a:ext cx="2177415" cy="558486"/>
          </a:xfrm>
          <a:prstGeom prst="rect">
            <a:avLst/>
          </a:prstGeom>
        </p:spPr>
        <p:txBody>
          <a:bodyPr vert="horz" wrap="square" lIns="0" tIns="19685" rIns="0" bIns="0" rtlCol="0">
            <a:spAutoFit/>
          </a:bodyPr>
          <a:lstStyle/>
          <a:p>
            <a:pPr marL="34925" marR="5080" indent="-22860" algn="ctr">
              <a:lnSpc>
                <a:spcPts val="1430"/>
              </a:lnSpc>
              <a:spcBef>
                <a:spcPts val="155"/>
              </a:spcBef>
            </a:pPr>
            <a:r>
              <a:rPr sz="1200" i="1" spc="-5">
                <a:latin typeface="Arial" panose="020B0604020202020204" pitchFamily="34" charset="0"/>
                <a:cs typeface="Arial" panose="020B0604020202020204" pitchFamily="34" charset="0"/>
              </a:rPr>
              <a:t>Hands-On </a:t>
            </a:r>
            <a:r>
              <a:rPr sz="1200" i="1">
                <a:latin typeface="Arial" panose="020B0604020202020204" pitchFamily="34" charset="0"/>
                <a:cs typeface="Arial" panose="020B0604020202020204" pitchFamily="34" charset="0"/>
              </a:rPr>
              <a:t>Machine </a:t>
            </a:r>
            <a:r>
              <a:rPr sz="1200" i="1" spc="-5">
                <a:latin typeface="Arial" panose="020B0604020202020204" pitchFamily="34" charset="0"/>
                <a:cs typeface="Arial" panose="020B0604020202020204" pitchFamily="34" charset="0"/>
              </a:rPr>
              <a:t>Learning </a:t>
            </a:r>
            <a:r>
              <a:rPr lang="en-US" sz="1200" i="1" spc="-5">
                <a:latin typeface="Arial" panose="020B0604020202020204" pitchFamily="34" charset="0"/>
                <a:cs typeface="Arial" panose="020B0604020202020204" pitchFamily="34" charset="0"/>
              </a:rPr>
              <a:t>2e </a:t>
            </a:r>
            <a:r>
              <a:rPr sz="1200" spc="-5">
                <a:latin typeface="Arial" panose="020B0604020202020204" pitchFamily="34" charset="0"/>
                <a:cs typeface="Arial" panose="020B0604020202020204" pitchFamily="34" charset="0"/>
              </a:rPr>
              <a:t>by </a:t>
            </a:r>
            <a:r>
              <a:rPr sz="1200" spc="-5" err="1">
                <a:latin typeface="Arial" panose="020B0604020202020204" pitchFamily="34" charset="0"/>
                <a:cs typeface="Arial" panose="020B0604020202020204" pitchFamily="34" charset="0"/>
              </a:rPr>
              <a:t>Aurelien</a:t>
            </a:r>
            <a:r>
              <a:rPr sz="1200" spc="-5">
                <a:latin typeface="Arial" panose="020B0604020202020204" pitchFamily="34" charset="0"/>
                <a:cs typeface="Arial" panose="020B0604020202020204" pitchFamily="34" charset="0"/>
              </a:rPr>
              <a:t> Geron </a:t>
            </a:r>
            <a:r>
              <a:rPr sz="1200" spc="-10">
                <a:latin typeface="Arial" panose="020B0604020202020204" pitchFamily="34" charset="0"/>
                <a:cs typeface="Arial" panose="020B0604020202020204" pitchFamily="34" charset="0"/>
              </a:rPr>
              <a:t>(O’Reilly,</a:t>
            </a:r>
            <a:r>
              <a:rPr sz="1200" spc="-70">
                <a:latin typeface="Arial" panose="020B0604020202020204" pitchFamily="34" charset="0"/>
                <a:cs typeface="Arial" panose="020B0604020202020204" pitchFamily="34" charset="0"/>
              </a:rPr>
              <a:t> </a:t>
            </a:r>
            <a:r>
              <a:rPr sz="1200" spc="-5">
                <a:latin typeface="Arial" panose="020B0604020202020204" pitchFamily="34" charset="0"/>
                <a:cs typeface="Arial" panose="020B0604020202020204" pitchFamily="34" charset="0"/>
              </a:rPr>
              <a:t>201</a:t>
            </a:r>
            <a:r>
              <a:rPr lang="en-US" sz="1200" spc="-5">
                <a:latin typeface="Arial" panose="020B0604020202020204" pitchFamily="34" charset="0"/>
                <a:cs typeface="Arial" panose="020B0604020202020204" pitchFamily="34" charset="0"/>
              </a:rPr>
              <a:t>9</a:t>
            </a:r>
            <a:r>
              <a:rPr sz="1200" spc="-5">
                <a:latin typeface="Arial" panose="020B0604020202020204" pitchFamily="34" charset="0"/>
                <a:cs typeface="Arial" panose="020B0604020202020204" pitchFamily="34" charset="0"/>
              </a:rPr>
              <a:t>)</a:t>
            </a:r>
            <a:endParaRPr sz="1200">
              <a:latin typeface="Arial" panose="020B0604020202020204" pitchFamily="34" charset="0"/>
              <a:cs typeface="Arial" panose="020B0604020202020204" pitchFamily="34" charset="0"/>
            </a:endParaRPr>
          </a:p>
        </p:txBody>
      </p:sp>
      <p:grpSp>
        <p:nvGrpSpPr>
          <p:cNvPr id="14" name="object 11">
            <a:extLst>
              <a:ext uri="{FF2B5EF4-FFF2-40B4-BE49-F238E27FC236}">
                <a16:creationId xmlns:a16="http://schemas.microsoft.com/office/drawing/2014/main" id="{291A9AB7-72C1-40B1-9971-3C754ECA3A7B}"/>
              </a:ext>
            </a:extLst>
          </p:cNvPr>
          <p:cNvGrpSpPr/>
          <p:nvPr/>
        </p:nvGrpSpPr>
        <p:grpSpPr>
          <a:xfrm>
            <a:off x="2304127" y="1864985"/>
            <a:ext cx="1733550" cy="2266950"/>
            <a:chOff x="5234862" y="3148913"/>
            <a:chExt cx="1733550" cy="2266950"/>
          </a:xfrm>
        </p:grpSpPr>
        <p:sp>
          <p:nvSpPr>
            <p:cNvPr id="15" name="object 12">
              <a:extLst>
                <a:ext uri="{FF2B5EF4-FFF2-40B4-BE49-F238E27FC236}">
                  <a16:creationId xmlns:a16="http://schemas.microsoft.com/office/drawing/2014/main" id="{E5A78BC0-83A2-4EB2-A89B-F8E400697094}"/>
                </a:ext>
              </a:extLst>
            </p:cNvPr>
            <p:cNvSpPr/>
            <p:nvPr/>
          </p:nvSpPr>
          <p:spPr>
            <a:xfrm>
              <a:off x="5244387" y="3158438"/>
              <a:ext cx="1714499" cy="2247899"/>
            </a:xfrm>
            <a:prstGeom prst="rect">
              <a:avLst/>
            </a:prstGeom>
            <a:blipFill>
              <a:blip r:embed="rId3" cstate="print"/>
              <a:stretch>
                <a:fillRect/>
              </a:stretch>
            </a:blipFill>
            <a:ln>
              <a:no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6" name="object 13">
              <a:extLst>
                <a:ext uri="{FF2B5EF4-FFF2-40B4-BE49-F238E27FC236}">
                  <a16:creationId xmlns:a16="http://schemas.microsoft.com/office/drawing/2014/main" id="{5AC616DE-9FC8-44B7-9147-821EB41E7811}"/>
                </a:ext>
              </a:extLst>
            </p:cNvPr>
            <p:cNvSpPr/>
            <p:nvPr/>
          </p:nvSpPr>
          <p:spPr>
            <a:xfrm>
              <a:off x="5239625" y="3153675"/>
              <a:ext cx="1724025" cy="2257425"/>
            </a:xfrm>
            <a:custGeom>
              <a:avLst/>
              <a:gdLst/>
              <a:ahLst/>
              <a:cxnLst/>
              <a:rect l="l" t="t" r="r" b="b"/>
              <a:pathLst>
                <a:path w="1724025" h="2257425">
                  <a:moveTo>
                    <a:pt x="0" y="0"/>
                  </a:moveTo>
                  <a:lnTo>
                    <a:pt x="1724024" y="0"/>
                  </a:lnTo>
                  <a:lnTo>
                    <a:pt x="1724024" y="2257425"/>
                  </a:lnTo>
                  <a:lnTo>
                    <a:pt x="0" y="2257425"/>
                  </a:lnTo>
                  <a:lnTo>
                    <a:pt x="0" y="0"/>
                  </a:lnTo>
                  <a:close/>
                </a:path>
              </a:pathLst>
            </a:custGeom>
            <a:ln w="9524">
              <a:noFill/>
            </a:ln>
          </p:spPr>
          <p:txBody>
            <a:bodyPr wrap="square" lIns="0" tIns="0" rIns="0" bIns="0" rtlCol="0"/>
            <a:lstStyle/>
            <a:p>
              <a:endParaRPr>
                <a:latin typeface="Arial" panose="020B0604020202020204" pitchFamily="34" charset="0"/>
                <a:cs typeface="Arial" panose="020B0604020202020204" pitchFamily="34" charset="0"/>
              </a:endParaRPr>
            </a:p>
          </p:txBody>
        </p:sp>
      </p:grpSp>
      <p:sp>
        <p:nvSpPr>
          <p:cNvPr id="17" name="object 15">
            <a:extLst>
              <a:ext uri="{FF2B5EF4-FFF2-40B4-BE49-F238E27FC236}">
                <a16:creationId xmlns:a16="http://schemas.microsoft.com/office/drawing/2014/main" id="{86F9E1C7-FD8B-472C-A278-1A4A04D32567}"/>
              </a:ext>
            </a:extLst>
          </p:cNvPr>
          <p:cNvSpPr txBox="1"/>
          <p:nvPr/>
        </p:nvSpPr>
        <p:spPr>
          <a:xfrm>
            <a:off x="2035766" y="4181402"/>
            <a:ext cx="2266950" cy="764312"/>
          </a:xfrm>
          <a:prstGeom prst="rect">
            <a:avLst/>
          </a:prstGeom>
        </p:spPr>
        <p:txBody>
          <a:bodyPr vert="horz" wrap="square" lIns="0" tIns="12700" rIns="0" bIns="0" rtlCol="0">
            <a:spAutoFit/>
          </a:bodyPr>
          <a:lstStyle/>
          <a:p>
            <a:pPr marL="12700" algn="ctr">
              <a:lnSpc>
                <a:spcPct val="100000"/>
              </a:lnSpc>
              <a:spcBef>
                <a:spcPts val="100"/>
              </a:spcBef>
            </a:pPr>
            <a:r>
              <a:rPr lang="en-US" sz="1200" i="1" spc="-5">
                <a:latin typeface="Arial" panose="020B0604020202020204" pitchFamily="34" charset="0"/>
                <a:cs typeface="Arial" panose="020B0604020202020204" pitchFamily="34" charset="0"/>
              </a:rPr>
              <a:t>Introduction to Machine Learning with </a:t>
            </a:r>
            <a:r>
              <a:rPr sz="1200" i="1" spc="-5">
                <a:latin typeface="Arial" panose="020B0604020202020204" pitchFamily="34" charset="0"/>
                <a:cs typeface="Arial" panose="020B0604020202020204" pitchFamily="34" charset="0"/>
              </a:rPr>
              <a:t>Python </a:t>
            </a:r>
            <a:r>
              <a:rPr sz="1200" spc="-5">
                <a:latin typeface="Arial" panose="020B0604020202020204" pitchFamily="34" charset="0"/>
                <a:cs typeface="Arial" panose="020B0604020202020204" pitchFamily="34" charset="0"/>
              </a:rPr>
              <a:t>by A. </a:t>
            </a:r>
            <a:r>
              <a:rPr sz="1200">
                <a:latin typeface="Arial" panose="020B0604020202020204" pitchFamily="34" charset="0"/>
                <a:cs typeface="Arial" panose="020B0604020202020204" pitchFamily="34" charset="0"/>
              </a:rPr>
              <a:t>Muller </a:t>
            </a:r>
            <a:r>
              <a:rPr sz="1200" spc="-5">
                <a:latin typeface="Arial" panose="020B0604020202020204" pitchFamily="34" charset="0"/>
                <a:cs typeface="Arial" panose="020B0604020202020204" pitchFamily="34" charset="0"/>
              </a:rPr>
              <a:t>and S.</a:t>
            </a:r>
            <a:r>
              <a:rPr sz="1200" spc="-135">
                <a:latin typeface="Arial" panose="020B0604020202020204" pitchFamily="34" charset="0"/>
                <a:cs typeface="Arial" panose="020B0604020202020204" pitchFamily="34" charset="0"/>
              </a:rPr>
              <a:t> </a:t>
            </a:r>
            <a:r>
              <a:rPr sz="1200" spc="-5">
                <a:latin typeface="Arial" panose="020B0604020202020204" pitchFamily="34" charset="0"/>
                <a:cs typeface="Arial" panose="020B0604020202020204" pitchFamily="34" charset="0"/>
              </a:rPr>
              <a:t>Guido</a:t>
            </a:r>
            <a:endParaRPr lang="en-US" sz="1200" spc="-5">
              <a:latin typeface="Arial" panose="020B0604020202020204" pitchFamily="34" charset="0"/>
              <a:cs typeface="Arial" panose="020B0604020202020204" pitchFamily="34" charset="0"/>
            </a:endParaRPr>
          </a:p>
          <a:p>
            <a:pPr marL="12700" algn="ctr">
              <a:lnSpc>
                <a:spcPct val="100000"/>
              </a:lnSpc>
              <a:spcBef>
                <a:spcPts val="100"/>
              </a:spcBef>
            </a:pPr>
            <a:r>
              <a:rPr lang="en-US" sz="1200" spc="-5">
                <a:latin typeface="Arial" panose="020B0604020202020204" pitchFamily="34" charset="0"/>
                <a:cs typeface="Arial" panose="020B0604020202020204" pitchFamily="34" charset="0"/>
              </a:rPr>
              <a:t>(O’Reilly 2016)</a:t>
            </a:r>
            <a:endParaRPr sz="1200">
              <a:latin typeface="Arial" panose="020B0604020202020204" pitchFamily="34" charset="0"/>
              <a:cs typeface="Arial" panose="020B0604020202020204" pitchFamily="34" charset="0"/>
            </a:endParaRPr>
          </a:p>
        </p:txBody>
      </p:sp>
      <p:pic>
        <p:nvPicPr>
          <p:cNvPr id="3074" name="Picture 2">
            <a:extLst>
              <a:ext uri="{FF2B5EF4-FFF2-40B4-BE49-F238E27FC236}">
                <a16:creationId xmlns:a16="http://schemas.microsoft.com/office/drawing/2014/main" id="{F11284A2-DE82-45AE-BB6C-D55F3C40FD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8211" y="1869748"/>
            <a:ext cx="1809106" cy="2267678"/>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BC8EF9CD-1EF7-4447-9886-237DF1F1CA86}"/>
              </a:ext>
            </a:extLst>
          </p:cNvPr>
          <p:cNvGrpSpPr/>
          <p:nvPr/>
        </p:nvGrpSpPr>
        <p:grpSpPr>
          <a:xfrm>
            <a:off x="266701" y="208380"/>
            <a:ext cx="1998000" cy="374400"/>
            <a:chOff x="469900" y="457761"/>
            <a:chExt cx="1998000" cy="374400"/>
          </a:xfrm>
        </p:grpSpPr>
        <p:sp>
          <p:nvSpPr>
            <p:cNvPr id="30" name="Oval 5">
              <a:extLst>
                <a:ext uri="{FF2B5EF4-FFF2-40B4-BE49-F238E27FC236}">
                  <a16:creationId xmlns:a16="http://schemas.microsoft.com/office/drawing/2014/main" id="{E1F1D936-3D35-47F6-A59D-D76E58A896EA}"/>
                </a:ext>
              </a:extLst>
            </p:cNvPr>
            <p:cNvSpPr>
              <a:spLocks noChangeArrowheads="1"/>
            </p:cNvSpPr>
            <p:nvPr userDrawn="1"/>
          </p:nvSpPr>
          <p:spPr bwMode="auto">
            <a:xfrm>
              <a:off x="2360691" y="726016"/>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2EBE921C-5A84-4E79-BFA2-86C1F599C135}"/>
                </a:ext>
              </a:extLst>
            </p:cNvPr>
            <p:cNvSpPr>
              <a:spLocks noEditPoints="1"/>
            </p:cNvSpPr>
            <p:nvPr userDrawn="1"/>
          </p:nvSpPr>
          <p:spPr bwMode="auto">
            <a:xfrm>
              <a:off x="469900" y="459691"/>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0F29408E-23A6-4B0C-A7A5-BCDD9BC20D8B}"/>
                </a:ext>
              </a:extLst>
            </p:cNvPr>
            <p:cNvSpPr>
              <a:spLocks noChangeArrowheads="1"/>
            </p:cNvSpPr>
            <p:nvPr userDrawn="1"/>
          </p:nvSpPr>
          <p:spPr bwMode="auto">
            <a:xfrm>
              <a:off x="1093666" y="457761"/>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E754BCDC-3A20-4E95-AA78-A40E8C3399CB}"/>
                </a:ext>
              </a:extLst>
            </p:cNvPr>
            <p:cNvSpPr>
              <a:spLocks noEditPoints="1"/>
            </p:cNvSpPr>
            <p:nvPr userDrawn="1"/>
          </p:nvSpPr>
          <p:spPr bwMode="auto">
            <a:xfrm>
              <a:off x="1222318" y="548466"/>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77750759-0296-4B89-BF3F-EF52CA8321C1}"/>
                </a:ext>
              </a:extLst>
            </p:cNvPr>
            <p:cNvSpPr>
              <a:spLocks noChangeArrowheads="1"/>
            </p:cNvSpPr>
            <p:nvPr userDrawn="1"/>
          </p:nvSpPr>
          <p:spPr bwMode="auto">
            <a:xfrm>
              <a:off x="1524454" y="552326"/>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9115949C-0B63-48B6-8B26-571A9EC8D362}"/>
                </a:ext>
              </a:extLst>
            </p:cNvPr>
            <p:cNvSpPr>
              <a:spLocks noChangeArrowheads="1"/>
            </p:cNvSpPr>
            <p:nvPr userDrawn="1"/>
          </p:nvSpPr>
          <p:spPr bwMode="auto">
            <a:xfrm>
              <a:off x="1524454" y="457761"/>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8488CC53-9382-48B9-9E64-1DFE92FAC264}"/>
                </a:ext>
              </a:extLst>
            </p:cNvPr>
            <p:cNvSpPr>
              <a:spLocks/>
            </p:cNvSpPr>
            <p:nvPr userDrawn="1"/>
          </p:nvSpPr>
          <p:spPr bwMode="auto">
            <a:xfrm>
              <a:off x="1653106" y="465481"/>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C35B3875-4C07-42DF-9BEA-5B1F7716B7CF}"/>
                </a:ext>
              </a:extLst>
            </p:cNvPr>
            <p:cNvSpPr>
              <a:spLocks/>
            </p:cNvSpPr>
            <p:nvPr userDrawn="1"/>
          </p:nvSpPr>
          <p:spPr bwMode="auto">
            <a:xfrm>
              <a:off x="1865577" y="465481"/>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7B1B5DDE-362A-47D2-BB1D-5DB9A7531C3C}"/>
                </a:ext>
              </a:extLst>
            </p:cNvPr>
            <p:cNvSpPr>
              <a:spLocks noEditPoints="1"/>
            </p:cNvSpPr>
            <p:nvPr userDrawn="1"/>
          </p:nvSpPr>
          <p:spPr bwMode="auto">
            <a:xfrm>
              <a:off x="2079996" y="548466"/>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B73782FC-8050-455A-997A-B89781301C6F}"/>
                </a:ext>
              </a:extLst>
            </p:cNvPr>
            <p:cNvSpPr>
              <a:spLocks noEditPoints="1"/>
            </p:cNvSpPr>
            <p:nvPr userDrawn="1"/>
          </p:nvSpPr>
          <p:spPr bwMode="auto">
            <a:xfrm>
              <a:off x="801276" y="548466"/>
              <a:ext cx="257304"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4759310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FE2E0-68CE-470A-9FA8-AF5F2824C624}"/>
              </a:ext>
            </a:extLst>
          </p:cNvPr>
          <p:cNvSpPr>
            <a:spLocks noGrp="1"/>
          </p:cNvSpPr>
          <p:nvPr>
            <p:ph type="title"/>
          </p:nvPr>
        </p:nvSpPr>
        <p:spPr/>
        <p:txBody>
          <a:bodyPr>
            <a:normAutofit/>
          </a:bodyPr>
          <a:lstStyle/>
          <a:p>
            <a:r>
              <a:rPr lang="en-US" sz="2800" b="1">
                <a:latin typeface="Chronicle Display Black"/>
              </a:rPr>
              <a:t>What is Machine Learning?</a:t>
            </a:r>
          </a:p>
        </p:txBody>
      </p:sp>
    </p:spTree>
    <p:extLst>
      <p:ext uri="{BB962C8B-B14F-4D97-AF65-F5344CB8AC3E}">
        <p14:creationId xmlns:p14="http://schemas.microsoft.com/office/powerpoint/2010/main" val="179104977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945"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Defining Machine Learning</a:t>
            </a:r>
          </a:p>
        </p:txBody>
      </p:sp>
      <p:sp>
        <p:nvSpPr>
          <p:cNvPr id="8" name="TextBox 7">
            <a:extLst>
              <a:ext uri="{FF2B5EF4-FFF2-40B4-BE49-F238E27FC236}">
                <a16:creationId xmlns:a16="http://schemas.microsoft.com/office/drawing/2014/main" id="{AFB6AC0D-4407-43CB-836D-714ABF3DF702}"/>
              </a:ext>
            </a:extLst>
          </p:cNvPr>
          <p:cNvSpPr txBox="1"/>
          <p:nvPr/>
        </p:nvSpPr>
        <p:spPr>
          <a:xfrm>
            <a:off x="2957991" y="1055549"/>
            <a:ext cx="5959965" cy="307777"/>
          </a:xfrm>
          <a:prstGeom prst="rect">
            <a:avLst/>
          </a:prstGeom>
          <a:noFill/>
        </p:spPr>
        <p:txBody>
          <a:bodyPr vert="horz" wrap="none" lIns="0" tIns="0" rIns="0" bIns="0" rtlCol="0">
            <a:spAutoFit/>
          </a:bodyPr>
          <a:lstStyle/>
          <a:p>
            <a:pPr>
              <a:spcBef>
                <a:spcPts val="200"/>
              </a:spcBef>
              <a:buSzPct val="100000"/>
            </a:pPr>
            <a:r>
              <a:rPr lang="en-US" sz="2000" b="1"/>
              <a:t>AI vs Machine Learning vs Deep Learning</a:t>
            </a:r>
          </a:p>
        </p:txBody>
      </p:sp>
      <p:sp>
        <p:nvSpPr>
          <p:cNvPr id="10" name="TextBox 9">
            <a:extLst>
              <a:ext uri="{FF2B5EF4-FFF2-40B4-BE49-F238E27FC236}">
                <a16:creationId xmlns:a16="http://schemas.microsoft.com/office/drawing/2014/main" id="{C25BB12E-0989-411D-8846-6FA9B58B5D75}"/>
              </a:ext>
            </a:extLst>
          </p:cNvPr>
          <p:cNvSpPr txBox="1"/>
          <p:nvPr/>
        </p:nvSpPr>
        <p:spPr>
          <a:xfrm>
            <a:off x="447995" y="6112365"/>
            <a:ext cx="6395277" cy="184666"/>
          </a:xfrm>
          <a:prstGeom prst="rect">
            <a:avLst/>
          </a:prstGeom>
          <a:noFill/>
        </p:spPr>
        <p:txBody>
          <a:bodyPr vert="horz" wrap="none" lIns="0" tIns="0" rIns="0" bIns="0" rtlCol="0">
            <a:spAutoFit/>
          </a:bodyPr>
          <a:lstStyle/>
          <a:p>
            <a:pPr>
              <a:spcBef>
                <a:spcPts val="200"/>
              </a:spcBef>
              <a:buSzPct val="100000"/>
            </a:pPr>
            <a:r>
              <a:rPr lang="en-US" sz="1200"/>
              <a:t>Source: https://www.edureka.co/blog/ai-vs-machine-learning-vs-deep-learning/</a:t>
            </a:r>
          </a:p>
        </p:txBody>
      </p:sp>
      <p:pic>
        <p:nvPicPr>
          <p:cNvPr id="4098" name="Picture 2" descr="Image result for artificial intelligence vs machine learning">
            <a:extLst>
              <a:ext uri="{FF2B5EF4-FFF2-40B4-BE49-F238E27FC236}">
                <a16:creationId xmlns:a16="http://schemas.microsoft.com/office/drawing/2014/main" id="{525D1352-5596-4A27-A62E-13E4D0270E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8752" y="1728760"/>
            <a:ext cx="9174685" cy="3857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405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4993"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Defining Machine Learning</a:t>
            </a:r>
          </a:p>
        </p:txBody>
      </p:sp>
      <p:pic>
        <p:nvPicPr>
          <p:cNvPr id="32" name="Picture 31">
            <a:extLst>
              <a:ext uri="{FF2B5EF4-FFF2-40B4-BE49-F238E27FC236}">
                <a16:creationId xmlns:a16="http://schemas.microsoft.com/office/drawing/2014/main" id="{556AAA69-AAD8-4B23-A3CD-E9B71C0733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52803" y="5225896"/>
            <a:ext cx="841248" cy="841248"/>
          </a:xfrm>
          <a:prstGeom prst="rect">
            <a:avLst/>
          </a:prstGeom>
        </p:spPr>
      </p:pic>
      <p:pic>
        <p:nvPicPr>
          <p:cNvPr id="33" name="Picture 32">
            <a:extLst>
              <a:ext uri="{FF2B5EF4-FFF2-40B4-BE49-F238E27FC236}">
                <a16:creationId xmlns:a16="http://schemas.microsoft.com/office/drawing/2014/main" id="{D5AAA7FE-FA47-4141-B6B5-6459B346C80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86172" y="2640270"/>
            <a:ext cx="841248" cy="841248"/>
          </a:xfrm>
          <a:prstGeom prst="rect">
            <a:avLst/>
          </a:prstGeom>
        </p:spPr>
      </p:pic>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What is Machine Learning?</a:t>
            </a:r>
          </a:p>
        </p:txBody>
      </p:sp>
      <p:sp>
        <p:nvSpPr>
          <p:cNvPr id="35" name="Text Placeholder 12">
            <a:extLst>
              <a:ext uri="{FF2B5EF4-FFF2-40B4-BE49-F238E27FC236}">
                <a16:creationId xmlns:a16="http://schemas.microsoft.com/office/drawing/2014/main" id="{D78A4532-4F35-4A82-9450-DB30BE776903}"/>
              </a:ext>
            </a:extLst>
          </p:cNvPr>
          <p:cNvSpPr txBox="1">
            <a:spLocks/>
          </p:cNvSpPr>
          <p:nvPr/>
        </p:nvSpPr>
        <p:spPr>
          <a:xfrm>
            <a:off x="409770" y="1182710"/>
            <a:ext cx="11252200" cy="75725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1400" b="0" i="0" u="none" strike="noStrike" kern="1200" cap="none" spc="-30" normalizeH="0" baseline="0" noProof="0">
                <a:ln>
                  <a:noFill/>
                </a:ln>
                <a:solidFill>
                  <a:srgbClr val="000000"/>
                </a:solidFill>
                <a:effectLst/>
                <a:uLnTx/>
                <a:uFillTx/>
                <a:latin typeface="Arial" panose="020B0604020202020204" pitchFamily="34" charset="0"/>
                <a:cs typeface="Arial" panose="020B0604020202020204" pitchFamily="34" charset="0"/>
              </a:rPr>
              <a:t>Machine Learning is the science of getting computers to identify pertinent patterns within various data structures to provide augmented insight through prediction. At its core, Machine Learning is a field at the intersection of statistics, computer science, and artificial intelligence and is often referred to as predictive analytics. </a:t>
            </a:r>
          </a:p>
        </p:txBody>
      </p:sp>
      <p:cxnSp>
        <p:nvCxnSpPr>
          <p:cNvPr id="36" name="Straight Connector 35">
            <a:extLst>
              <a:ext uri="{FF2B5EF4-FFF2-40B4-BE49-F238E27FC236}">
                <a16:creationId xmlns:a16="http://schemas.microsoft.com/office/drawing/2014/main" id="{6888DC91-8955-4685-9760-83E7317CDF25}"/>
              </a:ext>
            </a:extLst>
          </p:cNvPr>
          <p:cNvCxnSpPr>
            <a:cxnSpLocks/>
          </p:cNvCxnSpPr>
          <p:nvPr/>
        </p:nvCxnSpPr>
        <p:spPr>
          <a:xfrm>
            <a:off x="6300823" y="5007902"/>
            <a:ext cx="5149470" cy="0"/>
          </a:xfrm>
          <a:prstGeom prst="line">
            <a:avLst/>
          </a:prstGeom>
          <a:noFill/>
          <a:ln w="19050" cap="flat" cmpd="sng" algn="ctr">
            <a:solidFill>
              <a:schemeClr val="tx1"/>
            </a:solidFill>
            <a:prstDash val="solid"/>
            <a:miter lim="800000"/>
          </a:ln>
          <a:effectLst/>
        </p:spPr>
      </p:cxnSp>
      <p:cxnSp>
        <p:nvCxnSpPr>
          <p:cNvPr id="37" name="Straight Connector 36">
            <a:extLst>
              <a:ext uri="{FF2B5EF4-FFF2-40B4-BE49-F238E27FC236}">
                <a16:creationId xmlns:a16="http://schemas.microsoft.com/office/drawing/2014/main" id="{2823A766-90BA-4422-A6A8-3CD1D59FEE2D}"/>
              </a:ext>
            </a:extLst>
          </p:cNvPr>
          <p:cNvCxnSpPr>
            <a:cxnSpLocks/>
          </p:cNvCxnSpPr>
          <p:nvPr/>
        </p:nvCxnSpPr>
        <p:spPr>
          <a:xfrm>
            <a:off x="6264664" y="2341236"/>
            <a:ext cx="5221788" cy="0"/>
          </a:xfrm>
          <a:prstGeom prst="line">
            <a:avLst/>
          </a:prstGeom>
          <a:noFill/>
          <a:ln w="19050" cap="flat" cmpd="sng" algn="ctr">
            <a:solidFill>
              <a:schemeClr val="tx1"/>
            </a:solidFill>
            <a:prstDash val="solid"/>
            <a:miter lim="800000"/>
          </a:ln>
          <a:effectLst/>
        </p:spPr>
      </p:cxnSp>
      <p:pic>
        <p:nvPicPr>
          <p:cNvPr id="38" name="Picture 2">
            <a:extLst>
              <a:ext uri="{FF2B5EF4-FFF2-40B4-BE49-F238E27FC236}">
                <a16:creationId xmlns:a16="http://schemas.microsoft.com/office/drawing/2014/main" id="{E63A5D14-03B2-4CA1-8B11-7B1108A0DCEC}"/>
              </a:ext>
            </a:extLst>
          </p:cNvPr>
          <p:cNvPicPr>
            <a:picLocks noChangeAspect="1" noChangeArrowheads="1"/>
          </p:cNvPicPr>
          <p:nvPr/>
        </p:nvPicPr>
        <p:blipFill>
          <a:blip r:embed="rId10">
            <a:extLst>
              <a:ext uri="{28A0092B-C50C-407E-A947-70E740481C1C}">
                <a14:useLocalDpi xmlns:a14="http://schemas.microsoft.com/office/drawing/2010/main" val="0"/>
              </a:ext>
            </a:extLst>
          </a:blip>
          <a:stretch>
            <a:fillRect/>
          </a:stretch>
        </p:blipFill>
        <p:spPr bwMode="auto">
          <a:xfrm>
            <a:off x="9786172" y="5244946"/>
            <a:ext cx="841248" cy="841248"/>
          </a:xfrm>
          <a:prstGeom prst="rect">
            <a:avLst/>
          </a:prstGeom>
          <a:noFill/>
        </p:spPr>
      </p:pic>
      <p:pic>
        <p:nvPicPr>
          <p:cNvPr id="39" name="Picture 4">
            <a:extLst>
              <a:ext uri="{FF2B5EF4-FFF2-40B4-BE49-F238E27FC236}">
                <a16:creationId xmlns:a16="http://schemas.microsoft.com/office/drawing/2014/main" id="{BE0B9AC2-EB88-4F2E-BCFD-8C3AF89FA158}"/>
              </a:ext>
            </a:extLst>
          </p:cNvPr>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7151804" y="2665098"/>
            <a:ext cx="843247" cy="843247"/>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3E5E7AF3-69B6-4CBC-8A54-BE931BEB492C}"/>
              </a:ext>
            </a:extLst>
          </p:cNvPr>
          <p:cNvSpPr txBox="1"/>
          <p:nvPr/>
        </p:nvSpPr>
        <p:spPr>
          <a:xfrm>
            <a:off x="6319171" y="2064237"/>
            <a:ext cx="5112774" cy="215444"/>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Everyday Applications of Machine Learning</a:t>
            </a:r>
          </a:p>
        </p:txBody>
      </p:sp>
      <p:sp>
        <p:nvSpPr>
          <p:cNvPr id="41" name="TextBox 40">
            <a:extLst>
              <a:ext uri="{FF2B5EF4-FFF2-40B4-BE49-F238E27FC236}">
                <a16:creationId xmlns:a16="http://schemas.microsoft.com/office/drawing/2014/main" id="{BD9DC61E-B173-4EFE-BA4F-C5ED17EEF922}"/>
              </a:ext>
            </a:extLst>
          </p:cNvPr>
          <p:cNvSpPr txBox="1"/>
          <p:nvPr/>
        </p:nvSpPr>
        <p:spPr>
          <a:xfrm>
            <a:off x="6236240" y="3703945"/>
            <a:ext cx="2674375" cy="394980"/>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Speech Recognition</a:t>
            </a:r>
          </a:p>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200" b="0"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Examples: Siri, Alexa, Cortana</a:t>
            </a:r>
          </a:p>
        </p:txBody>
      </p:sp>
      <p:sp>
        <p:nvSpPr>
          <p:cNvPr id="42" name="TextBox 41">
            <a:extLst>
              <a:ext uri="{FF2B5EF4-FFF2-40B4-BE49-F238E27FC236}">
                <a16:creationId xmlns:a16="http://schemas.microsoft.com/office/drawing/2014/main" id="{422C0819-D992-48B2-BA4C-96E22AF4C6ED}"/>
              </a:ext>
            </a:extLst>
          </p:cNvPr>
          <p:cNvSpPr txBox="1"/>
          <p:nvPr/>
        </p:nvSpPr>
        <p:spPr>
          <a:xfrm>
            <a:off x="8751622" y="3698210"/>
            <a:ext cx="2910348" cy="394980"/>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Effective Web Search</a:t>
            </a:r>
          </a:p>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200" b="0"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Examples: Google, Bing, Baidu</a:t>
            </a:r>
          </a:p>
        </p:txBody>
      </p:sp>
      <p:sp>
        <p:nvSpPr>
          <p:cNvPr id="43" name="TextBox 42">
            <a:extLst>
              <a:ext uri="{FF2B5EF4-FFF2-40B4-BE49-F238E27FC236}">
                <a16:creationId xmlns:a16="http://schemas.microsoft.com/office/drawing/2014/main" id="{736663C2-5216-4A5E-901B-7AE76A4B37BC}"/>
              </a:ext>
            </a:extLst>
          </p:cNvPr>
          <p:cNvSpPr txBox="1"/>
          <p:nvPr/>
        </p:nvSpPr>
        <p:spPr>
          <a:xfrm>
            <a:off x="6319171" y="4730903"/>
            <a:ext cx="5112775" cy="215444"/>
          </a:xfrm>
          <a:prstGeom prst="rect">
            <a:avLst/>
          </a:prstGeom>
          <a:noFill/>
        </p:spPr>
        <p:txBody>
          <a:bodyPr vert="horz" wrap="square" lIns="0" tIns="0" rIns="0" bIns="0" rtlCol="0">
            <a:spAutoFit/>
          </a:bodyPr>
          <a:lstStyle>
            <a:defPPr>
              <a:defRPr lang="en-US"/>
            </a:defPPr>
            <a:lvl1pPr algn="ctr">
              <a:spcBef>
                <a:spcPts val="200"/>
              </a:spcBef>
              <a:buSzPct val="100000"/>
              <a:defRPr sz="1800" b="1">
                <a:cs typeface="Calibri" panose="020F0502020204030204" pitchFamily="34" charset="0"/>
              </a:defRPr>
            </a:lvl1p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Advanced Applications of Machine Learning</a:t>
            </a:r>
          </a:p>
        </p:txBody>
      </p:sp>
      <p:sp>
        <p:nvSpPr>
          <p:cNvPr id="44" name="TextBox 43">
            <a:extLst>
              <a:ext uri="{FF2B5EF4-FFF2-40B4-BE49-F238E27FC236}">
                <a16:creationId xmlns:a16="http://schemas.microsoft.com/office/drawing/2014/main" id="{34671076-8AC7-4CBC-B045-C8BD0F68A5FC}"/>
              </a:ext>
            </a:extLst>
          </p:cNvPr>
          <p:cNvSpPr txBox="1"/>
          <p:nvPr/>
        </p:nvSpPr>
        <p:spPr>
          <a:xfrm>
            <a:off x="6339479" y="6163975"/>
            <a:ext cx="2467897" cy="184666"/>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Human Genome Research</a:t>
            </a:r>
          </a:p>
        </p:txBody>
      </p:sp>
      <p:sp>
        <p:nvSpPr>
          <p:cNvPr id="45" name="TextBox 44">
            <a:extLst>
              <a:ext uri="{FF2B5EF4-FFF2-40B4-BE49-F238E27FC236}">
                <a16:creationId xmlns:a16="http://schemas.microsoft.com/office/drawing/2014/main" id="{7CFE50FD-60E0-40F4-8C03-BDF64A331191}"/>
              </a:ext>
            </a:extLst>
          </p:cNvPr>
          <p:cNvSpPr txBox="1"/>
          <p:nvPr/>
        </p:nvSpPr>
        <p:spPr>
          <a:xfrm>
            <a:off x="9490093" y="6139189"/>
            <a:ext cx="1528657" cy="184666"/>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Self Driving Cars</a:t>
            </a:r>
          </a:p>
        </p:txBody>
      </p:sp>
      <p:sp>
        <p:nvSpPr>
          <p:cNvPr id="46" name="Rectangle 45">
            <a:extLst>
              <a:ext uri="{FF2B5EF4-FFF2-40B4-BE49-F238E27FC236}">
                <a16:creationId xmlns:a16="http://schemas.microsoft.com/office/drawing/2014/main" id="{558FB41E-37EA-47D0-9169-872232AAF397}"/>
              </a:ext>
            </a:extLst>
          </p:cNvPr>
          <p:cNvSpPr/>
          <p:nvPr/>
        </p:nvSpPr>
        <p:spPr>
          <a:xfrm>
            <a:off x="507610" y="2346299"/>
            <a:ext cx="5588390" cy="3597908"/>
          </a:xfrm>
          <a:prstGeom prst="rect">
            <a:avLst/>
          </a:prstGeom>
        </p:spPr>
        <p:txBody>
          <a:bodyPr wrap="square">
            <a:spAutoFit/>
          </a:bodyPr>
          <a:lstStyle/>
          <a:p>
            <a:pPr marL="352425" marR="0" lvl="0" indent="-342900" algn="l" defTabSz="914400" rtl="0" eaLnBrk="1" fontAlgn="auto" latinLnBrk="0" hangingPunct="1">
              <a:lnSpc>
                <a:spcPct val="150000"/>
              </a:lnSpc>
              <a:spcBef>
                <a:spcPct val="10000"/>
              </a:spcBef>
              <a:spcAft>
                <a:spcPts val="0"/>
              </a:spcAft>
              <a:buClr>
                <a:srgbClr val="000000"/>
              </a:buClr>
              <a:buSzTx/>
              <a:buFont typeface="Wingdings" charset="2"/>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rPr>
              <a:t>Identifies patterns in historical data through statistical methods</a:t>
            </a:r>
          </a:p>
          <a:p>
            <a:pPr marL="352425" marR="0" lvl="0" indent="-342900" algn="l" defTabSz="914400" rtl="0" eaLnBrk="1" fontAlgn="auto" latinLnBrk="0" hangingPunct="1">
              <a:lnSpc>
                <a:spcPct val="150000"/>
              </a:lnSpc>
              <a:spcBef>
                <a:spcPct val="10000"/>
              </a:spcBef>
              <a:spcAft>
                <a:spcPts val="0"/>
              </a:spcAft>
              <a:buClr>
                <a:srgbClr val="000000"/>
              </a:buClr>
              <a:buSzTx/>
              <a:buFont typeface="Wingdings" charset="2"/>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rPr>
              <a:t>Quantify record variation based on provided inputs</a:t>
            </a:r>
          </a:p>
          <a:p>
            <a:pPr marL="352425" marR="0" lvl="0" indent="-342900" algn="l" defTabSz="914400" rtl="0" eaLnBrk="1" fontAlgn="auto" latinLnBrk="0" hangingPunct="1">
              <a:lnSpc>
                <a:spcPct val="150000"/>
              </a:lnSpc>
              <a:spcBef>
                <a:spcPct val="10000"/>
              </a:spcBef>
              <a:spcAft>
                <a:spcPts val="0"/>
              </a:spcAft>
              <a:buClr>
                <a:srgbClr val="000000"/>
              </a:buClr>
              <a:buSzTx/>
              <a:buFont typeface="Wingdings" charset="2"/>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rPr>
              <a:t>Makes recommendations through prediction (Regression, Classification)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rPr>
              <a:t>By quantifying a pattern from sample inputs, the machine learning algorithm predicts and performs tasks based on the learned pattern and is not limited to pre-programed instruction in a declarative computing design using historical examples and diverse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rPr>
              <a:t>It is so pervasive today that its applications range from everyday uses like movie recommendations on Netflix to biomedical scanning and prediction for various pathology predictions.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1300BAF-6950-4A5F-9C7C-0DC706B6E771}"/>
              </a:ext>
            </a:extLst>
          </p:cNvPr>
          <p:cNvSpPr txBox="1"/>
          <p:nvPr/>
        </p:nvSpPr>
        <p:spPr>
          <a:xfrm>
            <a:off x="1466850" y="2075220"/>
            <a:ext cx="273367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ML Design Characteristics</a:t>
            </a:r>
          </a:p>
        </p:txBody>
      </p:sp>
    </p:spTree>
    <p:extLst>
      <p:ext uri="{BB962C8B-B14F-4D97-AF65-F5344CB8AC3E}">
        <p14:creationId xmlns:p14="http://schemas.microsoft.com/office/powerpoint/2010/main" val="349232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57958-6BCD-44B0-9B81-291C796DC63F}"/>
              </a:ext>
            </a:extLst>
          </p:cNvPr>
          <p:cNvSpPr>
            <a:spLocks noGrp="1"/>
          </p:cNvSpPr>
          <p:nvPr>
            <p:ph type="title"/>
          </p:nvPr>
        </p:nvSpPr>
        <p:spPr/>
        <p:txBody>
          <a:bodyPr>
            <a:normAutofit/>
          </a:bodyPr>
          <a:lstStyle/>
          <a:p>
            <a:r>
              <a:rPr lang="en-US" sz="2800" b="1">
                <a:latin typeface="Chronicle Display Black"/>
              </a:rPr>
              <a:t>ML Workflow</a:t>
            </a:r>
          </a:p>
        </p:txBody>
      </p:sp>
    </p:spTree>
    <p:extLst>
      <p:ext uri="{BB962C8B-B14F-4D97-AF65-F5344CB8AC3E}">
        <p14:creationId xmlns:p14="http://schemas.microsoft.com/office/powerpoint/2010/main" val="238601222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8065"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MACHINE LEARNING INSIGHTS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Machine Learning Development Lifecycle</a:t>
            </a:r>
          </a:p>
        </p:txBody>
      </p:sp>
      <p:sp>
        <p:nvSpPr>
          <p:cNvPr id="20" name="Content Placeholder 1">
            <a:extLst>
              <a:ext uri="{FF2B5EF4-FFF2-40B4-BE49-F238E27FC236}">
                <a16:creationId xmlns:a16="http://schemas.microsoft.com/office/drawing/2014/main" id="{96D935B2-418D-439B-B992-10945D992704}"/>
              </a:ext>
            </a:extLst>
          </p:cNvPr>
          <p:cNvSpPr txBox="1">
            <a:spLocks/>
          </p:cNvSpPr>
          <p:nvPr/>
        </p:nvSpPr>
        <p:spPr>
          <a:xfrm>
            <a:off x="408060" y="1295678"/>
            <a:ext cx="11169951" cy="536817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Supervised Learning: </a:t>
            </a: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T</a:t>
            </a: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he machine learning task of inferring a function from labeled training data; the training data consist of a set of training examples; in supervised learning, each example is a pair consisting of an input object (typically a vector) and a desired output value (commonly referred to as the label or target)</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Unsupervised Learning: </a:t>
            </a: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Unsupervised learning is a type of machine learning algorithm used to draw inferences from datasets consisting of input data without labeled responses; the most common unsupervised learning method is cluster analysis, which is used for exploratory data analysis to find hidden patterns or grouping in data</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Machine Learning Lifecycle:</a:t>
            </a: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Model Deployment: </a:t>
            </a: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M</a:t>
            </a:r>
            <a:r>
              <a:rPr kumimoji="0" lang="en-US" sz="1400" b="0" i="0" u="none" strike="noStrike" kern="1200" cap="none" spc="0" normalizeH="0" baseline="0" noProof="0" err="1">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aking</a:t>
            </a: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 model predictions easily available</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Model Evaluation: </a:t>
            </a: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M</a:t>
            </a:r>
            <a:r>
              <a:rPr kumimoji="0" lang="en-US" sz="1400" b="0" i="0" u="none" strike="noStrike" kern="1200" cap="none" spc="0" normalizeH="0" baseline="0" noProof="0" err="1">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easuring</a:t>
            </a: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 quality of deployed models</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Model Monitoring: </a:t>
            </a: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T</a:t>
            </a: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racking model quality over time</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Model Management: </a:t>
            </a:r>
            <a:r>
              <a:rPr kumimoji="0" lang="en-US" sz="1400"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I</a:t>
            </a: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mproving deployed models with feedback</a:t>
            </a:r>
          </a:p>
        </p:txBody>
      </p:sp>
      <p:pic>
        <p:nvPicPr>
          <p:cNvPr id="21" name="Picture 20">
            <a:extLst>
              <a:ext uri="{FF2B5EF4-FFF2-40B4-BE49-F238E27FC236}">
                <a16:creationId xmlns:a16="http://schemas.microsoft.com/office/drawing/2014/main" id="{0FAF8118-E545-4A65-8312-27FCDAB943FA}"/>
              </a:ext>
            </a:extLst>
          </p:cNvPr>
          <p:cNvPicPr>
            <a:picLocks noChangeAspect="1"/>
          </p:cNvPicPr>
          <p:nvPr/>
        </p:nvPicPr>
        <p:blipFill>
          <a:blip r:embed="rId8"/>
          <a:stretch>
            <a:fillRect/>
          </a:stretch>
        </p:blipFill>
        <p:spPr>
          <a:xfrm>
            <a:off x="2641120" y="2603458"/>
            <a:ext cx="7777316" cy="1857971"/>
          </a:xfrm>
          <a:prstGeom prst="rect">
            <a:avLst/>
          </a:prstGeom>
        </p:spPr>
      </p:pic>
    </p:spTree>
    <p:extLst>
      <p:ext uri="{BB962C8B-B14F-4D97-AF65-F5344CB8AC3E}">
        <p14:creationId xmlns:p14="http://schemas.microsoft.com/office/powerpoint/2010/main" val="78036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0113"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MACHINE LEARNING INSIGHTS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Model Training and Testing Deep Dive</a:t>
            </a:r>
          </a:p>
        </p:txBody>
      </p:sp>
      <p:pic>
        <p:nvPicPr>
          <p:cNvPr id="2" name="Picture 1">
            <a:extLst>
              <a:ext uri="{FF2B5EF4-FFF2-40B4-BE49-F238E27FC236}">
                <a16:creationId xmlns:a16="http://schemas.microsoft.com/office/drawing/2014/main" id="{B2ECFF02-3B33-4807-84BA-0355415CE513}"/>
              </a:ext>
            </a:extLst>
          </p:cNvPr>
          <p:cNvPicPr>
            <a:picLocks noChangeAspect="1"/>
          </p:cNvPicPr>
          <p:nvPr/>
        </p:nvPicPr>
        <p:blipFill>
          <a:blip r:embed="rId8"/>
          <a:stretch>
            <a:fillRect/>
          </a:stretch>
        </p:blipFill>
        <p:spPr>
          <a:xfrm>
            <a:off x="6497117" y="3422303"/>
            <a:ext cx="5486400" cy="2247900"/>
          </a:xfrm>
          <a:prstGeom prst="rect">
            <a:avLst/>
          </a:prstGeom>
        </p:spPr>
      </p:pic>
      <p:pic>
        <p:nvPicPr>
          <p:cNvPr id="6" name="Picture 5">
            <a:extLst>
              <a:ext uri="{FF2B5EF4-FFF2-40B4-BE49-F238E27FC236}">
                <a16:creationId xmlns:a16="http://schemas.microsoft.com/office/drawing/2014/main" id="{FBEB21F1-0A4E-45AC-B26F-7225E8C06AB3}"/>
              </a:ext>
            </a:extLst>
          </p:cNvPr>
          <p:cNvPicPr>
            <a:picLocks noChangeAspect="1"/>
          </p:cNvPicPr>
          <p:nvPr/>
        </p:nvPicPr>
        <p:blipFill>
          <a:blip r:embed="rId9"/>
          <a:stretch>
            <a:fillRect/>
          </a:stretch>
        </p:blipFill>
        <p:spPr>
          <a:xfrm>
            <a:off x="1032155" y="3335672"/>
            <a:ext cx="3809866" cy="2726072"/>
          </a:xfrm>
          <a:prstGeom prst="rect">
            <a:avLst/>
          </a:prstGeom>
        </p:spPr>
      </p:pic>
      <p:cxnSp>
        <p:nvCxnSpPr>
          <p:cNvPr id="8" name="Straight Connector 7">
            <a:extLst>
              <a:ext uri="{FF2B5EF4-FFF2-40B4-BE49-F238E27FC236}">
                <a16:creationId xmlns:a16="http://schemas.microsoft.com/office/drawing/2014/main" id="{86A1E369-C3E5-4444-8807-4374744E0045}"/>
              </a:ext>
            </a:extLst>
          </p:cNvPr>
          <p:cNvCxnSpPr/>
          <p:nvPr/>
        </p:nvCxnSpPr>
        <p:spPr>
          <a:xfrm>
            <a:off x="6096000" y="2422347"/>
            <a:ext cx="0" cy="4088253"/>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6AF0CBAD-D477-45C9-95B2-EB1801FA15D0}"/>
              </a:ext>
            </a:extLst>
          </p:cNvPr>
          <p:cNvSpPr txBox="1"/>
          <p:nvPr/>
        </p:nvSpPr>
        <p:spPr>
          <a:xfrm>
            <a:off x="1610164" y="1645388"/>
            <a:ext cx="9003811" cy="461665"/>
          </a:xfrm>
          <a:prstGeom prst="rect">
            <a:avLst/>
          </a:prstGeom>
          <a:noFill/>
        </p:spPr>
        <p:txBody>
          <a:bodyPr wrap="none" rtlCol="0">
            <a:spAutoFit/>
          </a:bodyPr>
          <a:lstStyle/>
          <a:p>
            <a:r>
              <a:rPr lang="en-US" b="1">
                <a:solidFill>
                  <a:schemeClr val="accent5">
                    <a:lumMod val="75000"/>
                  </a:schemeClr>
                </a:solidFill>
              </a:rPr>
              <a:t>Analogy: think about how you would prepare for an exam</a:t>
            </a:r>
          </a:p>
        </p:txBody>
      </p:sp>
      <p:sp>
        <p:nvSpPr>
          <p:cNvPr id="10" name="TextBox 9">
            <a:extLst>
              <a:ext uri="{FF2B5EF4-FFF2-40B4-BE49-F238E27FC236}">
                <a16:creationId xmlns:a16="http://schemas.microsoft.com/office/drawing/2014/main" id="{2AE11112-421D-4A1F-ADE4-8EC7C3D7F45F}"/>
              </a:ext>
            </a:extLst>
          </p:cNvPr>
          <p:cNvSpPr txBox="1"/>
          <p:nvPr/>
        </p:nvSpPr>
        <p:spPr>
          <a:xfrm>
            <a:off x="1415147" y="3083749"/>
            <a:ext cx="1051891" cy="338554"/>
          </a:xfrm>
          <a:prstGeom prst="rect">
            <a:avLst/>
          </a:prstGeom>
          <a:noFill/>
        </p:spPr>
        <p:txBody>
          <a:bodyPr wrap="none" rtlCol="0">
            <a:spAutoFit/>
          </a:bodyPr>
          <a:lstStyle/>
          <a:p>
            <a:r>
              <a:rPr lang="en-US" sz="1600" b="1"/>
              <a:t>Data Set</a:t>
            </a:r>
          </a:p>
        </p:txBody>
      </p:sp>
    </p:spTree>
    <p:extLst>
      <p:ext uri="{BB962C8B-B14F-4D97-AF65-F5344CB8AC3E}">
        <p14:creationId xmlns:p14="http://schemas.microsoft.com/office/powerpoint/2010/main" val="739923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57958-6BCD-44B0-9B81-291C796DC63F}"/>
              </a:ext>
            </a:extLst>
          </p:cNvPr>
          <p:cNvSpPr>
            <a:spLocks noGrp="1"/>
          </p:cNvSpPr>
          <p:nvPr>
            <p:ph type="title"/>
          </p:nvPr>
        </p:nvSpPr>
        <p:spPr/>
        <p:txBody>
          <a:bodyPr>
            <a:normAutofit/>
          </a:bodyPr>
          <a:lstStyle/>
          <a:p>
            <a:r>
              <a:rPr lang="en-US" sz="2800" b="1">
                <a:latin typeface="Chronicle Display Black"/>
              </a:rPr>
              <a:t>Key Concepts</a:t>
            </a:r>
          </a:p>
        </p:txBody>
      </p:sp>
    </p:spTree>
    <p:extLst>
      <p:ext uri="{BB962C8B-B14F-4D97-AF65-F5344CB8AC3E}">
        <p14:creationId xmlns:p14="http://schemas.microsoft.com/office/powerpoint/2010/main" val="341418323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3185"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Dimensions and Features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Instances, Features and Dimensions</a:t>
            </a:r>
          </a:p>
        </p:txBody>
      </p:sp>
      <p:sp>
        <p:nvSpPr>
          <p:cNvPr id="35" name="Text Placeholder 12">
            <a:extLst>
              <a:ext uri="{FF2B5EF4-FFF2-40B4-BE49-F238E27FC236}">
                <a16:creationId xmlns:a16="http://schemas.microsoft.com/office/drawing/2014/main" id="{D78A4532-4F35-4A82-9450-DB30BE776903}"/>
              </a:ext>
            </a:extLst>
          </p:cNvPr>
          <p:cNvSpPr txBox="1">
            <a:spLocks/>
          </p:cNvSpPr>
          <p:nvPr/>
        </p:nvSpPr>
        <p:spPr>
          <a:xfrm>
            <a:off x="409770" y="1182710"/>
            <a:ext cx="11252200" cy="1397930"/>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787878"/>
              </a:buClr>
              <a:buNone/>
              <a:defRPr/>
            </a:pPr>
            <a:r>
              <a:rPr lang="en-US" sz="1400">
                <a:solidFill>
                  <a:srgbClr val="000000"/>
                </a:solidFill>
                <a:latin typeface="Arial" panose="020B0604020202020204" pitchFamily="34" charset="0"/>
                <a:cs typeface="Arial" panose="020B0604020202020204" pitchFamily="34" charset="0"/>
              </a:rPr>
              <a:t>In order to perform a machine learning task, you need a data set containing instances (examples) that are comprised of features from which you compose dimensions.</a:t>
            </a:r>
          </a:p>
          <a:p>
            <a:pPr marL="0" lvl="0" indent="0">
              <a:buClr>
                <a:srgbClr val="787878"/>
              </a:buClr>
              <a:buNone/>
              <a:defRPr/>
            </a:pPr>
            <a:r>
              <a:rPr lang="en-US" sz="1400" b="1" i="1">
                <a:solidFill>
                  <a:srgbClr val="000000"/>
                </a:solidFill>
                <a:latin typeface="Arial" panose="020B0604020202020204" pitchFamily="34" charset="0"/>
                <a:cs typeface="Arial" panose="020B0604020202020204" pitchFamily="34" charset="0"/>
              </a:rPr>
              <a:t>Instance: </a:t>
            </a:r>
            <a:r>
              <a:rPr lang="en-US" sz="1400">
                <a:solidFill>
                  <a:srgbClr val="000000"/>
                </a:solidFill>
                <a:latin typeface="Arial" panose="020B0604020202020204" pitchFamily="34" charset="0"/>
                <a:cs typeface="Arial" panose="020B0604020202020204" pitchFamily="34" charset="0"/>
              </a:rPr>
              <a:t>a single data point or example composed of fields</a:t>
            </a:r>
          </a:p>
          <a:p>
            <a:pPr marL="0" lvl="0" indent="0">
              <a:buClr>
                <a:srgbClr val="787878"/>
              </a:buClr>
              <a:buNone/>
              <a:defRPr/>
            </a:pPr>
            <a:r>
              <a:rPr lang="en-US" sz="1400" b="1" i="1">
                <a:solidFill>
                  <a:srgbClr val="000000"/>
                </a:solidFill>
                <a:latin typeface="Arial" panose="020B0604020202020204" pitchFamily="34" charset="0"/>
                <a:cs typeface="Arial" panose="020B0604020202020204" pitchFamily="34" charset="0"/>
              </a:rPr>
              <a:t>Feature: </a:t>
            </a:r>
            <a:r>
              <a:rPr lang="en-US" sz="1400">
                <a:solidFill>
                  <a:srgbClr val="000000"/>
                </a:solidFill>
                <a:latin typeface="Arial" panose="020B0604020202020204" pitchFamily="34" charset="0"/>
                <a:cs typeface="Arial" panose="020B0604020202020204" pitchFamily="34" charset="0"/>
              </a:rPr>
              <a:t>a numeric quantity describing an instance</a:t>
            </a:r>
          </a:p>
          <a:p>
            <a:pPr marL="0" lvl="0" indent="0">
              <a:buClr>
                <a:srgbClr val="787878"/>
              </a:buClr>
              <a:buNone/>
              <a:defRPr/>
            </a:pPr>
            <a:r>
              <a:rPr lang="en-US" sz="1400" b="1" i="1">
                <a:solidFill>
                  <a:srgbClr val="000000"/>
                </a:solidFill>
                <a:latin typeface="Arial" panose="020B0604020202020204" pitchFamily="34" charset="0"/>
                <a:cs typeface="Arial" panose="020B0604020202020204" pitchFamily="34" charset="0"/>
              </a:rPr>
              <a:t>Dimension: </a:t>
            </a:r>
            <a:r>
              <a:rPr lang="en-US" sz="1400">
                <a:solidFill>
                  <a:srgbClr val="000000"/>
                </a:solidFill>
                <a:latin typeface="Arial" panose="020B0604020202020204" pitchFamily="34" charset="0"/>
                <a:cs typeface="Arial" panose="020B0604020202020204" pitchFamily="34" charset="0"/>
              </a:rPr>
              <a:t>one or more attributes that describe a property</a:t>
            </a:r>
          </a:p>
          <a:p>
            <a:pPr marL="0" lvl="0" indent="0">
              <a:buClr>
                <a:srgbClr val="787878"/>
              </a:buClr>
              <a:buNone/>
              <a:defRPr/>
            </a:pPr>
            <a:endParaRPr lang="en-US" sz="1400">
              <a:solidFill>
                <a:srgbClr val="000000"/>
              </a:solidFill>
              <a:latin typeface="Arial" panose="020B0604020202020204" pitchFamily="34" charset="0"/>
              <a:cs typeface="Arial" panose="020B0604020202020204" pitchFamily="34" charset="0"/>
            </a:endParaRPr>
          </a:p>
        </p:txBody>
      </p:sp>
      <p:sp>
        <p:nvSpPr>
          <p:cNvPr id="21" name="object 28">
            <a:extLst>
              <a:ext uri="{FF2B5EF4-FFF2-40B4-BE49-F238E27FC236}">
                <a16:creationId xmlns:a16="http://schemas.microsoft.com/office/drawing/2014/main" id="{01B4F071-8BDB-4CAB-8FFC-DA631A5DE54C}"/>
              </a:ext>
            </a:extLst>
          </p:cNvPr>
          <p:cNvSpPr/>
          <p:nvPr/>
        </p:nvSpPr>
        <p:spPr>
          <a:xfrm>
            <a:off x="457200" y="3073506"/>
            <a:ext cx="10782300" cy="2407709"/>
          </a:xfrm>
          <a:custGeom>
            <a:avLst/>
            <a:gdLst/>
            <a:ahLst/>
            <a:cxnLst/>
            <a:rect l="l" t="t" r="r" b="b"/>
            <a:pathLst>
              <a:path w="8229600" h="1873884">
                <a:moveTo>
                  <a:pt x="8229599" y="1873799"/>
                </a:moveTo>
                <a:lnTo>
                  <a:pt x="0" y="1873799"/>
                </a:lnTo>
                <a:lnTo>
                  <a:pt x="0" y="0"/>
                </a:lnTo>
                <a:lnTo>
                  <a:pt x="8229599" y="0"/>
                </a:lnTo>
                <a:lnTo>
                  <a:pt x="8229599" y="1873799"/>
                </a:lnTo>
                <a:close/>
              </a:path>
            </a:pathLst>
          </a:custGeom>
          <a:solidFill>
            <a:srgbClr val="CCCCCC">
              <a:alpha val="53329"/>
            </a:srgbClr>
          </a:solidFill>
        </p:spPr>
        <p:txBody>
          <a:bodyPr wrap="square" lIns="0" tIns="0" rIns="0" bIns="0" rtlCol="0"/>
          <a:lstStyle/>
          <a:p>
            <a:endParaRPr sz="1800"/>
          </a:p>
        </p:txBody>
      </p:sp>
      <p:sp>
        <p:nvSpPr>
          <p:cNvPr id="22" name="object 30">
            <a:extLst>
              <a:ext uri="{FF2B5EF4-FFF2-40B4-BE49-F238E27FC236}">
                <a16:creationId xmlns:a16="http://schemas.microsoft.com/office/drawing/2014/main" id="{4DF51181-E7D4-4FC8-A3BD-9C487F61BCA4}"/>
              </a:ext>
            </a:extLst>
          </p:cNvPr>
          <p:cNvSpPr txBox="1"/>
          <p:nvPr/>
        </p:nvSpPr>
        <p:spPr>
          <a:xfrm>
            <a:off x="647700" y="4451478"/>
            <a:ext cx="2147570" cy="516745"/>
          </a:xfrm>
          <a:prstGeom prst="rect">
            <a:avLst/>
          </a:prstGeom>
        </p:spPr>
        <p:txBody>
          <a:bodyPr vert="horz" wrap="square" lIns="0" tIns="12700" rIns="0" bIns="0" rtlCol="0">
            <a:spAutoFit/>
          </a:bodyPr>
          <a:lstStyle/>
          <a:p>
            <a:pPr marR="5080">
              <a:lnSpc>
                <a:spcPct val="118100"/>
              </a:lnSpc>
              <a:spcBef>
                <a:spcPts val="100"/>
              </a:spcBef>
            </a:pPr>
            <a:r>
              <a:rPr sz="1400">
                <a:latin typeface="Consolas"/>
                <a:cs typeface="Consolas"/>
              </a:rPr>
              <a:t>X </a:t>
            </a:r>
            <a:r>
              <a:rPr sz="1400">
                <a:solidFill>
                  <a:srgbClr val="1F497D"/>
                </a:solidFill>
                <a:latin typeface="Consolas"/>
                <a:cs typeface="Consolas"/>
              </a:rPr>
              <a:t>= </a:t>
            </a:r>
            <a:r>
              <a:rPr lang="en-US" sz="1400" spc="-5" err="1">
                <a:latin typeface="Consolas"/>
                <a:cs typeface="Consolas"/>
              </a:rPr>
              <a:t>iris</a:t>
            </a:r>
            <a:r>
              <a:rPr sz="1400" spc="-5" err="1">
                <a:solidFill>
                  <a:srgbClr val="1F497D"/>
                </a:solidFill>
                <a:latin typeface="Consolas"/>
                <a:cs typeface="Consolas"/>
              </a:rPr>
              <a:t>.</a:t>
            </a:r>
            <a:r>
              <a:rPr sz="1400" spc="-5" err="1">
                <a:latin typeface="Consolas"/>
                <a:cs typeface="Consolas"/>
              </a:rPr>
              <a:t>data</a:t>
            </a:r>
            <a:r>
              <a:rPr sz="1400" spc="-5">
                <a:latin typeface="Consolas"/>
                <a:cs typeface="Consolas"/>
              </a:rPr>
              <a:t>  </a:t>
            </a:r>
            <a:endParaRPr lang="en-US" sz="1400" spc="-5">
              <a:latin typeface="Consolas"/>
              <a:cs typeface="Consolas"/>
            </a:endParaRPr>
          </a:p>
          <a:p>
            <a:pPr marR="5080">
              <a:lnSpc>
                <a:spcPct val="118100"/>
              </a:lnSpc>
              <a:spcBef>
                <a:spcPts val="100"/>
              </a:spcBef>
            </a:pPr>
            <a:r>
              <a:rPr sz="1400">
                <a:latin typeface="Consolas"/>
                <a:cs typeface="Consolas"/>
              </a:rPr>
              <a:t>y </a:t>
            </a:r>
            <a:r>
              <a:rPr sz="1400">
                <a:solidFill>
                  <a:srgbClr val="1F497D"/>
                </a:solidFill>
                <a:latin typeface="Consolas"/>
                <a:cs typeface="Consolas"/>
              </a:rPr>
              <a:t>=</a:t>
            </a:r>
            <a:r>
              <a:rPr sz="1400" spc="-90">
                <a:solidFill>
                  <a:srgbClr val="1F497D"/>
                </a:solidFill>
                <a:latin typeface="Consolas"/>
                <a:cs typeface="Consolas"/>
              </a:rPr>
              <a:t> </a:t>
            </a:r>
            <a:r>
              <a:rPr lang="en-US" sz="1400" spc="-5" err="1">
                <a:latin typeface="Consolas"/>
                <a:cs typeface="Consolas"/>
              </a:rPr>
              <a:t>iris</a:t>
            </a:r>
            <a:r>
              <a:rPr lang="en-US" sz="1400" spc="-5" err="1">
                <a:solidFill>
                  <a:srgbClr val="1F497D"/>
                </a:solidFill>
                <a:latin typeface="Consolas"/>
                <a:cs typeface="Consolas"/>
              </a:rPr>
              <a:t>.</a:t>
            </a:r>
            <a:r>
              <a:rPr lang="en-US" sz="1400" spc="-5" err="1">
                <a:latin typeface="Consolas"/>
                <a:cs typeface="Consolas"/>
              </a:rPr>
              <a:t>target</a:t>
            </a:r>
            <a:endParaRPr sz="1400">
              <a:latin typeface="Consolas"/>
              <a:cs typeface="Consolas"/>
            </a:endParaRPr>
          </a:p>
        </p:txBody>
      </p:sp>
      <p:sp>
        <p:nvSpPr>
          <p:cNvPr id="23" name="object 31">
            <a:extLst>
              <a:ext uri="{FF2B5EF4-FFF2-40B4-BE49-F238E27FC236}">
                <a16:creationId xmlns:a16="http://schemas.microsoft.com/office/drawing/2014/main" id="{E4E02C66-09B5-41D4-A622-C9C68ED668B8}"/>
              </a:ext>
            </a:extLst>
          </p:cNvPr>
          <p:cNvSpPr txBox="1"/>
          <p:nvPr/>
        </p:nvSpPr>
        <p:spPr>
          <a:xfrm>
            <a:off x="3287092" y="4451478"/>
            <a:ext cx="4526915" cy="503921"/>
          </a:xfrm>
          <a:prstGeom prst="rect">
            <a:avLst/>
          </a:prstGeom>
        </p:spPr>
        <p:txBody>
          <a:bodyPr vert="horz" wrap="square" lIns="0" tIns="12700" rIns="0" bIns="0" rtlCol="0">
            <a:spAutoFit/>
          </a:bodyPr>
          <a:lstStyle/>
          <a:p>
            <a:pPr marR="5080">
              <a:lnSpc>
                <a:spcPct val="118100"/>
              </a:lnSpc>
              <a:spcBef>
                <a:spcPts val="100"/>
              </a:spcBef>
            </a:pPr>
            <a:r>
              <a:rPr sz="1400" i="1">
                <a:solidFill>
                  <a:srgbClr val="60A0B0"/>
                </a:solidFill>
                <a:latin typeface="Consolas"/>
                <a:cs typeface="Consolas"/>
              </a:rPr>
              <a:t># </a:t>
            </a:r>
            <a:r>
              <a:rPr sz="1400" i="1" spc="-5">
                <a:solidFill>
                  <a:srgbClr val="60A0B0"/>
                </a:solidFill>
                <a:latin typeface="Consolas"/>
                <a:cs typeface="Consolas"/>
              </a:rPr>
              <a:t>X.shape == (n_samples,</a:t>
            </a:r>
            <a:r>
              <a:rPr sz="1400" i="1" spc="-95">
                <a:solidFill>
                  <a:srgbClr val="60A0B0"/>
                </a:solidFill>
                <a:latin typeface="Consolas"/>
                <a:cs typeface="Consolas"/>
              </a:rPr>
              <a:t> </a:t>
            </a:r>
            <a:r>
              <a:rPr sz="1400" i="1" spc="-5">
                <a:solidFill>
                  <a:srgbClr val="60A0B0"/>
                </a:solidFill>
                <a:latin typeface="Consolas"/>
                <a:cs typeface="Consolas"/>
              </a:rPr>
              <a:t>n_features)  </a:t>
            </a:r>
            <a:r>
              <a:rPr sz="1400" i="1">
                <a:solidFill>
                  <a:srgbClr val="60A0B0"/>
                </a:solidFill>
                <a:latin typeface="Consolas"/>
                <a:cs typeface="Consolas"/>
              </a:rPr>
              <a:t># </a:t>
            </a:r>
            <a:r>
              <a:rPr sz="1400" i="1" spc="-5">
                <a:solidFill>
                  <a:srgbClr val="60A0B0"/>
                </a:solidFill>
                <a:latin typeface="Consolas"/>
                <a:cs typeface="Consolas"/>
              </a:rPr>
              <a:t>y.shape ==</a:t>
            </a:r>
            <a:r>
              <a:rPr sz="1400" i="1" spc="-30">
                <a:solidFill>
                  <a:srgbClr val="60A0B0"/>
                </a:solidFill>
                <a:latin typeface="Consolas"/>
                <a:cs typeface="Consolas"/>
              </a:rPr>
              <a:t> </a:t>
            </a:r>
            <a:r>
              <a:rPr sz="1400" i="1" spc="-5">
                <a:solidFill>
                  <a:srgbClr val="60A0B0"/>
                </a:solidFill>
                <a:latin typeface="Consolas"/>
                <a:cs typeface="Consolas"/>
              </a:rPr>
              <a:t>(n_samples,)</a:t>
            </a:r>
            <a:endParaRPr sz="1400">
              <a:latin typeface="Consolas"/>
              <a:cs typeface="Consolas"/>
            </a:endParaRPr>
          </a:p>
        </p:txBody>
      </p:sp>
      <p:sp>
        <p:nvSpPr>
          <p:cNvPr id="24" name="TextBox 23">
            <a:extLst>
              <a:ext uri="{FF2B5EF4-FFF2-40B4-BE49-F238E27FC236}">
                <a16:creationId xmlns:a16="http://schemas.microsoft.com/office/drawing/2014/main" id="{F3C9C297-C361-4858-BB21-0A37D6808827}"/>
              </a:ext>
            </a:extLst>
          </p:cNvPr>
          <p:cNvSpPr txBox="1"/>
          <p:nvPr/>
        </p:nvSpPr>
        <p:spPr>
          <a:xfrm>
            <a:off x="529904" y="3142771"/>
            <a:ext cx="7886700" cy="1077218"/>
          </a:xfrm>
          <a:prstGeom prst="rect">
            <a:avLst/>
          </a:prstGeom>
          <a:noFill/>
        </p:spPr>
        <p:txBody>
          <a:bodyPr wrap="square" rtlCol="0">
            <a:spAutoFit/>
          </a:bodyPr>
          <a:lstStyle/>
          <a:p>
            <a:r>
              <a:rPr lang="en-US" sz="1600" b="1" spc="-5">
                <a:solidFill>
                  <a:srgbClr val="007020"/>
                </a:solidFill>
                <a:latin typeface="Consolas"/>
                <a:cs typeface="Consolas"/>
              </a:rPr>
              <a:t>from </a:t>
            </a:r>
            <a:r>
              <a:rPr lang="en-US" sz="1600" b="1" spc="-5" err="1">
                <a:solidFill>
                  <a:srgbClr val="0D84B5"/>
                </a:solidFill>
                <a:latin typeface="Consolas"/>
                <a:cs typeface="Consolas"/>
              </a:rPr>
              <a:t>sklearn.datasets</a:t>
            </a:r>
            <a:r>
              <a:rPr lang="en-US" sz="1600" b="1" spc="-5">
                <a:solidFill>
                  <a:srgbClr val="0D84B5"/>
                </a:solidFill>
                <a:latin typeface="Consolas"/>
                <a:cs typeface="Consolas"/>
              </a:rPr>
              <a:t> </a:t>
            </a:r>
            <a:r>
              <a:rPr lang="en-US" sz="1600" b="1" spc="-5">
                <a:solidFill>
                  <a:srgbClr val="007020"/>
                </a:solidFill>
                <a:latin typeface="Consolas"/>
                <a:cs typeface="Consolas"/>
              </a:rPr>
              <a:t>import </a:t>
            </a:r>
            <a:r>
              <a:rPr lang="en-US" sz="1600" spc="-5" err="1">
                <a:latin typeface="Consolas"/>
                <a:cs typeface="Consolas"/>
              </a:rPr>
              <a:t>load_iris</a:t>
            </a:r>
            <a:r>
              <a:rPr lang="en-US" sz="1600" spc="-5">
                <a:latin typeface="Consolas"/>
                <a:cs typeface="Consolas"/>
              </a:rPr>
              <a:t>  </a:t>
            </a:r>
          </a:p>
          <a:p>
            <a:endParaRPr lang="en-US" sz="1600" spc="-5">
              <a:latin typeface="Consolas"/>
              <a:cs typeface="Consolas"/>
            </a:endParaRPr>
          </a:p>
          <a:p>
            <a:r>
              <a:rPr lang="en-US" sz="1600" spc="-5">
                <a:latin typeface="Consolas"/>
                <a:cs typeface="Consolas"/>
              </a:rPr>
              <a:t>iris </a:t>
            </a:r>
            <a:r>
              <a:rPr lang="en-US" sz="1600">
                <a:solidFill>
                  <a:srgbClr val="1F497D"/>
                </a:solidFill>
                <a:latin typeface="Consolas"/>
                <a:cs typeface="Consolas"/>
              </a:rPr>
              <a:t>= </a:t>
            </a:r>
            <a:r>
              <a:rPr lang="en-US" sz="1600" spc="-5" err="1">
                <a:latin typeface="Consolas"/>
                <a:cs typeface="Consolas"/>
              </a:rPr>
              <a:t>load_iris</a:t>
            </a:r>
            <a:r>
              <a:rPr lang="en-US" sz="1600" spc="-5">
                <a:latin typeface="Consolas"/>
                <a:cs typeface="Consolas"/>
              </a:rPr>
              <a:t>()</a:t>
            </a:r>
            <a:endParaRPr lang="en-US" sz="1600">
              <a:latin typeface="Consolas"/>
              <a:cs typeface="Consolas"/>
            </a:endParaRPr>
          </a:p>
          <a:p>
            <a:endParaRPr lang="en-US" sz="1600"/>
          </a:p>
        </p:txBody>
      </p:sp>
    </p:spTree>
    <p:extLst>
      <p:ext uri="{BB962C8B-B14F-4D97-AF65-F5344CB8AC3E}">
        <p14:creationId xmlns:p14="http://schemas.microsoft.com/office/powerpoint/2010/main" val="429395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5233"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Dimensions and Features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The Curse of Dimensionality and Dimensionality Reduction</a:t>
            </a:r>
          </a:p>
        </p:txBody>
      </p:sp>
      <p:sp>
        <p:nvSpPr>
          <p:cNvPr id="35" name="Text Placeholder 12">
            <a:extLst>
              <a:ext uri="{FF2B5EF4-FFF2-40B4-BE49-F238E27FC236}">
                <a16:creationId xmlns:a16="http://schemas.microsoft.com/office/drawing/2014/main" id="{D78A4532-4F35-4A82-9450-DB30BE776903}"/>
              </a:ext>
            </a:extLst>
          </p:cNvPr>
          <p:cNvSpPr txBox="1">
            <a:spLocks/>
          </p:cNvSpPr>
          <p:nvPr/>
        </p:nvSpPr>
        <p:spPr>
          <a:xfrm>
            <a:off x="409770" y="1182710"/>
            <a:ext cx="11252200" cy="1126381"/>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787878"/>
              </a:buClr>
              <a:buNone/>
              <a:defRPr/>
            </a:pPr>
            <a:r>
              <a:rPr lang="en-US" sz="1400">
                <a:solidFill>
                  <a:srgbClr val="000000"/>
                </a:solidFill>
                <a:latin typeface="Arial" panose="020B0604020202020204" pitchFamily="34" charset="0"/>
                <a:cs typeface="Arial" panose="020B0604020202020204" pitchFamily="34" charset="0"/>
              </a:rPr>
              <a:t>High dimensional data (i.e. data with tons of input features, sometimes more features than observations) is typically sparse and poses a unique set of problems for machine learning. Imagine we’re trying to identify, based on a hair length and ear length, if an observation is a dog or cat. As you consider more features like weight, hair color, and whisker length, the feature space for this data continues to grow and so to does the space between observations. Not only does this increase the computation process time, but it also increases the model complexity and risks overfitting. Additionally, models based on locality (like kNN) risk skewness from highly dimensional data.</a:t>
            </a:r>
          </a:p>
        </p:txBody>
      </p:sp>
      <p:pic>
        <p:nvPicPr>
          <p:cNvPr id="23554" name="Picture 2">
            <a:extLst>
              <a:ext uri="{FF2B5EF4-FFF2-40B4-BE49-F238E27FC236}">
                <a16:creationId xmlns:a16="http://schemas.microsoft.com/office/drawing/2014/main" id="{820DA8B3-C71C-4D3A-AAA5-94BF3B49D6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4574" y="2594090"/>
            <a:ext cx="6422592" cy="210707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12">
            <a:extLst>
              <a:ext uri="{FF2B5EF4-FFF2-40B4-BE49-F238E27FC236}">
                <a16:creationId xmlns:a16="http://schemas.microsoft.com/office/drawing/2014/main" id="{2A83817F-5BF1-4DB6-A256-E76CFECD3731}"/>
              </a:ext>
            </a:extLst>
          </p:cNvPr>
          <p:cNvSpPr txBox="1">
            <a:spLocks/>
          </p:cNvSpPr>
          <p:nvPr/>
        </p:nvSpPr>
        <p:spPr>
          <a:xfrm>
            <a:off x="409770" y="4986164"/>
            <a:ext cx="11252200" cy="1126381"/>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787878"/>
              </a:buClr>
              <a:buNone/>
              <a:defRPr/>
            </a:pPr>
            <a:r>
              <a:rPr lang="en-US" sz="1400" b="1">
                <a:solidFill>
                  <a:srgbClr val="000000"/>
                </a:solidFill>
                <a:latin typeface="Arial" panose="020B0604020202020204" pitchFamily="34" charset="0"/>
                <a:cs typeface="Arial" panose="020B0604020202020204" pitchFamily="34" charset="0"/>
              </a:rPr>
              <a:t>Dimensionality Reduction </a:t>
            </a:r>
            <a:r>
              <a:rPr lang="en-US" sz="1400">
                <a:solidFill>
                  <a:srgbClr val="000000"/>
                </a:solidFill>
                <a:latin typeface="Arial" panose="020B0604020202020204" pitchFamily="34" charset="0"/>
                <a:cs typeface="Arial" panose="020B0604020202020204" pitchFamily="34" charset="0"/>
              </a:rPr>
              <a:t>is the transformation of data from a high dimensional space to a lower dimensional space, such that the low dimensional space maintains meaningful representation of the data. Solutions to dimensionality reduction are often divided into two approaches: </a:t>
            </a:r>
            <a:r>
              <a:rPr lang="en-US" sz="1400" b="1">
                <a:solidFill>
                  <a:srgbClr val="000000"/>
                </a:solidFill>
                <a:latin typeface="Arial" panose="020B0604020202020204" pitchFamily="34" charset="0"/>
                <a:cs typeface="Arial" panose="020B0604020202020204" pitchFamily="34" charset="0"/>
              </a:rPr>
              <a:t>Feature Selection </a:t>
            </a:r>
            <a:r>
              <a:rPr lang="en-US" sz="1400">
                <a:solidFill>
                  <a:srgbClr val="000000"/>
                </a:solidFill>
                <a:latin typeface="Arial" panose="020B0604020202020204" pitchFamily="34" charset="0"/>
                <a:cs typeface="Arial" panose="020B0604020202020204" pitchFamily="34" charset="0"/>
              </a:rPr>
              <a:t>and </a:t>
            </a:r>
            <a:r>
              <a:rPr lang="en-US" sz="1400" b="1">
                <a:solidFill>
                  <a:srgbClr val="000000"/>
                </a:solidFill>
                <a:latin typeface="Arial" panose="020B0604020202020204" pitchFamily="34" charset="0"/>
                <a:cs typeface="Arial" panose="020B0604020202020204" pitchFamily="34" charset="0"/>
              </a:rPr>
              <a:t>Feature Extraction</a:t>
            </a:r>
            <a:r>
              <a:rPr lang="en-US" sz="1400">
                <a:solidFill>
                  <a:srgbClr val="000000"/>
                </a:solidFill>
                <a:latin typeface="Arial" panose="020B0604020202020204" pitchFamily="34" charset="0"/>
                <a:cs typeface="Arial" panose="020B0604020202020204" pitchFamily="34" charset="0"/>
              </a:rPr>
              <a:t>. Feature selection aims to reduce redundant features from the dataset while retaining a subset of original features. Feature extraction (or feature projection) transforms data from a high dimensional space to a low dimensional space and often leads to feature engineering. We’ll touch more on feature extraction in the data pre-processing section</a:t>
            </a:r>
            <a:endParaRPr lang="en-US" sz="1400" b="1">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77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7281"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Dimensions and Features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Generalization, Overfitting, and Underfitting</a:t>
            </a:r>
          </a:p>
        </p:txBody>
      </p:sp>
      <p:sp>
        <p:nvSpPr>
          <p:cNvPr id="35" name="Text Placeholder 12">
            <a:extLst>
              <a:ext uri="{FF2B5EF4-FFF2-40B4-BE49-F238E27FC236}">
                <a16:creationId xmlns:a16="http://schemas.microsoft.com/office/drawing/2014/main" id="{D78A4532-4F35-4A82-9450-DB30BE776903}"/>
              </a:ext>
            </a:extLst>
          </p:cNvPr>
          <p:cNvSpPr txBox="1">
            <a:spLocks/>
          </p:cNvSpPr>
          <p:nvPr/>
        </p:nvSpPr>
        <p:spPr>
          <a:xfrm>
            <a:off x="409770" y="1182710"/>
            <a:ext cx="11252200" cy="1191374"/>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787878"/>
              </a:buClr>
              <a:buNone/>
              <a:defRPr/>
            </a:pPr>
            <a:r>
              <a:rPr lang="en-US" sz="1400">
                <a:solidFill>
                  <a:srgbClr val="000000"/>
                </a:solidFill>
                <a:latin typeface="Arial" panose="020B0604020202020204" pitchFamily="34" charset="0"/>
                <a:cs typeface="Arial" panose="020B0604020202020204" pitchFamily="34" charset="0"/>
              </a:rPr>
              <a:t>The common goal of a supervised machine learning task is to build a model on training data that can make accurate predictions on new, unseen data with the same characteristics as the data we trained on. If a model is able to accurately predict on unseen data, it is able to </a:t>
            </a:r>
            <a:r>
              <a:rPr lang="en-US" sz="1400" b="1">
                <a:solidFill>
                  <a:srgbClr val="000000"/>
                </a:solidFill>
                <a:latin typeface="Arial" panose="020B0604020202020204" pitchFamily="34" charset="0"/>
                <a:cs typeface="Arial" panose="020B0604020202020204" pitchFamily="34" charset="0"/>
              </a:rPr>
              <a:t>generalize </a:t>
            </a:r>
            <a:r>
              <a:rPr lang="en-US" sz="1400">
                <a:solidFill>
                  <a:srgbClr val="000000"/>
                </a:solidFill>
                <a:latin typeface="Arial" panose="020B0604020202020204" pitchFamily="34" charset="0"/>
                <a:cs typeface="Arial" panose="020B0604020202020204" pitchFamily="34" charset="0"/>
              </a:rPr>
              <a:t>from a training dataset to a test dataset. Intuitively, we would expect simple models to generalize the best to new data. A complex model learns and fits too closely to the particulars of the training data and is referred to as </a:t>
            </a:r>
            <a:r>
              <a:rPr lang="en-US" sz="1400" b="1">
                <a:solidFill>
                  <a:srgbClr val="000000"/>
                </a:solidFill>
                <a:latin typeface="Arial" panose="020B0604020202020204" pitchFamily="34" charset="0"/>
                <a:cs typeface="Arial" panose="020B0604020202020204" pitchFamily="34" charset="0"/>
              </a:rPr>
              <a:t>overfitting</a:t>
            </a:r>
            <a:r>
              <a:rPr lang="en-US" sz="1400">
                <a:solidFill>
                  <a:srgbClr val="000000"/>
                </a:solidFill>
                <a:latin typeface="Arial" panose="020B0604020202020204" pitchFamily="34" charset="0"/>
                <a:cs typeface="Arial" panose="020B0604020202020204" pitchFamily="34" charset="0"/>
              </a:rPr>
              <a:t>. Inversely, a model too simple such that it doesn’t capture all the aspects of the data is prone to </a:t>
            </a:r>
            <a:r>
              <a:rPr lang="en-US" sz="1400" b="1">
                <a:solidFill>
                  <a:srgbClr val="000000"/>
                </a:solidFill>
                <a:latin typeface="Arial" panose="020B0604020202020204" pitchFamily="34" charset="0"/>
                <a:cs typeface="Arial" panose="020B0604020202020204" pitchFamily="34" charset="0"/>
              </a:rPr>
              <a:t>underfitting</a:t>
            </a:r>
            <a:r>
              <a:rPr lang="en-US" sz="1400">
                <a:solidFill>
                  <a:srgbClr val="000000"/>
                </a:solidFill>
                <a:latin typeface="Arial" panose="020B0604020202020204" pitchFamily="34" charset="0"/>
                <a:cs typeface="Arial" panose="020B0604020202020204" pitchFamily="34" charset="0"/>
              </a:rPr>
              <a:t>.</a:t>
            </a:r>
          </a:p>
          <a:p>
            <a:pPr marL="0" lvl="0" indent="0">
              <a:buClr>
                <a:srgbClr val="787878"/>
              </a:buClr>
              <a:buNone/>
              <a:defRPr/>
            </a:pPr>
            <a:endParaRPr lang="en-US" sz="1400">
              <a:solidFill>
                <a:srgbClr val="000000"/>
              </a:solidFill>
              <a:latin typeface="Arial" panose="020B0604020202020204" pitchFamily="34" charset="0"/>
              <a:cs typeface="Arial" panose="020B0604020202020204" pitchFamily="34" charset="0"/>
            </a:endParaRPr>
          </a:p>
        </p:txBody>
      </p:sp>
      <p:pic>
        <p:nvPicPr>
          <p:cNvPr id="27650" name="Picture 2" descr="What is underfitting and overfitting in machine learning and how to deal  with it. | by Anup Bhande | GreyAtom | Medium">
            <a:extLst>
              <a:ext uri="{FF2B5EF4-FFF2-40B4-BE49-F238E27FC236}">
                <a16:creationId xmlns:a16="http://schemas.microsoft.com/office/drawing/2014/main" id="{26FA6241-7881-466C-BDA5-CA0D6389F56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4997" y="2426436"/>
            <a:ext cx="6401745" cy="22249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4">
            <a:extLst>
              <a:ext uri="{FF2B5EF4-FFF2-40B4-BE49-F238E27FC236}">
                <a16:creationId xmlns:a16="http://schemas.microsoft.com/office/drawing/2014/main" id="{76750A0A-E901-4F39-A467-CF10B7849C96}"/>
              </a:ext>
            </a:extLst>
          </p:cNvPr>
          <p:cNvGraphicFramePr>
            <a:graphicFrameLocks noGrp="1"/>
          </p:cNvGraphicFramePr>
          <p:nvPr>
            <p:extLst>
              <p:ext uri="{D42A27DB-BD31-4B8C-83A1-F6EECF244321}">
                <p14:modId xmlns:p14="http://schemas.microsoft.com/office/powerpoint/2010/main" val="1201136309"/>
              </p:ext>
            </p:extLst>
          </p:nvPr>
        </p:nvGraphicFramePr>
        <p:xfrm>
          <a:off x="2048070" y="4821195"/>
          <a:ext cx="8127999" cy="1478280"/>
        </p:xfrm>
        <a:graphic>
          <a:graphicData uri="http://schemas.openxmlformats.org/drawingml/2006/table">
            <a:tbl>
              <a:tblPr firstRow="1" bandRow="1">
                <a:tableStyleId>{2D5ABB26-0587-4C30-8999-92F81FD0307C}</a:tableStyleId>
              </a:tblPr>
              <a:tblGrid>
                <a:gridCol w="2709333">
                  <a:extLst>
                    <a:ext uri="{9D8B030D-6E8A-4147-A177-3AD203B41FA5}">
                      <a16:colId xmlns:a16="http://schemas.microsoft.com/office/drawing/2014/main" val="3999205549"/>
                    </a:ext>
                  </a:extLst>
                </a:gridCol>
                <a:gridCol w="2709333">
                  <a:extLst>
                    <a:ext uri="{9D8B030D-6E8A-4147-A177-3AD203B41FA5}">
                      <a16:colId xmlns:a16="http://schemas.microsoft.com/office/drawing/2014/main" val="3987662137"/>
                    </a:ext>
                  </a:extLst>
                </a:gridCol>
                <a:gridCol w="2709333">
                  <a:extLst>
                    <a:ext uri="{9D8B030D-6E8A-4147-A177-3AD203B41FA5}">
                      <a16:colId xmlns:a16="http://schemas.microsoft.com/office/drawing/2014/main" val="1913181541"/>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Training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Test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0261860"/>
                  </a:ext>
                </a:extLst>
              </a:tr>
              <a:tr h="370840">
                <a:tc>
                  <a:txBody>
                    <a:bodyPr/>
                    <a:lstStyle/>
                    <a:p>
                      <a:r>
                        <a:rPr lang="en-US"/>
                        <a:t>Underfitting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7065116"/>
                  </a:ext>
                </a:extLst>
              </a:tr>
              <a:tr h="370840">
                <a:tc>
                  <a:txBody>
                    <a:bodyPr/>
                    <a:lstStyle/>
                    <a:p>
                      <a:r>
                        <a:rPr lang="en-US"/>
                        <a:t>Good Fit/Robust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7965083"/>
                  </a:ext>
                </a:extLst>
              </a:tr>
              <a:tr h="0">
                <a:tc>
                  <a:txBody>
                    <a:bodyPr/>
                    <a:lstStyle/>
                    <a:p>
                      <a:r>
                        <a:rPr lang="en-US"/>
                        <a:t>Overfitting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990430"/>
                  </a:ext>
                </a:extLst>
              </a:tr>
            </a:tbl>
          </a:graphicData>
        </a:graphic>
      </p:graphicFrame>
    </p:spTree>
    <p:extLst>
      <p:ext uri="{BB962C8B-B14F-4D97-AF65-F5344CB8AC3E}">
        <p14:creationId xmlns:p14="http://schemas.microsoft.com/office/powerpoint/2010/main" val="1820358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9329"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Dimensions and Features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Feature Spaces, Mappings, and Feature Engineering</a:t>
            </a:r>
          </a:p>
        </p:txBody>
      </p:sp>
      <p:sp>
        <p:nvSpPr>
          <p:cNvPr id="35" name="Text Placeholder 12">
            <a:extLst>
              <a:ext uri="{FF2B5EF4-FFF2-40B4-BE49-F238E27FC236}">
                <a16:creationId xmlns:a16="http://schemas.microsoft.com/office/drawing/2014/main" id="{D78A4532-4F35-4A82-9450-DB30BE776903}"/>
              </a:ext>
            </a:extLst>
          </p:cNvPr>
          <p:cNvSpPr txBox="1">
            <a:spLocks/>
          </p:cNvSpPr>
          <p:nvPr/>
        </p:nvSpPr>
        <p:spPr>
          <a:xfrm>
            <a:off x="409770" y="1182710"/>
            <a:ext cx="11252200" cy="463210"/>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787878"/>
              </a:buClr>
              <a:buNone/>
              <a:defRPr/>
            </a:pPr>
            <a:r>
              <a:rPr lang="en-US" sz="1400">
                <a:solidFill>
                  <a:srgbClr val="000000"/>
                </a:solidFill>
                <a:latin typeface="Arial" panose="020B0604020202020204" pitchFamily="34" charset="0"/>
                <a:cs typeface="Arial" panose="020B0604020202020204" pitchFamily="34" charset="0"/>
              </a:rPr>
              <a:t>Before diving into data pre-processing and how to implement it in sci-kit learn, here are a few concepts to be aware of </a:t>
            </a:r>
          </a:p>
        </p:txBody>
      </p:sp>
      <p:sp>
        <p:nvSpPr>
          <p:cNvPr id="37" name="Text Placeholder 8">
            <a:extLst>
              <a:ext uri="{FF2B5EF4-FFF2-40B4-BE49-F238E27FC236}">
                <a16:creationId xmlns:a16="http://schemas.microsoft.com/office/drawing/2014/main" id="{6A237DBB-7EF7-41C8-8E8F-5DA7D7E4B4DD}"/>
              </a:ext>
            </a:extLst>
          </p:cNvPr>
          <p:cNvSpPr txBox="1">
            <a:spLocks/>
          </p:cNvSpPr>
          <p:nvPr/>
        </p:nvSpPr>
        <p:spPr>
          <a:xfrm>
            <a:off x="4278313" y="2310196"/>
            <a:ext cx="3630168" cy="38457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Tx/>
              <a:buNone/>
              <a:defRPr sz="1200" b="1"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a:solidFill>
                  <a:schemeClr val="tx1"/>
                </a:solidFill>
                <a:latin typeface="+mn-lt"/>
                <a:ea typeface="+mn-ea"/>
                <a:cs typeface="+mn-cs"/>
              </a:defRPr>
            </a:lvl5pPr>
            <a:lvl6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475188"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Domain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knowledge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about boat marketing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might suggest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that the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ratio of children to cars owned is important</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 hence we generate another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variable, </a:t>
            </a:r>
            <a:r>
              <a:rPr kumimoji="0" lang="en-US" sz="1400" b="0" i="1" u="none" strike="noStrike" kern="1200" cap="none" spc="0" normalizeH="0" baseline="0" noProof="0">
                <a:ln>
                  <a:noFill/>
                </a:ln>
                <a:solidFill>
                  <a:sysClr val="windowText" lastClr="000000"/>
                </a:solidFill>
                <a:effectLst/>
                <a:uLnTx/>
                <a:uFillTx/>
                <a:latin typeface="Arial"/>
                <a:ea typeface="+mn-ea"/>
                <a:cs typeface="Arial"/>
              </a:rPr>
              <a:t>X</a:t>
            </a:r>
            <a:r>
              <a:rPr kumimoji="0" lang="en-US" sz="1400" b="0" i="0" u="none" strike="noStrike" kern="1200" cap="none" spc="0" normalizeH="0" baseline="-32407" noProof="0">
                <a:ln>
                  <a:noFill/>
                </a:ln>
                <a:solidFill>
                  <a:sysClr val="windowText" lastClr="000000"/>
                </a:solidFill>
                <a:effectLst/>
                <a:uLnTx/>
                <a:uFillTx/>
                <a:latin typeface="Arial"/>
                <a:ea typeface="+mn-ea"/>
                <a:cs typeface="Arial"/>
              </a:rPr>
              <a:t>4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(this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is feature extraction):</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X</a:t>
            </a:r>
            <a:r>
              <a:rPr kumimoji="0" lang="en-US" sz="1400" b="0" i="1"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4</a:t>
            </a:r>
            <a:r>
              <a:rPr kumimoji="0" lang="en-US" sz="1400" b="0" i="0"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4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X</a:t>
            </a:r>
            <a:r>
              <a:rPr kumimoji="0" lang="en-US" sz="1400" b="0" i="0"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1 </a:t>
            </a: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4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X</a:t>
            </a:r>
            <a:r>
              <a:rPr kumimoji="0" lang="en-US" sz="1400" b="0" i="1"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2</a:t>
            </a:r>
            <a:r>
              <a:rPr kumimoji="0" lang="en-US" sz="1400" b="0" i="0"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 # of children / # of cars owned</a:t>
            </a:r>
            <a:endParaRPr kumimoji="0" lang="en-US" sz="1400" b="0" i="0" u="none" strike="noStrike" kern="1200" cap="none" spc="0" normalizeH="0" baseline="0" noProof="0">
              <a:ln>
                <a:noFill/>
              </a:ln>
              <a:solidFill>
                <a:sysClr val="windowText" lastClr="000000"/>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This extends our feature space from </a:t>
            </a:r>
            <a:r>
              <a:rPr kumimoji="0" lang="en-US" sz="14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R</a:t>
            </a:r>
            <a:r>
              <a:rPr kumimoji="0" lang="en-US" sz="1400" b="0" i="1" u="none" strike="noStrike" kern="1200" cap="none" spc="0" normalizeH="0" baseline="30092" noProof="0">
                <a:ln>
                  <a:noFill/>
                </a:ln>
                <a:solidFill>
                  <a:sysClr val="windowText" lastClr="000000"/>
                </a:solidFill>
                <a:effectLst/>
                <a:uLnTx/>
                <a:uFillTx/>
                <a:latin typeface="Arial" panose="020B0604020202020204" pitchFamily="34" charset="0"/>
                <a:ea typeface="+mn-ea"/>
                <a:cs typeface="Arial" panose="020B0604020202020204" pitchFamily="34" charset="0"/>
              </a:rPr>
              <a:t>3</a:t>
            </a:r>
            <a:r>
              <a:rPr kumimoji="0" lang="en-US" sz="1400" b="0" i="1"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to </a:t>
            </a:r>
            <a:r>
              <a:rPr kumimoji="0" lang="en-US" sz="14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R</a:t>
            </a:r>
            <a:r>
              <a:rPr kumimoji="0" lang="en-US" sz="1400" b="0" i="0" u="none" strike="noStrike" kern="1200" cap="none" spc="0" normalizeH="0" baseline="30092" noProof="0">
                <a:ln>
                  <a:noFill/>
                </a:ln>
                <a:solidFill>
                  <a:sysClr val="windowText" lastClr="000000"/>
                </a:solidFill>
                <a:effectLst/>
                <a:uLnTx/>
                <a:uFillTx/>
                <a:latin typeface="Arial" panose="020B0604020202020204" pitchFamily="34" charset="0"/>
                <a:ea typeface="+mn-ea"/>
                <a:cs typeface="Arial" panose="020B0604020202020204" pitchFamily="34" charset="0"/>
              </a:rPr>
              <a:t>4</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A mapping </a:t>
            </a:r>
            <a:r>
              <a:rPr kumimoji="0" lang="en-US" sz="1400" b="0" i="0" u="none" strike="noStrike" kern="1200" cap="none" spc="-5"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is </a:t>
            </a: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a </a:t>
            </a:r>
            <a:r>
              <a:rPr kumimoji="0" lang="en-US" sz="1400" b="0" i="0" u="none" strike="noStrike" kern="1200" cap="none" spc="-5"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function, ϕ, from </a:t>
            </a:r>
            <a:r>
              <a:rPr kumimoji="0" lang="en-US" sz="14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R</a:t>
            </a:r>
            <a:r>
              <a:rPr kumimoji="0" lang="en-US" sz="1400" b="0" i="0" u="none" strike="noStrike" kern="1200" cap="none" spc="0" normalizeH="0" baseline="30092" noProof="0">
                <a:ln>
                  <a:noFill/>
                </a:ln>
                <a:solidFill>
                  <a:sysClr val="windowText" lastClr="000000"/>
                </a:solidFill>
                <a:effectLst/>
                <a:uLnTx/>
                <a:uFillTx/>
                <a:latin typeface="Arial" panose="020B0604020202020204" pitchFamily="34" charset="0"/>
                <a:ea typeface="+mn-ea"/>
                <a:cs typeface="Arial" panose="020B0604020202020204" pitchFamily="34" charset="0"/>
              </a:rPr>
              <a:t>3 </a:t>
            </a:r>
            <a:r>
              <a:rPr kumimoji="0" lang="en-US" sz="1400" b="0" i="0" u="none" strike="noStrike" kern="1200" cap="none" spc="-5"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to</a:t>
            </a:r>
            <a:r>
              <a:rPr kumimoji="0" lang="en-US" sz="1400" b="0" i="0" u="none" strike="noStrike" kern="1200" cap="none" spc="-245"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4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R</a:t>
            </a:r>
            <a:r>
              <a:rPr kumimoji="0" lang="en-US" sz="1400" b="0" i="0" u="none" strike="noStrike" kern="1200" cap="none" spc="0" normalizeH="0" baseline="30092" noProof="0">
                <a:ln>
                  <a:noFill/>
                </a:ln>
                <a:solidFill>
                  <a:sysClr val="windowText" lastClr="000000"/>
                </a:solidFill>
                <a:effectLst/>
                <a:uLnTx/>
                <a:uFillTx/>
                <a:latin typeface="Arial" panose="020B0604020202020204" pitchFamily="34" charset="0"/>
                <a:ea typeface="+mn-ea"/>
                <a:cs typeface="Arial" panose="020B0604020202020204" pitchFamily="34" charset="0"/>
              </a:rPr>
              <a:t>4</a:t>
            </a:r>
            <a:r>
              <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l-GR" sz="1400" b="0" i="0" u="none" strike="noStrike" kern="1200" cap="none" spc="-5" normalizeH="0" baseline="0" noProof="0">
                <a:ln>
                  <a:noFill/>
                </a:ln>
                <a:solidFill>
                  <a:sysClr val="windowText" lastClr="000000"/>
                </a:solidFill>
                <a:effectLst/>
                <a:uLnTx/>
                <a:uFillTx/>
                <a:latin typeface="Arial"/>
                <a:ea typeface="+mn-ea"/>
                <a:cs typeface="Arial"/>
              </a:rPr>
              <a:t>ϕ(</a:t>
            </a:r>
            <a:r>
              <a:rPr kumimoji="0" lang="el-GR" sz="1400" b="0" i="1" u="none" strike="noStrike" kern="1200" cap="none" spc="-5"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7" normalizeH="0" baseline="-32407" noProof="0">
                <a:ln>
                  <a:noFill/>
                </a:ln>
                <a:solidFill>
                  <a:sysClr val="windowText" lastClr="000000"/>
                </a:solidFill>
                <a:effectLst/>
                <a:uLnTx/>
                <a:uFillTx/>
                <a:latin typeface="Arial"/>
                <a:ea typeface="+mn-ea"/>
                <a:cs typeface="Arial"/>
              </a:rPr>
              <a:t>1</a:t>
            </a:r>
            <a:r>
              <a:rPr kumimoji="0" lang="el-GR" sz="1400" b="0" i="0" u="none" strike="noStrike" kern="1200" cap="none" spc="-5" normalizeH="0" baseline="0" noProof="0">
                <a:ln>
                  <a:noFill/>
                </a:ln>
                <a:solidFill>
                  <a:sysClr val="windowText" lastClr="000000"/>
                </a:solidFill>
                <a:effectLst/>
                <a:uLnTx/>
                <a:uFillTx/>
                <a:latin typeface="Arial"/>
                <a:ea typeface="+mn-ea"/>
                <a:cs typeface="Arial"/>
              </a:rPr>
              <a:t>,</a:t>
            </a:r>
            <a:r>
              <a:rPr kumimoji="0" lang="el-GR" sz="1400" b="0" i="1" u="none" strike="noStrike" kern="1200" cap="none" spc="-5"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7" normalizeH="0" baseline="-32407" noProof="0">
                <a:ln>
                  <a:noFill/>
                </a:ln>
                <a:solidFill>
                  <a:sysClr val="windowText" lastClr="000000"/>
                </a:solidFill>
                <a:effectLst/>
                <a:uLnTx/>
                <a:uFillTx/>
                <a:latin typeface="Arial"/>
                <a:ea typeface="+mn-ea"/>
                <a:cs typeface="Arial"/>
              </a:rPr>
              <a:t>2</a:t>
            </a:r>
            <a:r>
              <a:rPr kumimoji="0" lang="el-GR" sz="1400" b="0" i="0" u="none" strike="noStrike" kern="1200" cap="none" spc="-5" normalizeH="0" baseline="0" noProof="0">
                <a:ln>
                  <a:noFill/>
                </a:ln>
                <a:solidFill>
                  <a:sysClr val="windowText" lastClr="000000"/>
                </a:solidFill>
                <a:effectLst/>
                <a:uLnTx/>
                <a:uFillTx/>
                <a:latin typeface="Arial"/>
                <a:ea typeface="+mn-ea"/>
                <a:cs typeface="Arial"/>
              </a:rPr>
              <a:t>,</a:t>
            </a:r>
            <a:r>
              <a:rPr kumimoji="0" lang="el-GR" sz="1400" b="0" i="1" u="none" strike="noStrike" kern="1200" cap="none" spc="-5"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7" normalizeH="0" baseline="-32407" noProof="0">
                <a:ln>
                  <a:noFill/>
                </a:ln>
                <a:solidFill>
                  <a:sysClr val="windowText" lastClr="000000"/>
                </a:solidFill>
                <a:effectLst/>
                <a:uLnTx/>
                <a:uFillTx/>
                <a:latin typeface="Arial"/>
                <a:ea typeface="+mn-ea"/>
                <a:cs typeface="Arial"/>
              </a:rPr>
              <a:t>3</a:t>
            </a:r>
            <a:r>
              <a:rPr kumimoji="0" lang="el-GR" sz="1400" b="0" i="0" u="none" strike="noStrike" kern="1200" cap="none" spc="-5" normalizeH="0" baseline="0" noProof="0">
                <a:ln>
                  <a:noFill/>
                </a:ln>
                <a:solidFill>
                  <a:sysClr val="windowText" lastClr="000000"/>
                </a:solidFill>
                <a:effectLst/>
                <a:uLnTx/>
                <a:uFillTx/>
                <a:latin typeface="Arial"/>
                <a:ea typeface="+mn-ea"/>
                <a:cs typeface="Arial"/>
              </a:rPr>
              <a:t>) </a:t>
            </a:r>
            <a:r>
              <a:rPr kumimoji="0" lang="el-GR" sz="1400" b="0" i="0" u="none" strike="noStrike" kern="1200" cap="none" spc="0" normalizeH="0" baseline="0" noProof="0">
                <a:ln>
                  <a:noFill/>
                </a:ln>
                <a:solidFill>
                  <a:sysClr val="windowText" lastClr="000000"/>
                </a:solidFill>
                <a:effectLst/>
                <a:uLnTx/>
                <a:uFillTx/>
                <a:latin typeface="Arial"/>
                <a:ea typeface="+mn-ea"/>
                <a:cs typeface="Arial"/>
              </a:rPr>
              <a:t>=</a:t>
            </a:r>
            <a:r>
              <a:rPr kumimoji="0" lang="el-GR" sz="1400" b="0" i="0" u="none" strike="noStrike" kern="1200" cap="none" spc="-10" normalizeH="0" baseline="0" noProof="0">
                <a:ln>
                  <a:noFill/>
                </a:ln>
                <a:solidFill>
                  <a:sysClr val="windowText" lastClr="000000"/>
                </a:solidFill>
                <a:effectLst/>
                <a:uLnTx/>
                <a:uFillTx/>
                <a:latin typeface="Arial"/>
                <a:ea typeface="+mn-ea"/>
                <a:cs typeface="Arial"/>
              </a:rPr>
              <a:t> </a:t>
            </a:r>
            <a:r>
              <a:rPr kumimoji="0" lang="el-GR" sz="1400" b="0" i="0" u="none" strike="noStrike" kern="1200" cap="none" spc="0" normalizeH="0" baseline="0" noProof="0">
                <a:ln>
                  <a:noFill/>
                </a:ln>
                <a:solidFill>
                  <a:sysClr val="windowText" lastClr="000000"/>
                </a:solidFill>
                <a:effectLst/>
                <a:uLnTx/>
                <a:uFillTx/>
                <a:latin typeface="Arial"/>
                <a:ea typeface="+mn-ea"/>
                <a:cs typeface="Arial"/>
              </a:rPr>
              <a:t>(</a:t>
            </a:r>
            <a:r>
              <a:rPr kumimoji="0" lang="el-GR" sz="1400" b="0" i="1" u="none" strike="noStrike" kern="1200" cap="none" spc="0"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0" normalizeH="0" baseline="-32407" noProof="0">
                <a:ln>
                  <a:noFill/>
                </a:ln>
                <a:solidFill>
                  <a:sysClr val="windowText" lastClr="000000"/>
                </a:solidFill>
                <a:effectLst/>
                <a:uLnTx/>
                <a:uFillTx/>
                <a:latin typeface="Arial"/>
                <a:ea typeface="+mn-ea"/>
                <a:cs typeface="Arial"/>
              </a:rPr>
              <a:t>1</a:t>
            </a:r>
            <a:r>
              <a:rPr kumimoji="0" lang="el-GR" sz="1400" b="0" i="0" u="none" strike="noStrike" kern="1200" cap="none" spc="0" normalizeH="0" baseline="0" noProof="0">
                <a:ln>
                  <a:noFill/>
                </a:ln>
                <a:solidFill>
                  <a:sysClr val="windowText" lastClr="000000"/>
                </a:solidFill>
                <a:effectLst/>
                <a:uLnTx/>
                <a:uFillTx/>
                <a:latin typeface="Arial"/>
                <a:ea typeface="+mn-ea"/>
                <a:cs typeface="Arial"/>
              </a:rPr>
              <a:t>,</a:t>
            </a:r>
            <a:r>
              <a:rPr kumimoji="0" lang="el-GR" sz="1400" b="0" i="1" u="none" strike="noStrike" kern="1200" cap="none" spc="0"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0" normalizeH="0" baseline="-32407" noProof="0">
                <a:ln>
                  <a:noFill/>
                </a:ln>
                <a:solidFill>
                  <a:sysClr val="windowText" lastClr="000000"/>
                </a:solidFill>
                <a:effectLst/>
                <a:uLnTx/>
                <a:uFillTx/>
                <a:latin typeface="Arial"/>
                <a:ea typeface="+mn-ea"/>
                <a:cs typeface="Arial"/>
              </a:rPr>
              <a:t>2</a:t>
            </a:r>
            <a:r>
              <a:rPr kumimoji="0" lang="el-GR" sz="1400" b="0" i="0" u="none" strike="noStrike" kern="1200" cap="none" spc="0" normalizeH="0" baseline="0" noProof="0">
                <a:ln>
                  <a:noFill/>
                </a:ln>
                <a:solidFill>
                  <a:sysClr val="windowText" lastClr="000000"/>
                </a:solidFill>
                <a:effectLst/>
                <a:uLnTx/>
                <a:uFillTx/>
                <a:latin typeface="Arial"/>
                <a:ea typeface="+mn-ea"/>
                <a:cs typeface="Arial"/>
              </a:rPr>
              <a:t>,</a:t>
            </a:r>
            <a:r>
              <a:rPr kumimoji="0" lang="el-GR" sz="1400" b="0" i="1" u="none" strike="noStrike" kern="1200" cap="none" spc="0"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0" normalizeH="0" baseline="-32407" noProof="0">
                <a:ln>
                  <a:noFill/>
                </a:ln>
                <a:solidFill>
                  <a:sysClr val="windowText" lastClr="000000"/>
                </a:solidFill>
                <a:effectLst/>
                <a:uLnTx/>
                <a:uFillTx/>
                <a:latin typeface="Arial"/>
                <a:ea typeface="+mn-ea"/>
                <a:cs typeface="Arial"/>
              </a:rPr>
              <a:t>3</a:t>
            </a:r>
            <a:r>
              <a:rPr kumimoji="0" lang="el-GR" sz="1400" b="0" i="0" u="none" strike="noStrike" kern="1200" cap="none" spc="0" normalizeH="0" baseline="0" noProof="0">
                <a:ln>
                  <a:noFill/>
                </a:ln>
                <a:solidFill>
                  <a:sysClr val="windowText" lastClr="000000"/>
                </a:solidFill>
                <a:effectLst/>
                <a:uLnTx/>
                <a:uFillTx/>
                <a:latin typeface="Arial"/>
                <a:ea typeface="+mn-ea"/>
                <a:cs typeface="Arial"/>
              </a:rPr>
              <a:t>,</a:t>
            </a:r>
            <a:r>
              <a:rPr kumimoji="0" lang="el-GR" sz="1400" b="0" i="1" u="none" strike="noStrike" kern="1200" cap="none" spc="0"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0" normalizeH="0" baseline="-32407" noProof="0">
                <a:ln>
                  <a:noFill/>
                </a:ln>
                <a:solidFill>
                  <a:sysClr val="windowText" lastClr="000000"/>
                </a:solidFill>
                <a:effectLst/>
                <a:uLnTx/>
                <a:uFillTx/>
                <a:latin typeface="Arial"/>
                <a:ea typeface="+mn-ea"/>
                <a:cs typeface="Arial"/>
              </a:rPr>
              <a:t>1</a:t>
            </a:r>
            <a:r>
              <a:rPr kumimoji="0" lang="el-GR" sz="1400" b="0" i="1" u="none" strike="noStrike" kern="1200" cap="none" spc="0" normalizeH="0" baseline="0" noProof="0">
                <a:ln>
                  <a:noFill/>
                </a:ln>
                <a:solidFill>
                  <a:sysClr val="windowText" lastClr="000000"/>
                </a:solidFill>
                <a:effectLst/>
                <a:uLnTx/>
                <a:uFillTx/>
                <a:latin typeface="Arial"/>
                <a:ea typeface="+mn-ea"/>
                <a:cs typeface="Arial"/>
              </a:rPr>
              <a:t>x</a:t>
            </a:r>
            <a:r>
              <a:rPr kumimoji="0" lang="el-GR" sz="1400" b="0" i="0" u="none" strike="noStrike" kern="1200" cap="none" spc="0" normalizeH="0" baseline="-32407" noProof="0">
                <a:ln>
                  <a:noFill/>
                </a:ln>
                <a:solidFill>
                  <a:sysClr val="windowText" lastClr="000000"/>
                </a:solidFill>
                <a:effectLst/>
                <a:uLnTx/>
                <a:uFillTx/>
                <a:latin typeface="Arial"/>
                <a:ea typeface="+mn-ea"/>
                <a:cs typeface="Arial"/>
              </a:rPr>
              <a:t>2</a:t>
            </a:r>
            <a:r>
              <a:rPr kumimoji="0" lang="el-GR" sz="1400" b="0" i="0" u="none" strike="noStrike" kern="1200" cap="none" spc="0" normalizeH="0" baseline="0" noProof="0">
                <a:ln>
                  <a:noFill/>
                </a:ln>
                <a:solidFill>
                  <a:sysClr val="windowText" lastClr="000000"/>
                </a:solidFill>
                <a:effectLst/>
                <a:uLnTx/>
                <a:uFillTx/>
                <a:latin typeface="Arial"/>
                <a:ea typeface="+mn-ea"/>
                <a:cs typeface="Arial"/>
              </a:rPr>
              <a:t>)</a:t>
            </a:r>
            <a:endParaRPr kumimoji="0" lang="en-US" sz="1400" b="0" i="0" u="none" strike="noStrike" kern="1200" cap="none" spc="0" normalizeH="0" baseline="0" noProof="0">
              <a:ln>
                <a:noFill/>
              </a:ln>
              <a:solidFill>
                <a:sysClr val="windowText" lastClr="000000"/>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l-GR" sz="1400" b="0" i="0" u="none" strike="noStrike" kern="1200" cap="none" spc="0" normalizeH="0" baseline="0" noProof="0">
              <a:ln>
                <a:noFill/>
              </a:ln>
              <a:solidFill>
                <a:sysClr val="windowText" lastClr="000000"/>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n-US" sz="1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n-US" sz="12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38" name="Text Placeholder 9">
            <a:extLst>
              <a:ext uri="{FF2B5EF4-FFF2-40B4-BE49-F238E27FC236}">
                <a16:creationId xmlns:a16="http://schemas.microsoft.com/office/drawing/2014/main" id="{58D30955-097C-477D-A61C-B522340269F4}"/>
              </a:ext>
            </a:extLst>
          </p:cNvPr>
          <p:cNvSpPr txBox="1">
            <a:spLocks/>
          </p:cNvSpPr>
          <p:nvPr/>
        </p:nvSpPr>
        <p:spPr>
          <a:xfrm>
            <a:off x="469900" y="2310196"/>
            <a:ext cx="3627438" cy="38457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Tx/>
              <a:buNone/>
              <a:defRPr sz="1200" b="1"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a:solidFill>
                  <a:schemeClr val="tx1"/>
                </a:solidFill>
                <a:latin typeface="+mn-lt"/>
                <a:ea typeface="+mn-ea"/>
                <a:cs typeface="+mn-cs"/>
              </a:defRPr>
            </a:lvl5pPr>
            <a:lvl6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475188"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Feature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space refers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to the </a:t>
            </a:r>
            <a:r>
              <a:rPr kumimoji="0" lang="en-US" sz="1400" b="0" i="1" u="none" strike="noStrike" kern="1200" cap="none" spc="0" normalizeH="0" baseline="0" noProof="0">
                <a:ln>
                  <a:noFill/>
                </a:ln>
                <a:solidFill>
                  <a:sysClr val="windowText" lastClr="000000"/>
                </a:solidFill>
                <a:effectLst/>
                <a:uLnTx/>
                <a:uFillTx/>
                <a:latin typeface="Arial"/>
                <a:ea typeface="+mn-ea"/>
                <a:cs typeface="Arial"/>
              </a:rPr>
              <a:t>n</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-dimensions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occupied by your variables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(not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including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a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target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variable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or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class).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The term is frequently seen in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ML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literature because in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ML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all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variables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are features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(usually)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and feature extraction is the art of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outlining a space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with decision</a:t>
            </a:r>
            <a:r>
              <a:rPr kumimoji="0" lang="en-US" sz="1400" b="0" i="0" u="none" strike="noStrike" kern="1200" cap="none" spc="-35" normalizeH="0" baseline="0" noProof="0">
                <a:ln>
                  <a:noFill/>
                </a:ln>
                <a:solidFill>
                  <a:sysClr val="windowText" lastClr="000000"/>
                </a:solidFill>
                <a:effectLst/>
                <a:uLnTx/>
                <a:uFillTx/>
                <a:latin typeface="Arial"/>
                <a:ea typeface="+mn-ea"/>
                <a:cs typeface="Arial"/>
              </a:rPr>
              <a:t>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boundaries.</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Target: </a:t>
            </a: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Y = </a:t>
            </a:r>
            <a:r>
              <a:rPr lang="en-US" b="0">
                <a:solidFill>
                  <a:sysClr val="windowText" lastClr="000000"/>
                </a:solidFill>
                <a:latin typeface="Arial" panose="020B0604020202020204" pitchFamily="34" charset="0"/>
                <a:cs typeface="Arial" panose="020B0604020202020204" pitchFamily="34" charset="0"/>
              </a:rPr>
              <a:t>Classification of likelihood to buy a boat</a:t>
            </a:r>
            <a:endPar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Variables: </a:t>
            </a:r>
            <a:r>
              <a:rPr kumimoji="0" lang="en-US" sz="12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X</a:t>
            </a:r>
            <a:r>
              <a:rPr kumimoji="0" lang="en-US" sz="1200" b="0" i="0"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1 </a:t>
            </a: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 # of children, </a:t>
            </a:r>
            <a:r>
              <a:rPr kumimoji="0" lang="en-US" sz="12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X</a:t>
            </a:r>
            <a:r>
              <a:rPr kumimoji="0" lang="en-US" sz="1200" b="0" i="1"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2</a:t>
            </a:r>
            <a:r>
              <a:rPr kumimoji="0" lang="en-US" sz="1200" b="0" i="0"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lang="en-US" b="0">
                <a:solidFill>
                  <a:sysClr val="windowText" lastClr="000000"/>
                </a:solidFill>
                <a:latin typeface="Arial" panose="020B0604020202020204" pitchFamily="34" charset="0"/>
                <a:cs typeface="Arial" panose="020B0604020202020204" pitchFamily="34" charset="0"/>
              </a:rPr>
              <a:t>Range of income</a:t>
            </a: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en-US" sz="1200" b="0" i="1"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X</a:t>
            </a:r>
            <a:r>
              <a:rPr kumimoji="0" lang="en-US" sz="1200" b="0" i="1"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3</a:t>
            </a:r>
            <a:r>
              <a:rPr kumimoji="0" lang="en-US" sz="1200" b="0" i="0" u="none" strike="noStrike" kern="1200" cap="none" spc="0" normalizeH="0" baseline="-32407" noProof="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lang="en-US" b="0">
                <a:solidFill>
                  <a:sysClr val="windowText" lastClr="000000"/>
                </a:solidFill>
                <a:latin typeface="Arial" panose="020B0604020202020204" pitchFamily="34" charset="0"/>
                <a:cs typeface="Arial" panose="020B0604020202020204" pitchFamily="34" charset="0"/>
              </a:rPr>
              <a:t>= # of cars owned</a:t>
            </a:r>
            <a:endPar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2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Feature Space: </a:t>
            </a:r>
            <a:r>
              <a:rPr kumimoji="0" lang="en-US" sz="1200" b="0" i="1" u="none" strike="noStrike" kern="1200" cap="none" spc="0" normalizeH="0" baseline="0" noProof="0">
                <a:ln>
                  <a:noFill/>
                </a:ln>
                <a:solidFill>
                  <a:sysClr val="windowText" lastClr="000000"/>
                </a:solidFill>
                <a:effectLst/>
                <a:uLnTx/>
                <a:uFillTx/>
                <a:latin typeface="Arial"/>
                <a:ea typeface="+mn-ea"/>
                <a:cs typeface="Arial"/>
              </a:rPr>
              <a:t>R</a:t>
            </a:r>
            <a:r>
              <a:rPr lang="en-US" b="0" baseline="30092">
                <a:solidFill>
                  <a:sysClr val="windowText" lastClr="000000"/>
                </a:solidFill>
                <a:latin typeface="Arial"/>
                <a:cs typeface="Arial"/>
              </a:rPr>
              <a:t>3</a:t>
            </a:r>
            <a:endParaRPr kumimoji="0" lang="en-US" sz="12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39" name="Text Placeholder 10">
            <a:extLst>
              <a:ext uri="{FF2B5EF4-FFF2-40B4-BE49-F238E27FC236}">
                <a16:creationId xmlns:a16="http://schemas.microsoft.com/office/drawing/2014/main" id="{2AB5F735-96D5-42E4-B0B6-FDF35F96D207}"/>
              </a:ext>
            </a:extLst>
          </p:cNvPr>
          <p:cNvSpPr txBox="1">
            <a:spLocks/>
          </p:cNvSpPr>
          <p:nvPr/>
        </p:nvSpPr>
        <p:spPr>
          <a:xfrm>
            <a:off x="8126227" y="2310196"/>
            <a:ext cx="3595873" cy="38457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Tx/>
              <a:buNone/>
              <a:defRPr sz="1200" b="1"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a:solidFill>
                  <a:schemeClr val="tx1"/>
                </a:solidFill>
                <a:latin typeface="+mn-lt"/>
                <a:ea typeface="+mn-ea"/>
                <a:cs typeface="+mn-cs"/>
              </a:defRPr>
            </a:lvl5pPr>
            <a:lvl6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475188"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475188"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Feature engineering is the process of leveraging and transforming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raw </a:t>
            </a:r>
            <a:r>
              <a:rPr lang="en-US" sz="1400" b="0" spc="-5">
                <a:solidFill>
                  <a:sysClr val="windowText" lastClr="000000"/>
                </a:solidFill>
                <a:latin typeface="Arial"/>
                <a:cs typeface="Arial"/>
              </a:rPr>
              <a:t>inputs</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 into features that better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depict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the underlying problem to the predictive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models, leading to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improved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model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accuracy on unseen</a:t>
            </a:r>
            <a:r>
              <a:rPr kumimoji="0" lang="en-US" sz="1400" b="0" i="0" u="none" strike="noStrike" kern="1200" cap="none" spc="-55" normalizeH="0" baseline="0" noProof="0">
                <a:ln>
                  <a:noFill/>
                </a:ln>
                <a:solidFill>
                  <a:sysClr val="windowText" lastClr="000000"/>
                </a:solidFill>
                <a:effectLst/>
                <a:uLnTx/>
                <a:uFillTx/>
                <a:latin typeface="Arial"/>
                <a:ea typeface="+mn-ea"/>
                <a:cs typeface="Arial"/>
              </a:rPr>
              <a:t>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data</a:t>
            </a:r>
          </a:p>
          <a:p>
            <a:pPr marL="0" marR="0" lvl="0" indent="0" algn="l" defTabSz="1219170" rtl="0" eaLnBrk="1" fontAlgn="auto" latinLnBrk="0" hangingPunct="1">
              <a:lnSpc>
                <a:spcPct val="100000"/>
              </a:lnSpc>
              <a:spcBef>
                <a:spcPts val="0"/>
              </a:spcBef>
              <a:spcAft>
                <a:spcPts val="1333"/>
              </a:spcAft>
              <a:buClrTx/>
              <a:buSzPct val="100000"/>
              <a:buFontTx/>
              <a:buNone/>
              <a:tabLst/>
              <a:defRPr/>
            </a:pP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Machine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learning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features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need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to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be relevant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to the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machine learning problem. Instead of using </a:t>
            </a:r>
            <a:r>
              <a:rPr lang="en-US" sz="1400" b="0" spc="-5">
                <a:solidFill>
                  <a:sysClr val="windowText" lastClr="000000"/>
                </a:solidFill>
                <a:latin typeface="Arial"/>
                <a:cs typeface="Arial"/>
              </a:rPr>
              <a:t>hundreds of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low-relevance features,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it is ideal in practice to select less features </a:t>
            </a:r>
            <a:r>
              <a:rPr lang="en-US" sz="1400" b="0">
                <a:solidFill>
                  <a:sysClr val="windowText" lastClr="000000"/>
                </a:solidFill>
                <a:latin typeface="Arial"/>
                <a:cs typeface="Arial"/>
              </a:rPr>
              <a:t>of a higher quality</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 These better features might result in longer computational time</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but if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you’re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using logic instead of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statistics you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will not have to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compute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every feature for each tested data point as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your model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is able to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return i</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ts </a:t>
            </a:r>
            <a:r>
              <a:rPr kumimoji="0" lang="en-US" sz="1400" b="0" i="0" u="none" strike="noStrike" kern="1200" cap="none" spc="0" normalizeH="0" baseline="0" noProof="0">
                <a:ln>
                  <a:noFill/>
                </a:ln>
                <a:solidFill>
                  <a:sysClr val="windowText" lastClr="000000"/>
                </a:solidFill>
                <a:effectLst/>
                <a:uLnTx/>
                <a:uFillTx/>
                <a:latin typeface="Arial"/>
                <a:ea typeface="+mn-ea"/>
                <a:cs typeface="Arial"/>
              </a:rPr>
              <a:t>classification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decision without relying on all</a:t>
            </a:r>
            <a:r>
              <a:rPr kumimoji="0" lang="en-US" sz="1400" b="0" i="0" u="none" strike="noStrike" kern="1200" cap="none" spc="-25" normalizeH="0" baseline="0" noProof="0">
                <a:ln>
                  <a:noFill/>
                </a:ln>
                <a:solidFill>
                  <a:sysClr val="windowText" lastClr="000000"/>
                </a:solidFill>
                <a:effectLst/>
                <a:uLnTx/>
                <a:uFillTx/>
                <a:latin typeface="Arial"/>
                <a:ea typeface="+mn-ea"/>
                <a:cs typeface="Arial"/>
              </a:rPr>
              <a:t> </a:t>
            </a:r>
            <a:r>
              <a:rPr kumimoji="0" lang="en-US" sz="1400" b="0" i="0" u="none" strike="noStrike" kern="1200" cap="none" spc="-5" normalizeH="0" baseline="0" noProof="0">
                <a:ln>
                  <a:noFill/>
                </a:ln>
                <a:solidFill>
                  <a:sysClr val="windowText" lastClr="000000"/>
                </a:solidFill>
                <a:effectLst/>
                <a:uLnTx/>
                <a:uFillTx/>
                <a:latin typeface="Arial"/>
                <a:ea typeface="+mn-ea"/>
                <a:cs typeface="Arial"/>
              </a:rPr>
              <a:t>features.</a:t>
            </a:r>
            <a:endParaRPr kumimoji="0" lang="en-US" sz="1400" b="0" i="0" u="none" strike="noStrike" kern="1200" cap="none" spc="0" normalizeH="0" baseline="0" noProof="0">
              <a:ln>
                <a:noFill/>
              </a:ln>
              <a:solidFill>
                <a:sysClr val="windowText" lastClr="000000"/>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n-US" sz="1400" b="0" i="0" u="none" strike="noStrike" kern="1200" cap="none" spc="0" normalizeH="0" baseline="0" noProof="0">
              <a:ln>
                <a:noFill/>
              </a:ln>
              <a:solidFill>
                <a:sysClr val="windowText" lastClr="000000"/>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1333"/>
              </a:spcAft>
              <a:buClrTx/>
              <a:buSzPct val="100000"/>
              <a:buFontTx/>
              <a:buNone/>
              <a:tabLst/>
              <a:defRPr/>
            </a:pPr>
            <a:endParaRPr kumimoji="0" lang="en-US" sz="1200" b="1"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40" name="Text Placeholder 7">
            <a:extLst>
              <a:ext uri="{FF2B5EF4-FFF2-40B4-BE49-F238E27FC236}">
                <a16:creationId xmlns:a16="http://schemas.microsoft.com/office/drawing/2014/main" id="{BDD55DF9-362F-4E8E-B2C2-10909C50AE70}"/>
              </a:ext>
            </a:extLst>
          </p:cNvPr>
          <p:cNvSpPr txBox="1">
            <a:spLocks/>
          </p:cNvSpPr>
          <p:nvPr/>
        </p:nvSpPr>
        <p:spPr>
          <a:xfrm>
            <a:off x="469900" y="1698274"/>
            <a:ext cx="3627438" cy="42314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Tx/>
              <a:buNone/>
              <a:defRPr sz="2000" b="0" kern="1200">
                <a:solidFill>
                  <a:srgbClr val="575757"/>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1333"/>
              </a:spcAft>
              <a:buClrTx/>
              <a:buSzPct val="100000"/>
              <a:buFontTx/>
              <a:buNone/>
              <a:tabLst/>
              <a:defRPr/>
            </a:pPr>
            <a:r>
              <a:rPr kumimoji="0" lang="en-US" sz="24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Feature Space</a:t>
            </a:r>
          </a:p>
        </p:txBody>
      </p:sp>
      <p:sp>
        <p:nvSpPr>
          <p:cNvPr id="41" name="Text Placeholder 7">
            <a:extLst>
              <a:ext uri="{FF2B5EF4-FFF2-40B4-BE49-F238E27FC236}">
                <a16:creationId xmlns:a16="http://schemas.microsoft.com/office/drawing/2014/main" id="{A5768C8F-A539-4FF6-80AF-94F7BBDEAA5A}"/>
              </a:ext>
            </a:extLst>
          </p:cNvPr>
          <p:cNvSpPr txBox="1">
            <a:spLocks/>
          </p:cNvSpPr>
          <p:nvPr/>
        </p:nvSpPr>
        <p:spPr>
          <a:xfrm>
            <a:off x="4281043" y="1698274"/>
            <a:ext cx="3627438" cy="423146"/>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Tx/>
              <a:buNone/>
              <a:defRPr sz="2000" b="0" kern="1200">
                <a:solidFill>
                  <a:srgbClr val="575757"/>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2400">
                <a:solidFill>
                  <a:prstClr val="black"/>
                </a:solidFill>
                <a:latin typeface="Arial" panose="020B0604020202020204" pitchFamily="34" charset="0"/>
                <a:cs typeface="Arial" panose="020B0604020202020204" pitchFamily="34" charset="0"/>
              </a:rPr>
              <a:t>Mapping</a:t>
            </a:r>
          </a:p>
        </p:txBody>
      </p:sp>
      <p:sp>
        <p:nvSpPr>
          <p:cNvPr id="42" name="Text Placeholder 7">
            <a:extLst>
              <a:ext uri="{FF2B5EF4-FFF2-40B4-BE49-F238E27FC236}">
                <a16:creationId xmlns:a16="http://schemas.microsoft.com/office/drawing/2014/main" id="{6FB45803-2C87-4F71-8CF9-D023EC916002}"/>
              </a:ext>
            </a:extLst>
          </p:cNvPr>
          <p:cNvSpPr txBox="1">
            <a:spLocks/>
          </p:cNvSpPr>
          <p:nvPr/>
        </p:nvSpPr>
        <p:spPr>
          <a:xfrm>
            <a:off x="8094662" y="1698272"/>
            <a:ext cx="3627438" cy="423147"/>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Tx/>
              <a:buNone/>
              <a:defRPr sz="2000" b="0" kern="1200">
                <a:solidFill>
                  <a:srgbClr val="575757"/>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2400">
                <a:solidFill>
                  <a:prstClr val="black"/>
                </a:solidFill>
                <a:latin typeface="Arial" panose="020B0604020202020204" pitchFamily="34" charset="0"/>
                <a:cs typeface="Arial" panose="020B0604020202020204" pitchFamily="34" charset="0"/>
              </a:rPr>
              <a:t>Feature Engineering</a:t>
            </a:r>
          </a:p>
        </p:txBody>
      </p:sp>
      <p:sp>
        <p:nvSpPr>
          <p:cNvPr id="43" name="object 5">
            <a:extLst>
              <a:ext uri="{FF2B5EF4-FFF2-40B4-BE49-F238E27FC236}">
                <a16:creationId xmlns:a16="http://schemas.microsoft.com/office/drawing/2014/main" id="{626D0AE4-E718-426D-9C7F-D2E19A79DC66}"/>
              </a:ext>
            </a:extLst>
          </p:cNvPr>
          <p:cNvSpPr/>
          <p:nvPr/>
        </p:nvSpPr>
        <p:spPr>
          <a:xfrm>
            <a:off x="2114875" y="4996262"/>
            <a:ext cx="1434330" cy="1317415"/>
          </a:xfrm>
          <a:prstGeom prst="rect">
            <a:avLst/>
          </a:prstGeom>
          <a:blipFill>
            <a:blip r:embed="rId8" cstate="print"/>
            <a:stretch>
              <a:fillRect r="-3887"/>
            </a:stretch>
          </a:blipFill>
          <a:ln>
            <a:noFill/>
          </a:ln>
        </p:spPr>
        <p:txBody>
          <a:bodyPr wrap="square" lIns="0" tIns="0" rIns="0" bIns="0" rtlCol="0"/>
          <a:lstStyle/>
          <a:p>
            <a:endParaRPr>
              <a:solidFill>
                <a:prstClr val="black"/>
              </a:solidFill>
              <a:latin typeface="Verdana"/>
            </a:endParaRPr>
          </a:p>
        </p:txBody>
      </p:sp>
      <p:sp>
        <p:nvSpPr>
          <p:cNvPr id="44" name="object 6">
            <a:extLst>
              <a:ext uri="{FF2B5EF4-FFF2-40B4-BE49-F238E27FC236}">
                <a16:creationId xmlns:a16="http://schemas.microsoft.com/office/drawing/2014/main" id="{BFA4E760-ECA3-41D7-BA0E-1EB8949C964E}"/>
              </a:ext>
            </a:extLst>
          </p:cNvPr>
          <p:cNvSpPr/>
          <p:nvPr/>
        </p:nvSpPr>
        <p:spPr>
          <a:xfrm>
            <a:off x="4858200" y="4925869"/>
            <a:ext cx="2355339" cy="1498840"/>
          </a:xfrm>
          <a:prstGeom prst="rect">
            <a:avLst/>
          </a:prstGeom>
          <a:blipFill>
            <a:blip r:embed="rId9" cstate="print"/>
            <a:stretch>
              <a:fillRect/>
            </a:stretch>
          </a:blipFill>
        </p:spPr>
        <p:txBody>
          <a:bodyPr wrap="square" lIns="0" tIns="0" rIns="0" bIns="0" rtlCol="0"/>
          <a:lstStyle/>
          <a:p>
            <a:endParaRPr>
              <a:solidFill>
                <a:prstClr val="black"/>
              </a:solidFill>
              <a:latin typeface="Verdana"/>
            </a:endParaRPr>
          </a:p>
        </p:txBody>
      </p:sp>
      <p:cxnSp>
        <p:nvCxnSpPr>
          <p:cNvPr id="46" name="Straight Connector 45">
            <a:extLst>
              <a:ext uri="{FF2B5EF4-FFF2-40B4-BE49-F238E27FC236}">
                <a16:creationId xmlns:a16="http://schemas.microsoft.com/office/drawing/2014/main" id="{5DD9C9F5-AF19-4FC6-8F0A-A9E5B51A25AD}"/>
              </a:ext>
            </a:extLst>
          </p:cNvPr>
          <p:cNvCxnSpPr>
            <a:cxnSpLocks/>
          </p:cNvCxnSpPr>
          <p:nvPr/>
        </p:nvCxnSpPr>
        <p:spPr>
          <a:xfrm>
            <a:off x="7989761" y="1535715"/>
            <a:ext cx="0" cy="4888994"/>
          </a:xfrm>
          <a:prstGeom prst="line">
            <a:avLst/>
          </a:prstGeom>
          <a:noFill/>
          <a:ln w="9525" cap="flat" cmpd="sng" algn="ctr">
            <a:solidFill>
              <a:sysClr val="window" lastClr="FFFFFF">
                <a:lumMod val="75000"/>
              </a:sysClr>
            </a:solidFill>
            <a:prstDash val="solid"/>
          </a:ln>
          <a:effectLst/>
        </p:spPr>
      </p:cxnSp>
      <p:cxnSp>
        <p:nvCxnSpPr>
          <p:cNvPr id="47" name="Straight Connector 46">
            <a:extLst>
              <a:ext uri="{FF2B5EF4-FFF2-40B4-BE49-F238E27FC236}">
                <a16:creationId xmlns:a16="http://schemas.microsoft.com/office/drawing/2014/main" id="{22B8B46E-E798-4236-8D00-2ED715FD18DF}"/>
              </a:ext>
            </a:extLst>
          </p:cNvPr>
          <p:cNvCxnSpPr>
            <a:cxnSpLocks/>
          </p:cNvCxnSpPr>
          <p:nvPr/>
        </p:nvCxnSpPr>
        <p:spPr>
          <a:xfrm>
            <a:off x="4158298" y="1535715"/>
            <a:ext cx="0" cy="4888994"/>
          </a:xfrm>
          <a:prstGeom prst="line">
            <a:avLst/>
          </a:prstGeom>
          <a:noFill/>
          <a:ln w="9525" cap="flat" cmpd="sng" algn="ctr">
            <a:solidFill>
              <a:sysClr val="window" lastClr="FFFFFF">
                <a:lumMod val="75000"/>
              </a:sysClr>
            </a:solidFill>
            <a:prstDash val="solid"/>
          </a:ln>
          <a:effectLst/>
        </p:spPr>
      </p:cxnSp>
      <p:sp>
        <p:nvSpPr>
          <p:cNvPr id="49" name="Rectangle 48">
            <a:extLst>
              <a:ext uri="{FF2B5EF4-FFF2-40B4-BE49-F238E27FC236}">
                <a16:creationId xmlns:a16="http://schemas.microsoft.com/office/drawing/2014/main" id="{65D17DB0-66BE-45DC-AF8E-9A7D6F40A382}"/>
              </a:ext>
            </a:extLst>
          </p:cNvPr>
          <p:cNvSpPr/>
          <p:nvPr/>
        </p:nvSpPr>
        <p:spPr>
          <a:xfrm>
            <a:off x="4278313" y="2114883"/>
            <a:ext cx="3595303" cy="47759"/>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AE44036-B040-4746-AD0D-90158B0E8042}"/>
              </a:ext>
            </a:extLst>
          </p:cNvPr>
          <p:cNvSpPr/>
          <p:nvPr/>
        </p:nvSpPr>
        <p:spPr>
          <a:xfrm>
            <a:off x="8091362" y="2114883"/>
            <a:ext cx="3595303" cy="47759"/>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DA60E01-E4B5-4F94-A5AF-B82B9A4BDE5D}"/>
              </a:ext>
            </a:extLst>
          </p:cNvPr>
          <p:cNvSpPr/>
          <p:nvPr/>
        </p:nvSpPr>
        <p:spPr>
          <a:xfrm>
            <a:off x="469899" y="2114883"/>
            <a:ext cx="3595303" cy="47759"/>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8937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A172-A855-45DB-BE99-F7FA9B1923B6}"/>
              </a:ext>
            </a:extLst>
          </p:cNvPr>
          <p:cNvSpPr>
            <a:spLocks noGrp="1"/>
          </p:cNvSpPr>
          <p:nvPr>
            <p:ph type="title"/>
          </p:nvPr>
        </p:nvSpPr>
        <p:spPr/>
        <p:txBody>
          <a:bodyPr>
            <a:normAutofit/>
          </a:bodyPr>
          <a:lstStyle/>
          <a:p>
            <a:r>
              <a:rPr lang="en-US" sz="2800" b="1">
                <a:latin typeface="Chronicle Display Black"/>
              </a:rPr>
              <a:t>SciKit-Learn</a:t>
            </a:r>
          </a:p>
        </p:txBody>
      </p:sp>
    </p:spTree>
    <p:extLst>
      <p:ext uri="{BB962C8B-B14F-4D97-AF65-F5344CB8AC3E}">
        <p14:creationId xmlns:p14="http://schemas.microsoft.com/office/powerpoint/2010/main" val="19549691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401"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MACHINE LEARNING IN PYTHON</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69900" y="8470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What is Sci-Kit Learn?</a:t>
            </a:r>
          </a:p>
        </p:txBody>
      </p:sp>
      <p:sp>
        <p:nvSpPr>
          <p:cNvPr id="20" name="Content Placeholder 1">
            <a:extLst>
              <a:ext uri="{FF2B5EF4-FFF2-40B4-BE49-F238E27FC236}">
                <a16:creationId xmlns:a16="http://schemas.microsoft.com/office/drawing/2014/main" id="{96D935B2-418D-439B-B992-10945D992704}"/>
              </a:ext>
            </a:extLst>
          </p:cNvPr>
          <p:cNvSpPr txBox="1">
            <a:spLocks/>
          </p:cNvSpPr>
          <p:nvPr/>
        </p:nvSpPr>
        <p:spPr>
          <a:xfrm>
            <a:off x="408061" y="1295678"/>
            <a:ext cx="6476000" cy="536817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SciKit-Learn is the most prominent library for machine learning algorithms.</a:t>
            </a:r>
          </a:p>
          <a:p>
            <a:pPr marL="285750" lvl="0" indent="-285750">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Algorithms for Supervised &amp; Unsupervised learning</a:t>
            </a:r>
          </a:p>
          <a:p>
            <a:pPr marL="285750" lvl="0" indent="-285750">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Built on SciPy and NumPy</a:t>
            </a:r>
          </a:p>
          <a:p>
            <a:pPr marL="285750" lvl="0" indent="-285750">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Standard Python API interface</a:t>
            </a:r>
          </a:p>
          <a:p>
            <a:pPr lvl="0">
              <a:defRPr/>
            </a:pPr>
            <a:r>
              <a:rPr lang="en-US" sz="2000" b="1">
                <a:solidFill>
                  <a:srgbClr val="000000"/>
                </a:solidFill>
                <a:latin typeface="Arial" panose="020B0604020202020204" pitchFamily="34" charset="0"/>
                <a:ea typeface="Open Sans" panose="020B0606030504020204" pitchFamily="34" charset="0"/>
                <a:cs typeface="Arial" panose="020B0604020202020204" pitchFamily="34" charset="0"/>
              </a:rPr>
              <a:t>Primary Features:</a:t>
            </a:r>
          </a:p>
          <a:p>
            <a:pPr marL="285750" lvl="0" indent="-285750">
              <a:spcAft>
                <a:spcPts val="300"/>
              </a:spcAft>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Dataset Transformation</a:t>
            </a:r>
          </a:p>
          <a:p>
            <a:pPr marL="565150" lvl="2" indent="-285750">
              <a:spcAft>
                <a:spcPts val="300"/>
              </a:spcAft>
              <a:defRPr/>
            </a:pPr>
            <a:r>
              <a:rPr lang="en-US">
                <a:solidFill>
                  <a:srgbClr val="000000"/>
                </a:solidFill>
                <a:latin typeface="Arial" panose="020B0604020202020204" pitchFamily="34" charset="0"/>
                <a:ea typeface="Open Sans" panose="020B0606030504020204" pitchFamily="34" charset="0"/>
                <a:cs typeface="Arial" panose="020B0604020202020204" pitchFamily="34" charset="0"/>
              </a:rPr>
              <a:t>Standardization</a:t>
            </a:r>
          </a:p>
          <a:p>
            <a:pPr marL="565150" lvl="2" indent="-285750">
              <a:spcAft>
                <a:spcPts val="400"/>
              </a:spcAft>
              <a:defRPr/>
            </a:pPr>
            <a:r>
              <a:rPr lang="en-US">
                <a:solidFill>
                  <a:srgbClr val="000000"/>
                </a:solidFill>
                <a:latin typeface="Arial" panose="020B0604020202020204" pitchFamily="34" charset="0"/>
                <a:ea typeface="Open Sans" panose="020B0606030504020204" pitchFamily="34" charset="0"/>
                <a:cs typeface="Arial" panose="020B0604020202020204" pitchFamily="34" charset="0"/>
              </a:rPr>
              <a:t>Normalization and Scaling</a:t>
            </a:r>
          </a:p>
          <a:p>
            <a:pPr marL="565150" lvl="2" indent="-285750">
              <a:spcAft>
                <a:spcPts val="400"/>
              </a:spcAft>
              <a:defRPr/>
            </a:pPr>
            <a:r>
              <a:rPr lang="en-US">
                <a:solidFill>
                  <a:srgbClr val="000000"/>
                </a:solidFill>
                <a:latin typeface="Arial" panose="020B0604020202020204" pitchFamily="34" charset="0"/>
                <a:ea typeface="Open Sans" panose="020B0606030504020204" pitchFamily="34" charset="0"/>
                <a:cs typeface="Arial" panose="020B0604020202020204" pitchFamily="34" charset="0"/>
              </a:rPr>
              <a:t>Encoding</a:t>
            </a:r>
          </a:p>
          <a:p>
            <a:pPr marL="565150" lvl="2" indent="-285750">
              <a:spcAft>
                <a:spcPts val="400"/>
              </a:spcAft>
              <a:defRPr/>
            </a:pPr>
            <a:r>
              <a:rPr lang="en-US">
                <a:solidFill>
                  <a:srgbClr val="000000"/>
                </a:solidFill>
                <a:latin typeface="Arial" panose="020B0604020202020204" pitchFamily="34" charset="0"/>
                <a:ea typeface="Open Sans" panose="020B0606030504020204" pitchFamily="34" charset="0"/>
                <a:cs typeface="Arial" panose="020B0604020202020204" pitchFamily="34" charset="0"/>
              </a:rPr>
              <a:t>Imputation</a:t>
            </a:r>
          </a:p>
          <a:p>
            <a:pPr marL="565150" lvl="2" indent="-285750">
              <a:spcAft>
                <a:spcPts val="400"/>
              </a:spcAft>
              <a:defRPr/>
            </a:pPr>
            <a:r>
              <a:rPr lang="en-US">
                <a:solidFill>
                  <a:srgbClr val="000000"/>
                </a:solidFill>
                <a:latin typeface="Arial" panose="020B0604020202020204" pitchFamily="34" charset="0"/>
                <a:ea typeface="Open Sans" panose="020B0606030504020204" pitchFamily="34" charset="0"/>
                <a:cs typeface="Arial" panose="020B0604020202020204" pitchFamily="34" charset="0"/>
              </a:rPr>
              <a:t>Feature Extraction</a:t>
            </a:r>
          </a:p>
          <a:p>
            <a:pPr marL="285750" lvl="0" indent="-285750">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Pipelining</a:t>
            </a:r>
          </a:p>
          <a:p>
            <a:pPr marL="285750" lvl="0" indent="-285750">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Generalized Linear Models, Support Vector Machines, k-Nearest Neighbors, Bayes, Decision Trees, and Ensembles</a:t>
            </a:r>
          </a:p>
          <a:p>
            <a:pPr marL="285750" lvl="0" indent="-285750">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Model Evaluations and Cross Validation</a:t>
            </a:r>
          </a:p>
          <a:p>
            <a:pPr marL="285750" lvl="0" indent="-285750">
              <a:buFont typeface="Arial" panose="020B0604020202020204" pitchFamily="34" charset="0"/>
              <a:buChar char="•"/>
              <a:defRP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Grid Search and Hyperparameter Tuning</a:t>
            </a:r>
          </a:p>
        </p:txBody>
      </p:sp>
      <p:sp>
        <p:nvSpPr>
          <p:cNvPr id="25" name="object 7">
            <a:extLst>
              <a:ext uri="{FF2B5EF4-FFF2-40B4-BE49-F238E27FC236}">
                <a16:creationId xmlns:a16="http://schemas.microsoft.com/office/drawing/2014/main" id="{CBBD7205-F3BB-455D-8A7E-497E7EC254D6}"/>
              </a:ext>
            </a:extLst>
          </p:cNvPr>
          <p:cNvSpPr/>
          <p:nvPr/>
        </p:nvSpPr>
        <p:spPr>
          <a:xfrm>
            <a:off x="8505189" y="1921489"/>
            <a:ext cx="2517399" cy="2517399"/>
          </a:xfrm>
          <a:prstGeom prst="rect">
            <a:avLst/>
          </a:prstGeom>
          <a:blipFill>
            <a:blip r:embed="rId8" cstate="print"/>
            <a:stretch>
              <a:fillRect/>
            </a:stretch>
          </a:blipFill>
        </p:spPr>
        <p:txBody>
          <a:bodyPr wrap="square" lIns="0" tIns="0" rIns="0" bIns="0" rtlCol="0"/>
          <a:lstStyle/>
          <a:p>
            <a:pPr defTabSz="914400"/>
            <a:endParaRPr sz="1800">
              <a:solidFill>
                <a:prstClr val="black"/>
              </a:solidFill>
              <a:latin typeface="Calibri"/>
            </a:endParaRPr>
          </a:p>
        </p:txBody>
      </p:sp>
    </p:spTree>
    <p:extLst>
      <p:ext uri="{BB962C8B-B14F-4D97-AF65-F5344CB8AC3E}">
        <p14:creationId xmlns:p14="http://schemas.microsoft.com/office/powerpoint/2010/main" val="341340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4449"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DATA PREPROCESSING INSIGHTS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Dataset Transformations: Standardization</a:t>
            </a:r>
          </a:p>
        </p:txBody>
      </p:sp>
      <p:sp>
        <p:nvSpPr>
          <p:cNvPr id="20" name="Content Placeholder 1">
            <a:extLst>
              <a:ext uri="{FF2B5EF4-FFF2-40B4-BE49-F238E27FC236}">
                <a16:creationId xmlns:a16="http://schemas.microsoft.com/office/drawing/2014/main" id="{96D935B2-418D-439B-B992-10945D992704}"/>
              </a:ext>
            </a:extLst>
          </p:cNvPr>
          <p:cNvSpPr txBox="1">
            <a:spLocks/>
          </p:cNvSpPr>
          <p:nvPr/>
        </p:nvSpPr>
        <p:spPr>
          <a:xfrm>
            <a:off x="408060" y="1244878"/>
            <a:ext cx="11169951" cy="164056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Standardization is a scaling technique where values are transformed to center around a mean of 0 with a unit standard deviation. It is particularly helpful when the data follows a Gaussian (normal) distribution, but this isn’t a necessary requirement. Since standardization doesn’t have a bounding range, outliers are not affected by it. </a:t>
            </a:r>
          </a:p>
          <a:p>
            <a:pPr marL="285750" lvl="0" indent="-285750">
              <a:spcAft>
                <a:spcPts val="600"/>
              </a:spcAft>
              <a:buFont typeface="Arial" panose="020B0604020202020204" pitchFamily="34" charset="0"/>
              <a:buChar char="•"/>
            </a:pP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Negative values will be less than the mean, while positive values will sit above it</a:t>
            </a:r>
            <a:endParaRPr lang="en-US" sz="1400">
              <a:latin typeface="Arial"/>
              <a:cs typeface="Arial"/>
            </a:endParaRPr>
          </a:p>
          <a:p>
            <a:pPr marL="285750" indent="-285750">
              <a:spcAft>
                <a:spcPts val="600"/>
              </a:spcAft>
              <a:buFont typeface="Arial" panose="020B0604020202020204" pitchFamily="34" charset="0"/>
              <a:buChar char="•"/>
            </a:pPr>
            <a:r>
              <a:rPr lang="en-US" sz="1400">
                <a:latin typeface="Arial"/>
                <a:cs typeface="Arial"/>
              </a:rPr>
              <a:t>Computed as (value – mean / standard deviation)</a:t>
            </a:r>
          </a:p>
          <a:p>
            <a:pPr marL="285750" indent="-285750">
              <a:spcAft>
                <a:spcPts val="600"/>
              </a:spcAft>
              <a:buFont typeface="Arial" panose="020B0604020202020204" pitchFamily="34" charset="0"/>
              <a:buChar char="•"/>
            </a:pPr>
            <a:r>
              <a:rPr lang="en-US" sz="1400">
                <a:latin typeface="Arial"/>
                <a:cs typeface="Arial"/>
              </a:rPr>
              <a:t>Objective functions in learning algorithms may expect a standard distribution (i.e. L1/L2 Regularization used in Ridge/Lasso Regression)</a:t>
            </a:r>
          </a:p>
          <a:p>
            <a:pPr marL="285750" indent="-285750">
              <a:spcAft>
                <a:spcPts val="600"/>
              </a:spcAft>
              <a:buFont typeface="Arial" panose="020B0604020202020204" pitchFamily="34" charset="0"/>
              <a:buChar char="•"/>
            </a:pPr>
            <a:r>
              <a:rPr lang="en-US" sz="1400">
                <a:latin typeface="Arial"/>
                <a:cs typeface="Arial"/>
              </a:rPr>
              <a:t>Features with a high magnitude of variance compared to others may dominate estimator, making it unable to learn from other features</a:t>
            </a:r>
          </a:p>
          <a:p>
            <a:endParaRPr lang="en-US" sz="1400">
              <a:solidFill>
                <a:srgbClr val="000000"/>
              </a:solidFill>
              <a:latin typeface="Arial" panose="020B0604020202020204" pitchFamily="34" charset="0"/>
              <a:ea typeface="Open Sans" panose="020B0606030504020204" pitchFamily="34" charset="0"/>
              <a:cs typeface="Arial" panose="020B0604020202020204" pitchFamily="34" charset="0"/>
            </a:endParaRPr>
          </a:p>
          <a:p>
            <a:pPr marL="285750" lvl="0" indent="-285750">
              <a:buFont typeface="Arial" panose="020B0604020202020204" pitchFamily="34" charset="0"/>
              <a:buChar char="•"/>
            </a:pPr>
            <a:endParaRPr lang="en-US" sz="1400" b="1">
              <a:solidFill>
                <a:srgbClr val="000000"/>
              </a:solidFill>
              <a:latin typeface="Arial" panose="020B0604020202020204" pitchFamily="34" charset="0"/>
              <a:ea typeface="Open Sans" panose="020B0606030504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D770739C-3AF7-41AC-8952-E0238C98433D}"/>
              </a:ext>
            </a:extLst>
          </p:cNvPr>
          <p:cNvCxnSpPr>
            <a:cxnSpLocks/>
          </p:cNvCxnSpPr>
          <p:nvPr/>
        </p:nvCxnSpPr>
        <p:spPr>
          <a:xfrm>
            <a:off x="6332538" y="3281217"/>
            <a:ext cx="0" cy="3123410"/>
          </a:xfrm>
          <a:prstGeom prst="line">
            <a:avLst/>
          </a:prstGeom>
          <a:noFill/>
          <a:ln w="9525" cap="flat" cmpd="sng" algn="ctr">
            <a:solidFill>
              <a:sysClr val="window" lastClr="FFFFFF">
                <a:lumMod val="75000"/>
              </a:sysClr>
            </a:solidFill>
            <a:prstDash val="solid"/>
          </a:ln>
          <a:effectLst/>
        </p:spPr>
      </p:cxnSp>
      <p:cxnSp>
        <p:nvCxnSpPr>
          <p:cNvPr id="8" name="Straight Connector 7">
            <a:extLst>
              <a:ext uri="{FF2B5EF4-FFF2-40B4-BE49-F238E27FC236}">
                <a16:creationId xmlns:a16="http://schemas.microsoft.com/office/drawing/2014/main" id="{A70FD930-C8CE-4AE5-90BF-D526773F51C6}"/>
              </a:ext>
            </a:extLst>
          </p:cNvPr>
          <p:cNvCxnSpPr>
            <a:cxnSpLocks/>
          </p:cNvCxnSpPr>
          <p:nvPr/>
        </p:nvCxnSpPr>
        <p:spPr>
          <a:xfrm>
            <a:off x="485970" y="3281217"/>
            <a:ext cx="112522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122DD30A-B7C0-468A-AC45-990D494BB423}"/>
              </a:ext>
            </a:extLst>
          </p:cNvPr>
          <p:cNvPicPr>
            <a:picLocks noChangeAspect="1"/>
          </p:cNvPicPr>
          <p:nvPr/>
        </p:nvPicPr>
        <p:blipFill>
          <a:blip r:embed="rId8"/>
          <a:stretch>
            <a:fillRect/>
          </a:stretch>
        </p:blipFill>
        <p:spPr>
          <a:xfrm>
            <a:off x="1065453" y="3318164"/>
            <a:ext cx="4636027" cy="3031046"/>
          </a:xfrm>
          <a:prstGeom prst="rect">
            <a:avLst/>
          </a:prstGeom>
        </p:spPr>
      </p:pic>
      <p:pic>
        <p:nvPicPr>
          <p:cNvPr id="28" name="Picture 27">
            <a:extLst>
              <a:ext uri="{FF2B5EF4-FFF2-40B4-BE49-F238E27FC236}">
                <a16:creationId xmlns:a16="http://schemas.microsoft.com/office/drawing/2014/main" id="{9184D401-F798-42B6-9F77-6FD98AB97F6F}"/>
              </a:ext>
            </a:extLst>
          </p:cNvPr>
          <p:cNvPicPr>
            <a:picLocks noChangeAspect="1"/>
          </p:cNvPicPr>
          <p:nvPr/>
        </p:nvPicPr>
        <p:blipFill>
          <a:blip r:embed="rId9"/>
          <a:stretch>
            <a:fillRect/>
          </a:stretch>
        </p:blipFill>
        <p:spPr>
          <a:xfrm>
            <a:off x="6963597" y="3318164"/>
            <a:ext cx="4311054" cy="3031037"/>
          </a:xfrm>
          <a:prstGeom prst="rect">
            <a:avLst/>
          </a:prstGeom>
        </p:spPr>
      </p:pic>
    </p:spTree>
    <p:extLst>
      <p:ext uri="{BB962C8B-B14F-4D97-AF65-F5344CB8AC3E}">
        <p14:creationId xmlns:p14="http://schemas.microsoft.com/office/powerpoint/2010/main" val="4027630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6497"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DATA PREPROCESSING INSIGHTS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Dataset Transformations: Scaling and Normalization</a:t>
            </a:r>
          </a:p>
        </p:txBody>
      </p:sp>
      <p:sp>
        <p:nvSpPr>
          <p:cNvPr id="20" name="Content Placeholder 1">
            <a:extLst>
              <a:ext uri="{FF2B5EF4-FFF2-40B4-BE49-F238E27FC236}">
                <a16:creationId xmlns:a16="http://schemas.microsoft.com/office/drawing/2014/main" id="{96D935B2-418D-439B-B992-10945D992704}"/>
              </a:ext>
            </a:extLst>
          </p:cNvPr>
          <p:cNvSpPr txBox="1">
            <a:spLocks/>
          </p:cNvSpPr>
          <p:nvPr/>
        </p:nvSpPr>
        <p:spPr>
          <a:xfrm>
            <a:off x="408060" y="1244878"/>
            <a:ext cx="11169951" cy="164056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An alternative standardization is scaling features to lie between a given minimum and maximum value, often between zero and one. It provides robustness to very small standard deviations of features and preserving zero entries in sparse data. </a:t>
            </a:r>
          </a:p>
          <a:p>
            <a:r>
              <a:rPr lang="en-US" sz="1400" spc="-5">
                <a:latin typeface="Arial"/>
                <a:cs typeface="Arial"/>
              </a:rPr>
              <a:t>Normalization is the process of </a:t>
            </a:r>
            <a:r>
              <a:rPr lang="en-US" sz="1400">
                <a:latin typeface="Arial"/>
                <a:cs typeface="Arial"/>
              </a:rPr>
              <a:t>scaling </a:t>
            </a:r>
            <a:r>
              <a:rPr lang="en-US" sz="1400" spc="-5">
                <a:latin typeface="Arial"/>
                <a:cs typeface="Arial"/>
              </a:rPr>
              <a:t>individual </a:t>
            </a:r>
            <a:r>
              <a:rPr lang="en-US" sz="1400">
                <a:latin typeface="Arial"/>
                <a:cs typeface="Arial"/>
              </a:rPr>
              <a:t>samples </a:t>
            </a:r>
            <a:r>
              <a:rPr lang="en-US" sz="1400" spc="-5">
                <a:latin typeface="Arial"/>
                <a:cs typeface="Arial"/>
              </a:rPr>
              <a:t>to have unit norm. This process </a:t>
            </a:r>
            <a:r>
              <a:rPr lang="en-US" sz="1400">
                <a:latin typeface="Arial"/>
                <a:cs typeface="Arial"/>
              </a:rPr>
              <a:t>can </a:t>
            </a:r>
            <a:r>
              <a:rPr lang="en-US" sz="1400" spc="-5">
                <a:latin typeface="Arial"/>
                <a:cs typeface="Arial"/>
              </a:rPr>
              <a:t>be useful if </a:t>
            </a:r>
            <a:r>
              <a:rPr lang="en-US" sz="1400">
                <a:latin typeface="Arial"/>
                <a:cs typeface="Arial"/>
              </a:rPr>
              <a:t>you </a:t>
            </a:r>
            <a:r>
              <a:rPr lang="en-US" sz="1400" spc="-5">
                <a:latin typeface="Arial"/>
                <a:cs typeface="Arial"/>
              </a:rPr>
              <a:t>plan to use </a:t>
            </a:r>
            <a:r>
              <a:rPr lang="en-US" sz="1400">
                <a:latin typeface="Arial"/>
                <a:cs typeface="Arial"/>
              </a:rPr>
              <a:t>a </a:t>
            </a:r>
            <a:r>
              <a:rPr lang="en-US" sz="1400" spc="-5">
                <a:latin typeface="Arial"/>
                <a:cs typeface="Arial"/>
              </a:rPr>
              <a:t>quadratic form </a:t>
            </a:r>
            <a:r>
              <a:rPr lang="en-US" sz="1400">
                <a:latin typeface="Arial"/>
                <a:cs typeface="Arial"/>
              </a:rPr>
              <a:t>such </a:t>
            </a:r>
            <a:r>
              <a:rPr lang="en-US" sz="1400" spc="-5">
                <a:latin typeface="Arial"/>
                <a:cs typeface="Arial"/>
              </a:rPr>
              <a:t>as the dot-product or any other </a:t>
            </a:r>
            <a:r>
              <a:rPr lang="en-US" sz="1400">
                <a:latin typeface="Arial"/>
                <a:cs typeface="Arial"/>
              </a:rPr>
              <a:t>kernel </a:t>
            </a:r>
            <a:r>
              <a:rPr lang="en-US" sz="1400" spc="-5">
                <a:latin typeface="Arial"/>
                <a:cs typeface="Arial"/>
              </a:rPr>
              <a:t>to quantify the </a:t>
            </a:r>
            <a:r>
              <a:rPr lang="en-US" sz="1400">
                <a:latin typeface="Arial"/>
                <a:cs typeface="Arial"/>
              </a:rPr>
              <a:t>similarity </a:t>
            </a:r>
            <a:r>
              <a:rPr lang="en-US" sz="1400" spc="-5">
                <a:latin typeface="Arial"/>
                <a:cs typeface="Arial"/>
              </a:rPr>
              <a:t>of any pair of</a:t>
            </a:r>
            <a:r>
              <a:rPr lang="en-US" sz="1400" spc="-30">
                <a:latin typeface="Arial"/>
                <a:cs typeface="Arial"/>
              </a:rPr>
              <a:t> </a:t>
            </a:r>
            <a:r>
              <a:rPr lang="en-US" sz="1400">
                <a:latin typeface="Arial"/>
                <a:cs typeface="Arial"/>
              </a:rPr>
              <a:t>samples. </a:t>
            </a:r>
            <a:r>
              <a:rPr lang="en-US" sz="1400" spc="-5">
                <a:latin typeface="Arial"/>
                <a:cs typeface="Arial"/>
              </a:rPr>
              <a:t>This assumption is the base of the </a:t>
            </a:r>
            <a:r>
              <a:rPr lang="en-US" sz="1400" spc="-25">
                <a:latin typeface="Arial"/>
                <a:cs typeface="Arial"/>
              </a:rPr>
              <a:t>Vector </a:t>
            </a:r>
            <a:r>
              <a:rPr lang="en-US" sz="1400" spc="-5">
                <a:latin typeface="Arial"/>
                <a:cs typeface="Arial"/>
              </a:rPr>
              <a:t>Space </a:t>
            </a:r>
            <a:r>
              <a:rPr lang="en-US" sz="1400">
                <a:latin typeface="Arial"/>
                <a:cs typeface="Arial"/>
              </a:rPr>
              <a:t>Model </a:t>
            </a:r>
            <a:r>
              <a:rPr lang="en-US" sz="1400" spc="-5">
                <a:latin typeface="Arial"/>
                <a:cs typeface="Arial"/>
              </a:rPr>
              <a:t>often used in text </a:t>
            </a:r>
            <a:r>
              <a:rPr lang="en-US" sz="1400">
                <a:latin typeface="Arial"/>
                <a:cs typeface="Arial"/>
              </a:rPr>
              <a:t>classification </a:t>
            </a:r>
            <a:r>
              <a:rPr lang="en-US" sz="1400" spc="-5">
                <a:latin typeface="Arial"/>
                <a:cs typeface="Arial"/>
              </a:rPr>
              <a:t>and </a:t>
            </a:r>
            <a:r>
              <a:rPr lang="en-US" sz="1400">
                <a:latin typeface="Arial"/>
                <a:cs typeface="Arial"/>
              </a:rPr>
              <a:t>clustering</a:t>
            </a:r>
            <a:r>
              <a:rPr lang="en-US" sz="1400" spc="-30">
                <a:latin typeface="Arial"/>
                <a:cs typeface="Arial"/>
              </a:rPr>
              <a:t> </a:t>
            </a:r>
            <a:r>
              <a:rPr lang="en-US" sz="1400">
                <a:latin typeface="Arial"/>
                <a:cs typeface="Arial"/>
              </a:rPr>
              <a:t>contexts.</a:t>
            </a:r>
          </a:p>
        </p:txBody>
      </p:sp>
      <p:cxnSp>
        <p:nvCxnSpPr>
          <p:cNvPr id="7" name="Straight Connector 6">
            <a:extLst>
              <a:ext uri="{FF2B5EF4-FFF2-40B4-BE49-F238E27FC236}">
                <a16:creationId xmlns:a16="http://schemas.microsoft.com/office/drawing/2014/main" id="{8D8DB36F-9D66-49E6-B7C2-BD22EDC31931}"/>
              </a:ext>
            </a:extLst>
          </p:cNvPr>
          <p:cNvCxnSpPr>
            <a:cxnSpLocks/>
          </p:cNvCxnSpPr>
          <p:nvPr/>
        </p:nvCxnSpPr>
        <p:spPr>
          <a:xfrm>
            <a:off x="6332538" y="2736272"/>
            <a:ext cx="0" cy="3123410"/>
          </a:xfrm>
          <a:prstGeom prst="line">
            <a:avLst/>
          </a:prstGeom>
          <a:noFill/>
          <a:ln w="9525" cap="flat" cmpd="sng" algn="ctr">
            <a:solidFill>
              <a:sysClr val="window" lastClr="FFFFFF">
                <a:lumMod val="75000"/>
              </a:sysClr>
            </a:solidFill>
            <a:prstDash val="solid"/>
          </a:ln>
          <a:effectLst/>
        </p:spPr>
      </p:cxnSp>
      <p:cxnSp>
        <p:nvCxnSpPr>
          <p:cNvPr id="8" name="Straight Connector 7">
            <a:extLst>
              <a:ext uri="{FF2B5EF4-FFF2-40B4-BE49-F238E27FC236}">
                <a16:creationId xmlns:a16="http://schemas.microsoft.com/office/drawing/2014/main" id="{CE42F90B-B867-4761-AA46-379850F99636}"/>
              </a:ext>
            </a:extLst>
          </p:cNvPr>
          <p:cNvCxnSpPr>
            <a:cxnSpLocks/>
          </p:cNvCxnSpPr>
          <p:nvPr/>
        </p:nvCxnSpPr>
        <p:spPr>
          <a:xfrm>
            <a:off x="485970" y="2736272"/>
            <a:ext cx="112522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1904FDD-EE98-44AE-A0A4-AAE884460C74}"/>
              </a:ext>
            </a:extLst>
          </p:cNvPr>
          <p:cNvPicPr>
            <a:picLocks noChangeAspect="1"/>
          </p:cNvPicPr>
          <p:nvPr/>
        </p:nvPicPr>
        <p:blipFill>
          <a:blip r:embed="rId8"/>
          <a:stretch>
            <a:fillRect/>
          </a:stretch>
        </p:blipFill>
        <p:spPr>
          <a:xfrm>
            <a:off x="1065453" y="2782454"/>
            <a:ext cx="4636027" cy="3031046"/>
          </a:xfrm>
          <a:prstGeom prst="rect">
            <a:avLst/>
          </a:prstGeom>
        </p:spPr>
      </p:pic>
      <p:pic>
        <p:nvPicPr>
          <p:cNvPr id="2" name="Picture 1">
            <a:extLst>
              <a:ext uri="{FF2B5EF4-FFF2-40B4-BE49-F238E27FC236}">
                <a16:creationId xmlns:a16="http://schemas.microsoft.com/office/drawing/2014/main" id="{6891FDE0-6F54-42BC-BAE2-84D5C41EE14C}"/>
              </a:ext>
            </a:extLst>
          </p:cNvPr>
          <p:cNvPicPr>
            <a:picLocks noChangeAspect="1"/>
          </p:cNvPicPr>
          <p:nvPr/>
        </p:nvPicPr>
        <p:blipFill>
          <a:blip r:embed="rId9"/>
          <a:stretch>
            <a:fillRect/>
          </a:stretch>
        </p:blipFill>
        <p:spPr>
          <a:xfrm>
            <a:off x="6912020" y="2782455"/>
            <a:ext cx="3972627" cy="3031046"/>
          </a:xfrm>
          <a:prstGeom prst="rect">
            <a:avLst/>
          </a:prstGeom>
        </p:spPr>
      </p:pic>
    </p:spTree>
    <p:extLst>
      <p:ext uri="{BB962C8B-B14F-4D97-AF65-F5344CB8AC3E}">
        <p14:creationId xmlns:p14="http://schemas.microsoft.com/office/powerpoint/2010/main" val="1865641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8545"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DATA PREPROCESSING INSIGHTS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Dataset Transformations: Encoding</a:t>
            </a:r>
          </a:p>
        </p:txBody>
      </p:sp>
      <p:sp>
        <p:nvSpPr>
          <p:cNvPr id="20" name="Content Placeholder 1">
            <a:extLst>
              <a:ext uri="{FF2B5EF4-FFF2-40B4-BE49-F238E27FC236}">
                <a16:creationId xmlns:a16="http://schemas.microsoft.com/office/drawing/2014/main" id="{96D935B2-418D-439B-B992-10945D992704}"/>
              </a:ext>
            </a:extLst>
          </p:cNvPr>
          <p:cNvSpPr txBox="1">
            <a:spLocks/>
          </p:cNvSpPr>
          <p:nvPr/>
        </p:nvSpPr>
        <p:spPr>
          <a:xfrm>
            <a:off x="408060" y="1244878"/>
            <a:ext cx="11169951" cy="164056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In ML, encoding is an important preprocessing step for supervised learning with structured data. Two common types of encoding are Label Encoding and One-Hot Encoding. </a:t>
            </a:r>
          </a:p>
          <a:p>
            <a:r>
              <a:rPr lang="en-US" sz="1400" b="1">
                <a:solidFill>
                  <a:srgbClr val="000000"/>
                </a:solidFill>
                <a:latin typeface="Arial" panose="020B0604020202020204" pitchFamily="34" charset="0"/>
                <a:ea typeface="Open Sans" panose="020B0606030504020204" pitchFamily="34" charset="0"/>
                <a:cs typeface="Arial" panose="020B0604020202020204" pitchFamily="34" charset="0"/>
              </a:rPr>
              <a:t>Label Encoding </a:t>
            </a: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is the process by which labels (i.e., text valued variables like “Apple” or “Banana”) are converted into numeric form so as to make them machine-readable. It is then easier to design the algorithm to operate on the labels.</a:t>
            </a:r>
          </a:p>
          <a:p>
            <a:r>
              <a:rPr lang="en-US" sz="1400" b="1">
                <a:solidFill>
                  <a:srgbClr val="000000"/>
                </a:solidFill>
                <a:latin typeface="Arial" panose="020B0604020202020204" pitchFamily="34" charset="0"/>
                <a:ea typeface="Open Sans" panose="020B0606030504020204" pitchFamily="34" charset="0"/>
                <a:cs typeface="Arial" panose="020B0604020202020204" pitchFamily="34" charset="0"/>
              </a:rPr>
              <a:t>One-Hot Encoding</a:t>
            </a: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 is the process by which </a:t>
            </a:r>
            <a:r>
              <a:rPr lang="en-US" sz="1400">
                <a:latin typeface="Arial"/>
                <a:cs typeface="Arial"/>
              </a:rPr>
              <a:t>categorical variables into new features with discrete values represented by binary inputs (0,1)</a:t>
            </a:r>
            <a:endParaRPr lang="en-US" sz="1400" b="1">
              <a:solidFill>
                <a:srgbClr val="000000"/>
              </a:solidFill>
              <a:latin typeface="Arial" panose="020B0604020202020204" pitchFamily="34" charset="0"/>
              <a:ea typeface="Open Sans" panose="020B0606030504020204" pitchFamily="34" charset="0"/>
              <a:cs typeface="Arial" panose="020B0604020202020204" pitchFamily="34" charset="0"/>
            </a:endParaRPr>
          </a:p>
          <a:p>
            <a:pPr lvl="0"/>
            <a:endParaRPr lang="en-US" sz="1400" b="1">
              <a:solidFill>
                <a:srgbClr val="000000"/>
              </a:solidFill>
              <a:latin typeface="Arial" panose="020B0604020202020204" pitchFamily="34" charset="0"/>
              <a:ea typeface="Open Sans" panose="020B0606030504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A5EA7832-DE4B-47F5-9C80-77A928E3E84F}"/>
              </a:ext>
            </a:extLst>
          </p:cNvPr>
          <p:cNvCxnSpPr>
            <a:cxnSpLocks/>
          </p:cNvCxnSpPr>
          <p:nvPr/>
        </p:nvCxnSpPr>
        <p:spPr>
          <a:xfrm>
            <a:off x="6332538" y="2736272"/>
            <a:ext cx="0" cy="3123410"/>
          </a:xfrm>
          <a:prstGeom prst="line">
            <a:avLst/>
          </a:prstGeom>
          <a:noFill/>
          <a:ln w="9525" cap="flat" cmpd="sng" algn="ctr">
            <a:solidFill>
              <a:sysClr val="window" lastClr="FFFFFF">
                <a:lumMod val="75000"/>
              </a:sysClr>
            </a:solidFill>
            <a:prstDash val="solid"/>
          </a:ln>
          <a:effectLst/>
        </p:spPr>
      </p:cxnSp>
      <p:cxnSp>
        <p:nvCxnSpPr>
          <p:cNvPr id="8" name="Straight Connector 7">
            <a:extLst>
              <a:ext uri="{FF2B5EF4-FFF2-40B4-BE49-F238E27FC236}">
                <a16:creationId xmlns:a16="http://schemas.microsoft.com/office/drawing/2014/main" id="{F61A551A-1FC6-4544-A350-6B9E7AD54BC2}"/>
              </a:ext>
            </a:extLst>
          </p:cNvPr>
          <p:cNvCxnSpPr>
            <a:cxnSpLocks/>
          </p:cNvCxnSpPr>
          <p:nvPr/>
        </p:nvCxnSpPr>
        <p:spPr>
          <a:xfrm>
            <a:off x="485970" y="2736272"/>
            <a:ext cx="112522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0DD7197-07E1-4017-AE15-F66D0B722DD4}"/>
              </a:ext>
            </a:extLst>
          </p:cNvPr>
          <p:cNvPicPr>
            <a:picLocks noChangeAspect="1"/>
          </p:cNvPicPr>
          <p:nvPr/>
        </p:nvPicPr>
        <p:blipFill>
          <a:blip r:embed="rId8"/>
          <a:stretch>
            <a:fillRect/>
          </a:stretch>
        </p:blipFill>
        <p:spPr>
          <a:xfrm>
            <a:off x="1327212" y="2830024"/>
            <a:ext cx="3897314" cy="3472439"/>
          </a:xfrm>
          <a:prstGeom prst="rect">
            <a:avLst/>
          </a:prstGeom>
        </p:spPr>
      </p:pic>
      <p:sp>
        <p:nvSpPr>
          <p:cNvPr id="5" name="Rectangle 4">
            <a:extLst>
              <a:ext uri="{FF2B5EF4-FFF2-40B4-BE49-F238E27FC236}">
                <a16:creationId xmlns:a16="http://schemas.microsoft.com/office/drawing/2014/main" id="{CDC1E01F-E385-4A7E-B4DA-3DE76113C7D5}"/>
              </a:ext>
            </a:extLst>
          </p:cNvPr>
          <p:cNvSpPr/>
          <p:nvPr/>
        </p:nvSpPr>
        <p:spPr>
          <a:xfrm>
            <a:off x="1327212" y="6099264"/>
            <a:ext cx="1037297" cy="20319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201590D-63CD-4B9D-A1BC-A6CFB3BAC232}"/>
              </a:ext>
            </a:extLst>
          </p:cNvPr>
          <p:cNvPicPr>
            <a:picLocks noChangeAspect="1"/>
          </p:cNvPicPr>
          <p:nvPr/>
        </p:nvPicPr>
        <p:blipFill>
          <a:blip r:embed="rId9"/>
          <a:stretch>
            <a:fillRect/>
          </a:stretch>
        </p:blipFill>
        <p:spPr>
          <a:xfrm>
            <a:off x="7148726" y="2830024"/>
            <a:ext cx="3620867" cy="3472428"/>
          </a:xfrm>
          <a:prstGeom prst="rect">
            <a:avLst/>
          </a:prstGeom>
        </p:spPr>
      </p:pic>
      <p:sp>
        <p:nvSpPr>
          <p:cNvPr id="14" name="Rectangle 13">
            <a:extLst>
              <a:ext uri="{FF2B5EF4-FFF2-40B4-BE49-F238E27FC236}">
                <a16:creationId xmlns:a16="http://schemas.microsoft.com/office/drawing/2014/main" id="{E461C818-41EF-4340-85DF-EDD084FA7257}"/>
              </a:ext>
            </a:extLst>
          </p:cNvPr>
          <p:cNvSpPr/>
          <p:nvPr/>
        </p:nvSpPr>
        <p:spPr>
          <a:xfrm>
            <a:off x="7074837" y="6145445"/>
            <a:ext cx="1037297" cy="20319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4451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0593"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DATA PREPROCESSING INSIGHTS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Dataset Transformations: Imputation</a:t>
            </a:r>
          </a:p>
        </p:txBody>
      </p:sp>
      <p:sp>
        <p:nvSpPr>
          <p:cNvPr id="20" name="Content Placeholder 1">
            <a:extLst>
              <a:ext uri="{FF2B5EF4-FFF2-40B4-BE49-F238E27FC236}">
                <a16:creationId xmlns:a16="http://schemas.microsoft.com/office/drawing/2014/main" id="{96D935B2-418D-439B-B992-10945D992704}"/>
              </a:ext>
            </a:extLst>
          </p:cNvPr>
          <p:cNvSpPr txBox="1">
            <a:spLocks/>
          </p:cNvSpPr>
          <p:nvPr/>
        </p:nvSpPr>
        <p:spPr>
          <a:xfrm>
            <a:off x="408060" y="1244878"/>
            <a:ext cx="11169951" cy="164056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As we learned with encoding, machine learning algorithms for the most part require numeric inputs, however, they also require a value to be present within each record in a dataset. In practice, data can often be missing values, an it is common to identify those features with missing values and </a:t>
            </a:r>
            <a:r>
              <a:rPr lang="en-US" sz="1400" b="1">
                <a:solidFill>
                  <a:srgbClr val="000000"/>
                </a:solidFill>
                <a:latin typeface="Arial" panose="020B0604020202020204" pitchFamily="34" charset="0"/>
                <a:ea typeface="Open Sans" panose="020B0606030504020204" pitchFamily="34" charset="0"/>
                <a:cs typeface="Arial" panose="020B0604020202020204" pitchFamily="34" charset="0"/>
              </a:rPr>
              <a:t>impute</a:t>
            </a:r>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 the values. Imputation is the process of replacing missing data with substitute values. Commonly, the feature mean, median, mode, or a constant are used to fill in the missing values.</a:t>
            </a:r>
          </a:p>
        </p:txBody>
      </p:sp>
      <p:cxnSp>
        <p:nvCxnSpPr>
          <p:cNvPr id="7" name="Straight Connector 6">
            <a:extLst>
              <a:ext uri="{FF2B5EF4-FFF2-40B4-BE49-F238E27FC236}">
                <a16:creationId xmlns:a16="http://schemas.microsoft.com/office/drawing/2014/main" id="{C5772D5D-339A-41FF-A134-AFD99CD740DE}"/>
              </a:ext>
            </a:extLst>
          </p:cNvPr>
          <p:cNvCxnSpPr>
            <a:cxnSpLocks/>
          </p:cNvCxnSpPr>
          <p:nvPr/>
        </p:nvCxnSpPr>
        <p:spPr>
          <a:xfrm>
            <a:off x="6129341" y="2320635"/>
            <a:ext cx="0" cy="3867729"/>
          </a:xfrm>
          <a:prstGeom prst="line">
            <a:avLst/>
          </a:prstGeom>
          <a:noFill/>
          <a:ln w="9525" cap="flat" cmpd="sng" algn="ctr">
            <a:solidFill>
              <a:sysClr val="window" lastClr="FFFFFF">
                <a:lumMod val="75000"/>
              </a:sysClr>
            </a:solidFill>
            <a:prstDash val="solid"/>
          </a:ln>
          <a:effectLst/>
        </p:spPr>
      </p:cxnSp>
      <p:cxnSp>
        <p:nvCxnSpPr>
          <p:cNvPr id="8" name="Straight Connector 7">
            <a:extLst>
              <a:ext uri="{FF2B5EF4-FFF2-40B4-BE49-F238E27FC236}">
                <a16:creationId xmlns:a16="http://schemas.microsoft.com/office/drawing/2014/main" id="{24969E87-8801-4A06-ACE3-ACEB95149DEA}"/>
              </a:ext>
            </a:extLst>
          </p:cNvPr>
          <p:cNvCxnSpPr>
            <a:cxnSpLocks/>
          </p:cNvCxnSpPr>
          <p:nvPr/>
        </p:nvCxnSpPr>
        <p:spPr>
          <a:xfrm>
            <a:off x="485970" y="2320635"/>
            <a:ext cx="112522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3D502F-293A-477E-BF40-4060D4F949B8}"/>
              </a:ext>
            </a:extLst>
          </p:cNvPr>
          <p:cNvPicPr>
            <a:picLocks noChangeAspect="1"/>
          </p:cNvPicPr>
          <p:nvPr/>
        </p:nvPicPr>
        <p:blipFill>
          <a:blip r:embed="rId8"/>
          <a:stretch>
            <a:fillRect/>
          </a:stretch>
        </p:blipFill>
        <p:spPr>
          <a:xfrm>
            <a:off x="466209" y="2493315"/>
            <a:ext cx="5477845" cy="3522367"/>
          </a:xfrm>
          <a:prstGeom prst="rect">
            <a:avLst/>
          </a:prstGeom>
        </p:spPr>
      </p:pic>
      <p:pic>
        <p:nvPicPr>
          <p:cNvPr id="6" name="Picture 5">
            <a:extLst>
              <a:ext uri="{FF2B5EF4-FFF2-40B4-BE49-F238E27FC236}">
                <a16:creationId xmlns:a16="http://schemas.microsoft.com/office/drawing/2014/main" id="{5AA12718-73E7-456E-8C2B-21E7E958B357}"/>
              </a:ext>
            </a:extLst>
          </p:cNvPr>
          <p:cNvPicPr>
            <a:picLocks noChangeAspect="1"/>
          </p:cNvPicPr>
          <p:nvPr/>
        </p:nvPicPr>
        <p:blipFill>
          <a:blip r:embed="rId9"/>
          <a:stretch>
            <a:fillRect/>
          </a:stretch>
        </p:blipFill>
        <p:spPr>
          <a:xfrm>
            <a:off x="6312778" y="2493315"/>
            <a:ext cx="5477844" cy="3695048"/>
          </a:xfrm>
          <a:prstGeom prst="rect">
            <a:avLst/>
          </a:prstGeom>
        </p:spPr>
      </p:pic>
    </p:spTree>
    <p:extLst>
      <p:ext uri="{BB962C8B-B14F-4D97-AF65-F5344CB8AC3E}">
        <p14:creationId xmlns:p14="http://schemas.microsoft.com/office/powerpoint/2010/main" val="2576083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2641"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Dimensions and Features</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Dataset Transformations: Feature Extraction</a:t>
            </a:r>
          </a:p>
        </p:txBody>
      </p:sp>
      <p:sp>
        <p:nvSpPr>
          <p:cNvPr id="35" name="Text Placeholder 12">
            <a:extLst>
              <a:ext uri="{FF2B5EF4-FFF2-40B4-BE49-F238E27FC236}">
                <a16:creationId xmlns:a16="http://schemas.microsoft.com/office/drawing/2014/main" id="{D78A4532-4F35-4A82-9450-DB30BE776903}"/>
              </a:ext>
            </a:extLst>
          </p:cNvPr>
          <p:cNvSpPr txBox="1">
            <a:spLocks/>
          </p:cNvSpPr>
          <p:nvPr/>
        </p:nvSpPr>
        <p:spPr>
          <a:xfrm>
            <a:off x="409770" y="1182710"/>
            <a:ext cx="11252200" cy="1569726"/>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787878"/>
              </a:buClr>
              <a:buNone/>
              <a:defRPr/>
            </a:pPr>
            <a:r>
              <a:rPr lang="en-US" sz="1400">
                <a:solidFill>
                  <a:srgbClr val="000000"/>
                </a:solidFill>
                <a:latin typeface="Arial" panose="020B0604020202020204" pitchFamily="34" charset="0"/>
                <a:cs typeface="Arial" panose="020B0604020202020204" pitchFamily="34" charset="0"/>
              </a:rPr>
              <a:t>Since feature selection at its core is centered around identifying the best subset of features, we’ll instead focus on feature extraction, which is a more complex process as its roots are grounded in transforming the data. Data transformations may be linear or nonlinear. A </a:t>
            </a:r>
            <a:r>
              <a:rPr lang="en-US" sz="1400" b="1">
                <a:solidFill>
                  <a:srgbClr val="000000"/>
                </a:solidFill>
                <a:latin typeface="Arial" panose="020B0604020202020204" pitchFamily="34" charset="0"/>
                <a:cs typeface="Arial" panose="020B0604020202020204" pitchFamily="34" charset="0"/>
              </a:rPr>
              <a:t>linear transformation </a:t>
            </a:r>
            <a:r>
              <a:rPr lang="en-US" sz="1400">
                <a:solidFill>
                  <a:srgbClr val="000000"/>
                </a:solidFill>
                <a:latin typeface="Arial" panose="020B0604020202020204" pitchFamily="34" charset="0"/>
                <a:cs typeface="Arial" panose="020B0604020202020204" pitchFamily="34" charset="0"/>
              </a:rPr>
              <a:t>implies that the transformation </a:t>
            </a:r>
            <a:r>
              <a:rPr lang="en-US" sz="1400" b="1">
                <a:solidFill>
                  <a:srgbClr val="000000"/>
                </a:solidFill>
                <a:latin typeface="Arial" panose="020B0604020202020204" pitchFamily="34" charset="0"/>
                <a:cs typeface="Arial" panose="020B0604020202020204" pitchFamily="34" charset="0"/>
              </a:rPr>
              <a:t>does no </a:t>
            </a:r>
            <a:r>
              <a:rPr lang="en-US" sz="1400">
                <a:solidFill>
                  <a:srgbClr val="000000"/>
                </a:solidFill>
                <a:latin typeface="Arial" panose="020B0604020202020204" pitchFamily="34" charset="0"/>
                <a:cs typeface="Arial" panose="020B0604020202020204" pitchFamily="34" charset="0"/>
              </a:rPr>
              <a:t>change the correlation among the variables. A </a:t>
            </a:r>
            <a:r>
              <a:rPr lang="en-US" sz="1400" b="1">
                <a:solidFill>
                  <a:srgbClr val="000000"/>
                </a:solidFill>
                <a:latin typeface="Arial" panose="020B0604020202020204" pitchFamily="34" charset="0"/>
                <a:cs typeface="Arial" panose="020B0604020202020204" pitchFamily="34" charset="0"/>
              </a:rPr>
              <a:t>nonlinear transformation</a:t>
            </a:r>
            <a:r>
              <a:rPr lang="en-US" sz="1400">
                <a:solidFill>
                  <a:srgbClr val="000000"/>
                </a:solidFill>
                <a:latin typeface="Arial" panose="020B0604020202020204" pitchFamily="34" charset="0"/>
                <a:cs typeface="Arial" panose="020B0604020202020204" pitchFamily="34" charset="0"/>
              </a:rPr>
              <a:t> is the counterpoint of this such changes the relationship of the variables. A few common examples of these types of transformations are described below.</a:t>
            </a:r>
          </a:p>
        </p:txBody>
      </p:sp>
      <p:graphicFrame>
        <p:nvGraphicFramePr>
          <p:cNvPr id="9" name="Diagram 8">
            <a:extLst>
              <a:ext uri="{FF2B5EF4-FFF2-40B4-BE49-F238E27FC236}">
                <a16:creationId xmlns:a16="http://schemas.microsoft.com/office/drawing/2014/main" id="{E7FBB185-9D16-4505-8857-7AB56C1C05E5}"/>
              </a:ext>
            </a:extLst>
          </p:cNvPr>
          <p:cNvGraphicFramePr/>
          <p:nvPr>
            <p:extLst>
              <p:ext uri="{D42A27DB-BD31-4B8C-83A1-F6EECF244321}">
                <p14:modId xmlns:p14="http://schemas.microsoft.com/office/powerpoint/2010/main" val="628838274"/>
              </p:ext>
            </p:extLst>
          </p:nvPr>
        </p:nvGraphicFramePr>
        <p:xfrm>
          <a:off x="507610" y="2043074"/>
          <a:ext cx="11230560" cy="236953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254674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4689"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MACHINE LEARNING IN PYTHON</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69900" y="8470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Sci-Kit Learn: Your First Estimator</a:t>
            </a:r>
          </a:p>
        </p:txBody>
      </p:sp>
      <p:sp>
        <p:nvSpPr>
          <p:cNvPr id="7" name="Text Placeholder 12">
            <a:extLst>
              <a:ext uri="{FF2B5EF4-FFF2-40B4-BE49-F238E27FC236}">
                <a16:creationId xmlns:a16="http://schemas.microsoft.com/office/drawing/2014/main" id="{CFE7EC19-515F-445C-886A-B9D60B9775DD}"/>
              </a:ext>
            </a:extLst>
          </p:cNvPr>
          <p:cNvSpPr txBox="1">
            <a:spLocks/>
          </p:cNvSpPr>
          <p:nvPr/>
        </p:nvSpPr>
        <p:spPr>
          <a:xfrm>
            <a:off x="409770" y="1182710"/>
            <a:ext cx="11252200" cy="52025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787878"/>
              </a:buClr>
              <a:buNone/>
              <a:defRPr/>
            </a:pPr>
            <a:r>
              <a:rPr lang="en-US" sz="1400">
                <a:solidFill>
                  <a:srgbClr val="000000"/>
                </a:solidFill>
                <a:latin typeface="Arial" panose="020B0604020202020204" pitchFamily="34" charset="0"/>
                <a:cs typeface="Arial" panose="020B0604020202020204" pitchFamily="34" charset="0"/>
              </a:rPr>
              <a:t>Look at the code below creating and scoring our first estimator. Our test score looks great, but is that all there is to it? Is this model ready to be used in production?</a:t>
            </a:r>
          </a:p>
        </p:txBody>
      </p:sp>
      <p:pic>
        <p:nvPicPr>
          <p:cNvPr id="5" name="Picture 4">
            <a:extLst>
              <a:ext uri="{FF2B5EF4-FFF2-40B4-BE49-F238E27FC236}">
                <a16:creationId xmlns:a16="http://schemas.microsoft.com/office/drawing/2014/main" id="{67693AA7-2BEB-443C-8619-89EC911C7BDD}"/>
              </a:ext>
            </a:extLst>
          </p:cNvPr>
          <p:cNvPicPr>
            <a:picLocks noChangeAspect="1"/>
          </p:cNvPicPr>
          <p:nvPr/>
        </p:nvPicPr>
        <p:blipFill>
          <a:blip r:embed="rId8"/>
          <a:stretch>
            <a:fillRect/>
          </a:stretch>
        </p:blipFill>
        <p:spPr>
          <a:xfrm>
            <a:off x="469900" y="1744910"/>
            <a:ext cx="8337133" cy="4559202"/>
          </a:xfrm>
          <a:prstGeom prst="rect">
            <a:avLst/>
          </a:prstGeom>
        </p:spPr>
      </p:pic>
    </p:spTree>
    <p:extLst>
      <p:ext uri="{BB962C8B-B14F-4D97-AF65-F5344CB8AC3E}">
        <p14:creationId xmlns:p14="http://schemas.microsoft.com/office/powerpoint/2010/main" val="3596649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CEAF35D-6B6D-4D23-A773-8BEBC1C36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6737" name="think-cell Slide" r:id="rId6" imgW="415" imgH="416" progId="TCLayout.ActiveDocument.1">
                  <p:embed/>
                </p:oleObj>
              </mc:Choice>
              <mc:Fallback>
                <p:oleObj name="think-cell Slide" r:id="rId6" imgW="415" imgH="416" progId="TCLayout.ActiveDocument.1">
                  <p:embed/>
                  <p:pic>
                    <p:nvPicPr>
                      <p:cNvPr id="4" name="Object 3" hidden="1">
                        <a:extLst>
                          <a:ext uri="{FF2B5EF4-FFF2-40B4-BE49-F238E27FC236}">
                            <a16:creationId xmlns:a16="http://schemas.microsoft.com/office/drawing/2014/main" id="{4CEAF35D-6B6D-4D23-A773-8BEBC1C362C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48AF123-C2F3-4A45-8CB2-D97B15CF1193}"/>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8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sp>
        <p:nvSpPr>
          <p:cNvPr id="78" name="Text Placeholder 77">
            <a:extLst>
              <a:ext uri="{FF2B5EF4-FFF2-40B4-BE49-F238E27FC236}">
                <a16:creationId xmlns:a16="http://schemas.microsoft.com/office/drawing/2014/main" id="{1E906DC6-E92D-48B2-B43B-E4F5C4AED758}"/>
              </a:ext>
            </a:extLst>
          </p:cNvPr>
          <p:cNvSpPr>
            <a:spLocks noGrp="1"/>
          </p:cNvSpPr>
          <p:nvPr>
            <p:ph type="body" sz="quarter" idx="15"/>
          </p:nvPr>
        </p:nvSpPr>
        <p:spPr>
          <a:xfrm>
            <a:off x="507610" y="466344"/>
            <a:ext cx="4142804" cy="164592"/>
          </a:xfrm>
        </p:spPr>
        <p:txBody>
          <a:bodyPr/>
          <a:lstStyle/>
          <a:p>
            <a:r>
              <a:rPr lang="en-US">
                <a:latin typeface="Arial" panose="020B0604020202020204" pitchFamily="34" charset="0"/>
                <a:cs typeface="Arial" panose="020B0604020202020204" pitchFamily="34" charset="0"/>
              </a:rPr>
              <a:t>CLASSIFICATION</a:t>
            </a:r>
          </a:p>
        </p:txBody>
      </p:sp>
      <p:sp>
        <p:nvSpPr>
          <p:cNvPr id="34" name="Title 2">
            <a:extLst>
              <a:ext uri="{FF2B5EF4-FFF2-40B4-BE49-F238E27FC236}">
                <a16:creationId xmlns:a16="http://schemas.microsoft.com/office/drawing/2014/main" id="{C560C772-E0A0-4F1E-92F1-CA076CC5FF28}"/>
              </a:ext>
            </a:extLst>
          </p:cNvPr>
          <p:cNvSpPr>
            <a:spLocks noGrp="1"/>
          </p:cNvSpPr>
          <p:nvPr>
            <p:ph type="title"/>
          </p:nvPr>
        </p:nvSpPr>
        <p:spPr>
          <a:xfrm>
            <a:off x="485970" y="796256"/>
            <a:ext cx="11252200" cy="334102"/>
          </a:xfrm>
        </p:spPr>
        <p:txBody>
          <a:bodyPr/>
          <a:lstStyle/>
          <a:p>
            <a:r>
              <a:rPr lang="en-US" sz="2800">
                <a:latin typeface="Arial" panose="020B0604020202020204" pitchFamily="34" charset="0"/>
                <a:ea typeface="Verdana" panose="020B0604030504040204" pitchFamily="34" charset="0"/>
                <a:cs typeface="Arial" panose="020B0604020202020204" pitchFamily="34" charset="0"/>
              </a:rPr>
              <a:t>Classification Performance Metrics</a:t>
            </a:r>
          </a:p>
        </p:txBody>
      </p:sp>
      <p:sp>
        <p:nvSpPr>
          <p:cNvPr id="20" name="Content Placeholder 1">
            <a:extLst>
              <a:ext uri="{FF2B5EF4-FFF2-40B4-BE49-F238E27FC236}">
                <a16:creationId xmlns:a16="http://schemas.microsoft.com/office/drawing/2014/main" id="{96D935B2-418D-439B-B992-10945D992704}"/>
              </a:ext>
            </a:extLst>
          </p:cNvPr>
          <p:cNvSpPr txBox="1">
            <a:spLocks/>
          </p:cNvSpPr>
          <p:nvPr/>
        </p:nvSpPr>
        <p:spPr>
          <a:xfrm>
            <a:off x="408060" y="1295678"/>
            <a:ext cx="11252199" cy="49502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r>
              <a:rPr lang="en-US" sz="1400">
                <a:solidFill>
                  <a:srgbClr val="000000"/>
                </a:solidFill>
                <a:latin typeface="Arial" panose="020B0604020202020204" pitchFamily="34" charset="0"/>
                <a:ea typeface="Open Sans" panose="020B0606030504020204" pitchFamily="34" charset="0"/>
                <a:cs typeface="Arial" panose="020B0604020202020204" pitchFamily="34" charset="0"/>
              </a:rPr>
              <a:t>Supervised Machine Learning Classification models are traditionally evaluated based on the correct prediction of a value class for a specific Target/Label as being a True Positive or True Negative associated with the alignment of the Actual and Predicted Values</a:t>
            </a:r>
          </a:p>
        </p:txBody>
      </p:sp>
      <p:cxnSp>
        <p:nvCxnSpPr>
          <p:cNvPr id="12" name="Straight Connector 11">
            <a:extLst>
              <a:ext uri="{FF2B5EF4-FFF2-40B4-BE49-F238E27FC236}">
                <a16:creationId xmlns:a16="http://schemas.microsoft.com/office/drawing/2014/main" id="{E4173559-271B-4B96-9712-F4536106B3CD}"/>
              </a:ext>
            </a:extLst>
          </p:cNvPr>
          <p:cNvCxnSpPr>
            <a:cxnSpLocks/>
          </p:cNvCxnSpPr>
          <p:nvPr/>
        </p:nvCxnSpPr>
        <p:spPr>
          <a:xfrm flipH="1">
            <a:off x="507610" y="2101984"/>
            <a:ext cx="6350390" cy="0"/>
          </a:xfrm>
          <a:prstGeom prst="line">
            <a:avLst/>
          </a:prstGeom>
          <a:ln w="508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8A5DE04-AC1C-400F-8EBF-03152E59D7DD}"/>
              </a:ext>
            </a:extLst>
          </p:cNvPr>
          <p:cNvSpPr txBox="1"/>
          <p:nvPr/>
        </p:nvSpPr>
        <p:spPr>
          <a:xfrm>
            <a:off x="3022693" y="1901929"/>
            <a:ext cx="1467564" cy="400110"/>
          </a:xfrm>
          <a:prstGeom prst="rect">
            <a:avLst/>
          </a:prstGeom>
          <a:solidFill>
            <a:schemeClr val="bg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300" normalizeH="0" baseline="0" noProof="0">
                <a:ln>
                  <a:noFill/>
                </a:ln>
                <a:solidFill>
                  <a:srgbClr val="000000"/>
                </a:solidFill>
                <a:effectLst/>
                <a:uLnTx/>
                <a:uFillTx/>
                <a:latin typeface="Open Sans"/>
                <a:ea typeface="Open Sans" charset="0"/>
                <a:cs typeface="Open Sans" charset="0"/>
              </a:rPr>
              <a:t>Performance Measures </a:t>
            </a:r>
          </a:p>
        </p:txBody>
      </p:sp>
      <p:sp>
        <p:nvSpPr>
          <p:cNvPr id="14" name="Rectangle 13">
            <a:extLst>
              <a:ext uri="{FF2B5EF4-FFF2-40B4-BE49-F238E27FC236}">
                <a16:creationId xmlns:a16="http://schemas.microsoft.com/office/drawing/2014/main" id="{C7CC0113-D905-4297-A19C-8CA1E21F37E9}"/>
              </a:ext>
            </a:extLst>
          </p:cNvPr>
          <p:cNvSpPr/>
          <p:nvPr/>
        </p:nvSpPr>
        <p:spPr>
          <a:xfrm>
            <a:off x="7107901" y="2067237"/>
            <a:ext cx="4768301" cy="765811"/>
          </a:xfrm>
          <a:prstGeom prst="rect">
            <a:avLst/>
          </a:prstGeom>
          <a:solidFill>
            <a:schemeClr val="tx1">
              <a:lumMod val="65000"/>
              <a:lumOff val="35000"/>
            </a:schemeClr>
          </a:solidFill>
          <a:ln w="15875">
            <a:noFill/>
          </a:ln>
        </p:spPr>
        <p:txBody>
          <a:bodyPr wrap="square" lIns="91440" tIns="91440" rIns="91440" bIns="9144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Confusion Matrix</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Predicted</a:t>
            </a:r>
          </a:p>
        </p:txBody>
      </p:sp>
      <p:sp>
        <p:nvSpPr>
          <p:cNvPr id="15" name="Rectangle 14">
            <a:extLst>
              <a:ext uri="{FF2B5EF4-FFF2-40B4-BE49-F238E27FC236}">
                <a16:creationId xmlns:a16="http://schemas.microsoft.com/office/drawing/2014/main" id="{26A4AA75-90D2-4DD0-A22D-6BC929718835}"/>
              </a:ext>
            </a:extLst>
          </p:cNvPr>
          <p:cNvSpPr/>
          <p:nvPr/>
        </p:nvSpPr>
        <p:spPr>
          <a:xfrm>
            <a:off x="7112290" y="2824121"/>
            <a:ext cx="2379091" cy="1761067"/>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rtlCol="0" anchor="t" anchorCtr="0"/>
          <a:lstStyle/>
          <a:p>
            <a:pPr marL="0" marR="0" lvl="0" indent="0" algn="ctr" defTabSz="914400" rtl="0" eaLnBrk="1" fontAlgn="auto" latinLnBrk="0" hangingPunct="1">
              <a:lnSpc>
                <a:spcPct val="114000"/>
              </a:lnSpc>
              <a:spcBef>
                <a:spcPts val="0"/>
              </a:spcBef>
              <a:spcAft>
                <a:spcPts val="14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True Positive (TP)</a:t>
            </a:r>
          </a:p>
          <a:p>
            <a:pPr marL="0" marR="0" lvl="0" indent="0" algn="ctr" defTabSz="914400" rtl="0" eaLnBrk="1" fontAlgn="auto" latinLnBrk="0" hangingPunct="1">
              <a:lnSpc>
                <a:spcPct val="114000"/>
              </a:lnSpc>
              <a:spcBef>
                <a:spcPts val="0"/>
              </a:spcBef>
              <a:spcAft>
                <a:spcPts val="10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The Machine Learning Model Predicted the Actual True Condition of “Y” </a:t>
            </a:r>
          </a:p>
          <a:p>
            <a:pPr marL="0" marR="0" lvl="0" indent="0" algn="ctr" defTabSz="914400" rtl="0" eaLnBrk="1" fontAlgn="auto" latinLnBrk="0" hangingPunct="1">
              <a:lnSpc>
                <a:spcPct val="114000"/>
              </a:lnSpc>
              <a:spcBef>
                <a:spcPts val="0"/>
              </a:spcBef>
              <a:spcAft>
                <a:spcPts val="100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16" name="Rectangle 15">
            <a:extLst>
              <a:ext uri="{FF2B5EF4-FFF2-40B4-BE49-F238E27FC236}">
                <a16:creationId xmlns:a16="http://schemas.microsoft.com/office/drawing/2014/main" id="{89F77AAC-C6E8-4B27-AABE-2140659A2ACC}"/>
              </a:ext>
            </a:extLst>
          </p:cNvPr>
          <p:cNvSpPr/>
          <p:nvPr/>
        </p:nvSpPr>
        <p:spPr>
          <a:xfrm>
            <a:off x="9487236" y="2824121"/>
            <a:ext cx="2379091" cy="1761067"/>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tIns="274320" rtlCol="0" anchor="t" anchorCtr="0"/>
          <a:lstStyle/>
          <a:p>
            <a:pPr marL="0" marR="0" lvl="0" indent="0" algn="ctr" defTabSz="914400" rtl="0" eaLnBrk="1" fontAlgn="auto" latinLnBrk="0" hangingPunct="1">
              <a:lnSpc>
                <a:spcPct val="114000"/>
              </a:lnSpc>
              <a:spcBef>
                <a:spcPts val="0"/>
              </a:spcBef>
              <a:spcAft>
                <a:spcPts val="14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False Negative (FN)</a:t>
            </a:r>
          </a:p>
          <a:p>
            <a:pPr marL="0" marR="0" lvl="0" indent="0" algn="ctr" defTabSz="914400" rtl="0" eaLnBrk="1" fontAlgn="auto" latinLnBrk="0" hangingPunct="1">
              <a:lnSpc>
                <a:spcPct val="114000"/>
              </a:lnSpc>
              <a:spcBef>
                <a:spcPts val="0"/>
              </a:spcBef>
              <a:spcAft>
                <a:spcPts val="10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The Machine Learning Model Predicted “N” when the actual value was “Y”. Type II Misclassification  Error as a False Negative.</a:t>
            </a:r>
          </a:p>
          <a:p>
            <a:pPr marL="0" marR="0" lvl="0" indent="0" algn="ctr" defTabSz="914400" rtl="0" eaLnBrk="1" fontAlgn="auto" latinLnBrk="0" hangingPunct="1">
              <a:lnSpc>
                <a:spcPct val="114000"/>
              </a:lnSpc>
              <a:spcBef>
                <a:spcPts val="0"/>
              </a:spcBef>
              <a:spcAft>
                <a:spcPts val="100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17" name="Rectangle 16">
            <a:extLst>
              <a:ext uri="{FF2B5EF4-FFF2-40B4-BE49-F238E27FC236}">
                <a16:creationId xmlns:a16="http://schemas.microsoft.com/office/drawing/2014/main" id="{A920A14E-5111-471F-8F84-44957E4AC8B9}"/>
              </a:ext>
            </a:extLst>
          </p:cNvPr>
          <p:cNvSpPr/>
          <p:nvPr/>
        </p:nvSpPr>
        <p:spPr>
          <a:xfrm>
            <a:off x="7112290" y="4585188"/>
            <a:ext cx="2379091" cy="1761067"/>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pPr marL="0" marR="0" lvl="0" indent="0" algn="ctr" defTabSz="914400" rtl="0" eaLnBrk="1" fontAlgn="auto" latinLnBrk="0" hangingPunct="1">
              <a:lnSpc>
                <a:spcPct val="114000"/>
              </a:lnSpc>
              <a:spcBef>
                <a:spcPts val="0"/>
              </a:spcBef>
              <a:spcAft>
                <a:spcPts val="14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False Positive (FP)</a:t>
            </a:r>
          </a:p>
          <a:p>
            <a:pPr lvl="0" algn="ctr">
              <a:lnSpc>
                <a:spcPct val="114000"/>
              </a:lnSpc>
              <a:spcAft>
                <a:spcPts val="1000"/>
              </a:spcAft>
              <a:defRPr/>
            </a:pPr>
            <a:r>
              <a:rPr lang="en-US" sz="1000">
                <a:solidFill>
                  <a:srgbClr val="000000"/>
                </a:solidFill>
                <a:latin typeface="Arial" panose="020B0604020202020204" pitchFamily="34" charset="0"/>
                <a:ea typeface="Times New Roman" panose="02020603050405020304" pitchFamily="18" charset="0"/>
                <a:cs typeface="Arial" panose="020B0604020202020204" pitchFamily="34" charset="0"/>
              </a:rPr>
              <a:t>The Machine Learning Model Predicted “Y” when the actual value was “N”. Type I Misclassification Error as a False Negative. Also referred to a model overfitting</a:t>
            </a:r>
          </a:p>
        </p:txBody>
      </p:sp>
      <p:sp>
        <p:nvSpPr>
          <p:cNvPr id="18" name="Rectangle 17">
            <a:extLst>
              <a:ext uri="{FF2B5EF4-FFF2-40B4-BE49-F238E27FC236}">
                <a16:creationId xmlns:a16="http://schemas.microsoft.com/office/drawing/2014/main" id="{75EF09BA-7E32-441C-9439-25C74528299E}"/>
              </a:ext>
            </a:extLst>
          </p:cNvPr>
          <p:cNvSpPr/>
          <p:nvPr/>
        </p:nvSpPr>
        <p:spPr>
          <a:xfrm>
            <a:off x="9487236" y="4585188"/>
            <a:ext cx="2379091" cy="1761067"/>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pPr marL="0" marR="0" lvl="0" indent="0" algn="ctr" defTabSz="914400" rtl="0" eaLnBrk="1" fontAlgn="auto" latinLnBrk="0" hangingPunct="1">
              <a:lnSpc>
                <a:spcPct val="114000"/>
              </a:lnSpc>
              <a:spcBef>
                <a:spcPts val="0"/>
              </a:spcBef>
              <a:spcAft>
                <a:spcPts val="14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True Negative (TN)</a:t>
            </a:r>
          </a:p>
          <a:p>
            <a:pPr lvl="0" algn="ctr">
              <a:lnSpc>
                <a:spcPct val="114000"/>
              </a:lnSpc>
              <a:spcAft>
                <a:spcPts val="1000"/>
              </a:spcAft>
              <a:defRPr/>
            </a:pPr>
            <a:r>
              <a:rPr lang="en-US" sz="1000">
                <a:solidFill>
                  <a:srgbClr val="000000"/>
                </a:solidFill>
                <a:latin typeface="Arial" panose="020B0604020202020204" pitchFamily="34" charset="0"/>
                <a:ea typeface="Times New Roman" panose="02020603050405020304" pitchFamily="18" charset="0"/>
                <a:cs typeface="Arial" panose="020B0604020202020204" pitchFamily="34" charset="0"/>
              </a:rPr>
              <a:t>The Machine Learning Model Predicted the Actual True Condition of “N” </a:t>
            </a:r>
          </a:p>
          <a:p>
            <a:pPr marL="0" marR="0" lvl="0" indent="0" algn="ctr" defTabSz="914400" rtl="0" eaLnBrk="1" fontAlgn="auto" latinLnBrk="0" hangingPunct="1">
              <a:lnSpc>
                <a:spcPct val="114000"/>
              </a:lnSpc>
              <a:spcBef>
                <a:spcPts val="0"/>
              </a:spcBef>
              <a:spcAft>
                <a:spcPts val="10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E550DB5-E19B-433F-A378-13152B39AE10}"/>
              </a:ext>
            </a:extLst>
          </p:cNvPr>
          <p:cNvCxnSpPr/>
          <p:nvPr/>
        </p:nvCxnSpPr>
        <p:spPr>
          <a:xfrm>
            <a:off x="7956819" y="3421412"/>
            <a:ext cx="69003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2804AB0-7EDF-4A8E-B249-3FA7C6165660}"/>
              </a:ext>
            </a:extLst>
          </p:cNvPr>
          <p:cNvCxnSpPr/>
          <p:nvPr/>
        </p:nvCxnSpPr>
        <p:spPr>
          <a:xfrm>
            <a:off x="10331765" y="3421412"/>
            <a:ext cx="690033"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0F8A5C-D052-452C-B4EC-DCCBBE52974E}"/>
              </a:ext>
            </a:extLst>
          </p:cNvPr>
          <p:cNvCxnSpPr/>
          <p:nvPr/>
        </p:nvCxnSpPr>
        <p:spPr>
          <a:xfrm>
            <a:off x="7956819" y="5186710"/>
            <a:ext cx="690033"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3" name="Shape 12569">
            <a:extLst>
              <a:ext uri="{FF2B5EF4-FFF2-40B4-BE49-F238E27FC236}">
                <a16:creationId xmlns:a16="http://schemas.microsoft.com/office/drawing/2014/main" id="{2E10533B-C8D2-4712-A114-EA057B84CB5C}"/>
              </a:ext>
            </a:extLst>
          </p:cNvPr>
          <p:cNvSpPr/>
          <p:nvPr/>
        </p:nvSpPr>
        <p:spPr>
          <a:xfrm>
            <a:off x="475592" y="2984107"/>
            <a:ext cx="2228807" cy="445773"/>
          </a:xfrm>
          <a:prstGeom prst="rect">
            <a:avLst/>
          </a:prstGeom>
          <a:noFill/>
          <a:ln>
            <a:noFill/>
          </a:ln>
        </p:spPr>
        <p:txBody>
          <a:bodyPr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20" normalizeH="0" baseline="0" noProof="0">
                <a:ln>
                  <a:noFill/>
                </a:ln>
                <a:solidFill>
                  <a:srgbClr val="000000"/>
                </a:solidFill>
                <a:effectLst/>
                <a:uLnTx/>
                <a:uFillTx/>
                <a:latin typeface="Arial" panose="020B0604020202020204" pitchFamily="34" charset="0"/>
                <a:ea typeface="Open Sans Light" panose="020B0306030504020204" pitchFamily="34" charset="0"/>
                <a:cs typeface="Arial" panose="020B0604020202020204" pitchFamily="34" charset="0"/>
                <a:sym typeface="Verdana"/>
              </a:rPr>
              <a:t>Statistical KPIs</a:t>
            </a:r>
            <a:endParaRPr kumimoji="0" lang="en-US" sz="1400" b="0" i="0" u="none" strike="noStrike" kern="0" cap="none" spc="-20" normalizeH="0" baseline="0" noProof="0">
              <a:ln>
                <a:noFill/>
              </a:ln>
              <a:solidFill>
                <a:srgbClr val="000000"/>
              </a:solidFill>
              <a:effectLst/>
              <a:uLnTx/>
              <a:uFillTx/>
              <a:latin typeface="Arial" panose="020B0604020202020204" pitchFamily="34" charset="0"/>
              <a:ea typeface="Open Sans Light" panose="020B0306030504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A7642EE1-05A3-40D6-9034-87158736B016}"/>
              </a:ext>
            </a:extLst>
          </p:cNvPr>
          <p:cNvSpPr/>
          <p:nvPr/>
        </p:nvSpPr>
        <p:spPr>
          <a:xfrm>
            <a:off x="496621" y="3416343"/>
            <a:ext cx="2484291" cy="2975313"/>
          </a:xfrm>
          <a:prstGeom prst="rect">
            <a:avLst/>
          </a:prstGeom>
        </p:spPr>
        <p:txBody>
          <a:bodyPr wrap="square" numCol="1" spcCol="137160" anchor="t">
            <a:no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ea typeface="Open Sans" panose="020B0606030504020204" pitchFamily="34" charset="0"/>
                <a:cs typeface="Arial" panose="020B0604020202020204" pitchFamily="34" charset="0"/>
              </a:rPr>
              <a:t>Accuracy: </a:t>
            </a:r>
            <a:r>
              <a:rPr kumimoji="0" lang="en-US" sz="1000" i="0" u="none" strike="noStrike" kern="1200" cap="none" spc="0" normalizeH="0" baseline="0" noProof="0">
                <a:ln>
                  <a:noFill/>
                </a:ln>
                <a:effectLst/>
                <a:uLnTx/>
                <a:uFillTx/>
                <a:latin typeface="Arial" panose="020B0604020202020204" pitchFamily="34" charset="0"/>
                <a:ea typeface="Open Sans" panose="020B0606030504020204" pitchFamily="34" charset="0"/>
                <a:cs typeface="Arial" panose="020B0604020202020204" pitchFamily="34" charset="0"/>
              </a:rPr>
              <a:t>Measures the overall fit of the model not accounting for Probability Thresholds (TP+TN)/(TP+TN+FP+FN)</a:t>
            </a:r>
            <a:endParaRPr lang="en-US" sz="800">
              <a:latin typeface="Arial" panose="020B0604020202020204" pitchFamily="34" charset="0"/>
              <a:ea typeface="Open Sans" panose="020B0606030504020204" pitchFamily="34" charset="0"/>
              <a:cs typeface="Arial" panose="020B0604020202020204" pitchFamily="34" charset="0"/>
            </a:endParaRPr>
          </a:p>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ea typeface="Open Sans" panose="020B0606030504020204" pitchFamily="34" charset="0"/>
                <a:cs typeface="Arial" panose="020B0604020202020204" pitchFamily="34" charset="0"/>
              </a:rPr>
              <a:t>Area Under The Curve (AUC) or ROC: </a:t>
            </a:r>
            <a:r>
              <a:rPr kumimoji="0" lang="en-US" sz="1000" i="0" u="none" strike="noStrike" kern="1200" cap="none" spc="0" normalizeH="0" baseline="0" noProof="0">
                <a:ln>
                  <a:noFill/>
                </a:ln>
                <a:effectLst/>
                <a:uLnTx/>
                <a:uFillTx/>
                <a:latin typeface="Arial" panose="020B0604020202020204" pitchFamily="34" charset="0"/>
                <a:ea typeface="Open Sans" panose="020B0606030504020204" pitchFamily="34" charset="0"/>
                <a:cs typeface="Arial" panose="020B0604020202020204" pitchFamily="34" charset="0"/>
              </a:rPr>
              <a:t>Measures the overall fit of the model based on every decimal range captured within model</a:t>
            </a:r>
            <a:r>
              <a:rPr lang="en-US" sz="1000">
                <a:latin typeface="Arial" panose="020B0604020202020204" pitchFamily="34" charset="0"/>
                <a:ea typeface="Open Sans" panose="020B0606030504020204" pitchFamily="34" charset="0"/>
                <a:cs typeface="Arial" panose="020B0604020202020204" pitchFamily="34" charset="0"/>
              </a:rPr>
              <a:t>’s Probability distribution</a:t>
            </a:r>
          </a:p>
          <a:p>
            <a:pPr marL="0" marR="0" lvl="0" indent="0" algn="l" defTabSz="914400" rtl="0" eaLnBrk="1" fontAlgn="auto" latinLnBrk="0" hangingPunct="1">
              <a:lnSpc>
                <a:spcPct val="114000"/>
              </a:lnSpc>
              <a:spcBef>
                <a:spcPts val="0"/>
              </a:spcBef>
              <a:spcAft>
                <a:spcPts val="800"/>
              </a:spcAft>
              <a:buClrTx/>
              <a:buSzTx/>
              <a:buFontTx/>
              <a:buNone/>
              <a:tabLst/>
              <a:defRPr/>
            </a:pPr>
            <a:r>
              <a:rPr lang="en-US" sz="1000" b="1">
                <a:latin typeface="Arial" panose="020B0604020202020204" pitchFamily="34" charset="0"/>
                <a:ea typeface="Open Sans" panose="020B0606030504020204" pitchFamily="34" charset="0"/>
                <a:cs typeface="Arial" panose="020B0604020202020204" pitchFamily="34" charset="0"/>
              </a:rPr>
              <a:t>Precision: </a:t>
            </a:r>
            <a:r>
              <a:rPr lang="en-US" sz="1000">
                <a:latin typeface="Arial" panose="020B0604020202020204" pitchFamily="34" charset="0"/>
                <a:ea typeface="Open Sans" panose="020B0606030504020204" pitchFamily="34" charset="0"/>
                <a:cs typeface="Arial" panose="020B0604020202020204" pitchFamily="34" charset="0"/>
              </a:rPr>
              <a:t>measures the fit of the model-based percentage True Positives relative to the total number of predicted Positive cases TP/(TP+FP)</a:t>
            </a:r>
          </a:p>
          <a:p>
            <a:pPr marL="0" marR="0" lvl="0" indent="0" algn="l" defTabSz="914400" rtl="0" eaLnBrk="1" fontAlgn="auto" latinLnBrk="0" hangingPunct="1">
              <a:lnSpc>
                <a:spcPct val="114000"/>
              </a:lnSpc>
              <a:spcBef>
                <a:spcPts val="0"/>
              </a:spcBef>
              <a:spcAft>
                <a:spcPts val="800"/>
              </a:spcAft>
              <a:buClrTx/>
              <a:buSzTx/>
              <a:buFontTx/>
              <a:buNone/>
              <a:tabLst/>
              <a:defRPr/>
            </a:pPr>
            <a:r>
              <a:rPr lang="en-US" sz="1000" b="1">
                <a:latin typeface="Arial" panose="020B0604020202020204" pitchFamily="34" charset="0"/>
                <a:ea typeface="Open Sans" panose="020B0606030504020204" pitchFamily="34" charset="0"/>
                <a:cs typeface="Arial" panose="020B0604020202020204" pitchFamily="34" charset="0"/>
              </a:rPr>
              <a:t>Recall: </a:t>
            </a:r>
            <a:r>
              <a:rPr lang="en-US" sz="1000">
                <a:latin typeface="Arial" panose="020B0604020202020204" pitchFamily="34" charset="0"/>
                <a:ea typeface="Open Sans" panose="020B0606030504020204" pitchFamily="34" charset="0"/>
                <a:cs typeface="Arial" panose="020B0604020202020204" pitchFamily="34" charset="0"/>
              </a:rPr>
              <a:t>Measures level sensitivity calculated as the percentage of TP/(TP+FN) to assess model detection</a:t>
            </a:r>
            <a:endParaRPr lang="en-US" sz="1000" b="1">
              <a:latin typeface="Arial" panose="020B0604020202020204" pitchFamily="34" charset="0"/>
              <a:ea typeface="Open Sans" panose="020B0606030504020204" pitchFamily="34" charset="0"/>
              <a:cs typeface="Arial" panose="020B0604020202020204" pitchFamily="34" charset="0"/>
            </a:endParaRPr>
          </a:p>
          <a:p>
            <a:pPr marL="0" marR="0" lvl="0" indent="0" algn="l" defTabSz="914400" rtl="0" eaLnBrk="1" fontAlgn="auto" latinLnBrk="0" hangingPunct="1">
              <a:lnSpc>
                <a:spcPct val="114000"/>
              </a:lnSpc>
              <a:spcBef>
                <a:spcPts val="0"/>
              </a:spcBef>
              <a:spcAft>
                <a:spcPts val="800"/>
              </a:spcAft>
              <a:buClrTx/>
              <a:buSzTx/>
              <a:buFontTx/>
              <a:buNone/>
              <a:tabLst/>
              <a:defRPr/>
            </a:pPr>
            <a:endParaRPr lang="en-US" sz="1000" b="1">
              <a:latin typeface="Arial" panose="020B0604020202020204" pitchFamily="34" charset="0"/>
              <a:ea typeface="Open Sans" panose="020B0606030504020204" pitchFamily="34" charset="0"/>
              <a:cs typeface="Arial" panose="020B0604020202020204" pitchFamily="34" charset="0"/>
            </a:endParaRPr>
          </a:p>
          <a:p>
            <a:pPr marL="0" marR="0" lvl="0" indent="0" algn="l" defTabSz="914400" rtl="0" eaLnBrk="1" fontAlgn="auto" latinLnBrk="0" hangingPunct="1">
              <a:lnSpc>
                <a:spcPct val="114000"/>
              </a:lnSpc>
              <a:spcBef>
                <a:spcPts val="0"/>
              </a:spcBef>
              <a:spcAft>
                <a:spcPts val="800"/>
              </a:spcAft>
              <a:buClrTx/>
              <a:buSzTx/>
              <a:buFontTx/>
              <a:buNone/>
              <a:tabLst/>
              <a:defRPr/>
            </a:pPr>
            <a:endParaRPr lang="en-US" sz="1000" b="1">
              <a:latin typeface="Arial" panose="020B0604020202020204" pitchFamily="34" charset="0"/>
              <a:ea typeface="Open Sans" panose="020B0606030504020204" pitchFamily="34" charset="0"/>
              <a:cs typeface="Arial" panose="020B0604020202020204" pitchFamily="34" charset="0"/>
            </a:endParaRPr>
          </a:p>
          <a:p>
            <a:pPr marL="0" marR="0" lvl="0" indent="0" algn="l" defTabSz="914400" rtl="0" eaLnBrk="1" fontAlgn="auto" latinLnBrk="0" hangingPunct="1">
              <a:lnSpc>
                <a:spcPct val="114000"/>
              </a:lnSpc>
              <a:spcBef>
                <a:spcPts val="0"/>
              </a:spcBef>
              <a:spcAft>
                <a:spcPts val="800"/>
              </a:spcAft>
              <a:buClrTx/>
              <a:buSzTx/>
              <a:buFontTx/>
              <a:buNone/>
              <a:tabLst/>
              <a:defRPr/>
            </a:pPr>
            <a:endParaRPr kumimoji="0" lang="en-US" sz="1000" b="1" i="0" u="none" strike="noStrike" kern="1200" cap="none" spc="0" normalizeH="0" baseline="0" noProof="0">
              <a:ln>
                <a:noFill/>
              </a:ln>
              <a:effectLst/>
              <a:uLnTx/>
              <a:uFillTx/>
              <a:latin typeface="Arial" panose="020B0604020202020204" pitchFamily="34" charset="0"/>
              <a:ea typeface="Open Sans" panose="020B0606030504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0F79C7E7-D884-4EDF-B0C9-6CA0D868AEA6}"/>
              </a:ext>
            </a:extLst>
          </p:cNvPr>
          <p:cNvSpPr/>
          <p:nvPr/>
        </p:nvSpPr>
        <p:spPr>
          <a:xfrm>
            <a:off x="6578131" y="2813115"/>
            <a:ext cx="553998" cy="3522134"/>
          </a:xfrm>
          <a:prstGeom prst="rect">
            <a:avLst/>
          </a:prstGeom>
          <a:solidFill>
            <a:schemeClr val="tx1">
              <a:lumMod val="65000"/>
              <a:lumOff val="35000"/>
            </a:schemeClr>
          </a:solidFill>
          <a:ln>
            <a:solidFill>
              <a:srgbClr val="A7A7A7"/>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spAutoFit/>
          </a:bodyPr>
          <a:lstStyle/>
          <a:p>
            <a:pPr algn="ctr"/>
            <a:r>
              <a:rPr lang="en-US">
                <a:latin typeface="Arial" panose="020B0604020202020204" pitchFamily="34" charset="0"/>
                <a:cs typeface="Arial" panose="020B0604020202020204" pitchFamily="34" charset="0"/>
              </a:rPr>
              <a:t>Actual</a:t>
            </a:r>
          </a:p>
        </p:txBody>
      </p:sp>
      <p:sp>
        <p:nvSpPr>
          <p:cNvPr id="26" name="TextBox 25">
            <a:extLst>
              <a:ext uri="{FF2B5EF4-FFF2-40B4-BE49-F238E27FC236}">
                <a16:creationId xmlns:a16="http://schemas.microsoft.com/office/drawing/2014/main" id="{79364BA8-7828-44A2-A821-973784FF85A5}"/>
              </a:ext>
            </a:extLst>
          </p:cNvPr>
          <p:cNvSpPr txBox="1"/>
          <p:nvPr/>
        </p:nvSpPr>
        <p:spPr>
          <a:xfrm>
            <a:off x="8064768" y="2417164"/>
            <a:ext cx="474133" cy="369332"/>
          </a:xfrm>
          <a:prstGeom prst="rect">
            <a:avLst/>
          </a:prstGeom>
          <a:noFill/>
        </p:spPr>
        <p:txBody>
          <a:bodyPr wrap="square" rtlCol="0">
            <a:spAutoFit/>
          </a:bodyPr>
          <a:lstStyle/>
          <a:p>
            <a:r>
              <a:rPr lang="en-US">
                <a:solidFill>
                  <a:schemeClr val="bg1"/>
                </a:solidFill>
              </a:rPr>
              <a:t>Y</a:t>
            </a:r>
          </a:p>
        </p:txBody>
      </p:sp>
      <p:sp>
        <p:nvSpPr>
          <p:cNvPr id="27" name="TextBox 26">
            <a:extLst>
              <a:ext uri="{FF2B5EF4-FFF2-40B4-BE49-F238E27FC236}">
                <a16:creationId xmlns:a16="http://schemas.microsoft.com/office/drawing/2014/main" id="{596F8B69-59D2-427B-BA96-87396194F9BD}"/>
              </a:ext>
            </a:extLst>
          </p:cNvPr>
          <p:cNvSpPr txBox="1"/>
          <p:nvPr/>
        </p:nvSpPr>
        <p:spPr>
          <a:xfrm>
            <a:off x="10620502" y="2430322"/>
            <a:ext cx="474133" cy="369332"/>
          </a:xfrm>
          <a:prstGeom prst="rect">
            <a:avLst/>
          </a:prstGeom>
          <a:noFill/>
        </p:spPr>
        <p:txBody>
          <a:bodyPr wrap="square" rtlCol="0">
            <a:spAutoFit/>
          </a:bodyPr>
          <a:lstStyle/>
          <a:p>
            <a:r>
              <a:rPr lang="en-US">
                <a:solidFill>
                  <a:schemeClr val="bg1"/>
                </a:solidFill>
              </a:rPr>
              <a:t>N</a:t>
            </a:r>
          </a:p>
        </p:txBody>
      </p:sp>
      <p:sp>
        <p:nvSpPr>
          <p:cNvPr id="28" name="TextBox 27">
            <a:extLst>
              <a:ext uri="{FF2B5EF4-FFF2-40B4-BE49-F238E27FC236}">
                <a16:creationId xmlns:a16="http://schemas.microsoft.com/office/drawing/2014/main" id="{BDAC5C35-A90B-41E0-AA20-92B7624E6173}"/>
              </a:ext>
            </a:extLst>
          </p:cNvPr>
          <p:cNvSpPr txBox="1"/>
          <p:nvPr/>
        </p:nvSpPr>
        <p:spPr>
          <a:xfrm>
            <a:off x="6726334" y="3405266"/>
            <a:ext cx="474133" cy="369332"/>
          </a:xfrm>
          <a:prstGeom prst="rect">
            <a:avLst/>
          </a:prstGeom>
          <a:noFill/>
        </p:spPr>
        <p:txBody>
          <a:bodyPr wrap="square" rtlCol="0">
            <a:spAutoFit/>
          </a:bodyPr>
          <a:lstStyle/>
          <a:p>
            <a:r>
              <a:rPr lang="en-US">
                <a:solidFill>
                  <a:schemeClr val="bg1"/>
                </a:solidFill>
              </a:rPr>
              <a:t>Y</a:t>
            </a:r>
          </a:p>
        </p:txBody>
      </p:sp>
      <p:sp>
        <p:nvSpPr>
          <p:cNvPr id="29" name="TextBox 28">
            <a:extLst>
              <a:ext uri="{FF2B5EF4-FFF2-40B4-BE49-F238E27FC236}">
                <a16:creationId xmlns:a16="http://schemas.microsoft.com/office/drawing/2014/main" id="{550CAB80-7085-4480-AECE-29EEC73C4EED}"/>
              </a:ext>
            </a:extLst>
          </p:cNvPr>
          <p:cNvSpPr txBox="1"/>
          <p:nvPr/>
        </p:nvSpPr>
        <p:spPr>
          <a:xfrm>
            <a:off x="6680261" y="5263661"/>
            <a:ext cx="474133" cy="369332"/>
          </a:xfrm>
          <a:prstGeom prst="rect">
            <a:avLst/>
          </a:prstGeom>
          <a:noFill/>
        </p:spPr>
        <p:txBody>
          <a:bodyPr wrap="square" rtlCol="0">
            <a:spAutoFit/>
          </a:bodyPr>
          <a:lstStyle/>
          <a:p>
            <a:r>
              <a:rPr lang="en-US">
                <a:solidFill>
                  <a:schemeClr val="bg1"/>
                </a:solidFill>
              </a:rPr>
              <a:t>N</a:t>
            </a:r>
          </a:p>
        </p:txBody>
      </p:sp>
      <p:sp>
        <p:nvSpPr>
          <p:cNvPr id="30" name="Shape 12569">
            <a:extLst>
              <a:ext uri="{FF2B5EF4-FFF2-40B4-BE49-F238E27FC236}">
                <a16:creationId xmlns:a16="http://schemas.microsoft.com/office/drawing/2014/main" id="{7573698B-D64A-484D-BF9E-9F6A26337A8E}"/>
              </a:ext>
            </a:extLst>
          </p:cNvPr>
          <p:cNvSpPr/>
          <p:nvPr/>
        </p:nvSpPr>
        <p:spPr>
          <a:xfrm>
            <a:off x="4121173" y="2881819"/>
            <a:ext cx="1467564" cy="500179"/>
          </a:xfrm>
          <a:prstGeom prst="rect">
            <a:avLst/>
          </a:prstGeom>
          <a:noFill/>
          <a:ln>
            <a:noFill/>
          </a:ln>
        </p:spPr>
        <p:txBody>
          <a:bodyPr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400" b="0" i="0" u="none" strike="noStrike" kern="0" cap="none" spc="0" normalizeH="0" baseline="0" noProof="0">
                <a:ln>
                  <a:noFill/>
                </a:ln>
                <a:solidFill>
                  <a:srgbClr val="000000"/>
                </a:solidFill>
                <a:effectLst/>
                <a:uLnTx/>
                <a:uFillTx/>
                <a:latin typeface="Arial" panose="020B0604020202020204" pitchFamily="34" charset="0"/>
                <a:ea typeface="Open Sans Light" panose="020B0306030504020204" pitchFamily="34" charset="0"/>
                <a:cs typeface="Arial" panose="020B0604020202020204" pitchFamily="34" charset="0"/>
                <a:sym typeface="Verdana"/>
              </a:rPr>
              <a:t>Graphical Evaluation</a:t>
            </a:r>
          </a:p>
        </p:txBody>
      </p:sp>
      <p:grpSp>
        <p:nvGrpSpPr>
          <p:cNvPr id="31" name="Group 30">
            <a:extLst>
              <a:ext uri="{FF2B5EF4-FFF2-40B4-BE49-F238E27FC236}">
                <a16:creationId xmlns:a16="http://schemas.microsoft.com/office/drawing/2014/main" id="{20765130-285E-4F35-A128-646E952B3E4B}"/>
              </a:ext>
            </a:extLst>
          </p:cNvPr>
          <p:cNvGrpSpPr>
            <a:grpSpLocks noChangeAspect="1"/>
          </p:cNvGrpSpPr>
          <p:nvPr/>
        </p:nvGrpSpPr>
        <p:grpSpPr>
          <a:xfrm>
            <a:off x="3648489" y="2899780"/>
            <a:ext cx="416776" cy="416776"/>
            <a:chOff x="3200401" y="5856288"/>
            <a:chExt cx="522288" cy="522288"/>
          </a:xfrm>
        </p:grpSpPr>
        <p:sp>
          <p:nvSpPr>
            <p:cNvPr id="32" name="Freeform 52">
              <a:extLst>
                <a:ext uri="{FF2B5EF4-FFF2-40B4-BE49-F238E27FC236}">
                  <a16:creationId xmlns:a16="http://schemas.microsoft.com/office/drawing/2014/main" id="{B77D655B-205A-48C7-B9A2-3CD6E8E66D5F}"/>
                </a:ext>
              </a:extLst>
            </p:cNvPr>
            <p:cNvSpPr>
              <a:spLocks noEditPoints="1"/>
            </p:cNvSpPr>
            <p:nvPr/>
          </p:nvSpPr>
          <p:spPr bwMode="auto">
            <a:xfrm>
              <a:off x="3200401" y="5856288"/>
              <a:ext cx="522288" cy="522288"/>
            </a:xfrm>
            <a:custGeom>
              <a:avLst/>
              <a:gdLst>
                <a:gd name="T0" fmla="*/ 312 w 657"/>
                <a:gd name="T1" fmla="*/ 657 h 657"/>
                <a:gd name="T2" fmla="*/ 262 w 657"/>
                <a:gd name="T3" fmla="*/ 651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5 h 657"/>
                <a:gd name="T18" fmla="*/ 11 w 657"/>
                <a:gd name="T19" fmla="*/ 246 h 657"/>
                <a:gd name="T20" fmla="*/ 39 w 657"/>
                <a:gd name="T21" fmla="*/ 172 h 657"/>
                <a:gd name="T22" fmla="*/ 97 w 657"/>
                <a:gd name="T23" fmla="*/ 96 h 657"/>
                <a:gd name="T24" fmla="*/ 172 w 657"/>
                <a:gd name="T25" fmla="*/ 39 h 657"/>
                <a:gd name="T26" fmla="*/ 246 w 657"/>
                <a:gd name="T27" fmla="*/ 10 h 657"/>
                <a:gd name="T28" fmla="*/ 296 w 657"/>
                <a:gd name="T29" fmla="*/ 2 h 657"/>
                <a:gd name="T30" fmla="*/ 329 w 657"/>
                <a:gd name="T31" fmla="*/ 0 h 657"/>
                <a:gd name="T32" fmla="*/ 379 w 657"/>
                <a:gd name="T33" fmla="*/ 3 h 657"/>
                <a:gd name="T34" fmla="*/ 426 w 657"/>
                <a:gd name="T35" fmla="*/ 15 h 657"/>
                <a:gd name="T36" fmla="*/ 512 w 657"/>
                <a:gd name="T37" fmla="*/ 55 h 657"/>
                <a:gd name="T38" fmla="*/ 582 w 657"/>
                <a:gd name="T39" fmla="*/ 120 h 657"/>
                <a:gd name="T40" fmla="*/ 632 w 657"/>
                <a:gd name="T41" fmla="*/ 201 h 657"/>
                <a:gd name="T42" fmla="*/ 650 w 657"/>
                <a:gd name="T43" fmla="*/ 262 h 657"/>
                <a:gd name="T44" fmla="*/ 657 w 657"/>
                <a:gd name="T45" fmla="*/ 312 h 657"/>
                <a:gd name="T46" fmla="*/ 657 w 657"/>
                <a:gd name="T47" fmla="*/ 346 h 657"/>
                <a:gd name="T48" fmla="*/ 650 w 657"/>
                <a:gd name="T49" fmla="*/ 395 h 657"/>
                <a:gd name="T50" fmla="*/ 632 w 657"/>
                <a:gd name="T51" fmla="*/ 457 h 657"/>
                <a:gd name="T52" fmla="*/ 582 w 657"/>
                <a:gd name="T53" fmla="*/ 538 h 657"/>
                <a:gd name="T54" fmla="*/ 512 w 657"/>
                <a:gd name="T55" fmla="*/ 601 h 657"/>
                <a:gd name="T56" fmla="*/ 426 w 657"/>
                <a:gd name="T57" fmla="*/ 643 h 657"/>
                <a:gd name="T58" fmla="*/ 379 w 657"/>
                <a:gd name="T59" fmla="*/ 653 h 657"/>
                <a:gd name="T60" fmla="*/ 329 w 657"/>
                <a:gd name="T61" fmla="*/ 657 h 657"/>
                <a:gd name="T62" fmla="*/ 329 w 657"/>
                <a:gd name="T63" fmla="*/ 38 h 657"/>
                <a:gd name="T64" fmla="*/ 242 w 657"/>
                <a:gd name="T65" fmla="*/ 50 h 657"/>
                <a:gd name="T66" fmla="*/ 165 w 657"/>
                <a:gd name="T67" fmla="*/ 88 h 657"/>
                <a:gd name="T68" fmla="*/ 104 w 657"/>
                <a:gd name="T69" fmla="*/ 144 h 657"/>
                <a:gd name="T70" fmla="*/ 61 w 657"/>
                <a:gd name="T71" fmla="*/ 215 h 657"/>
                <a:gd name="T72" fmla="*/ 39 w 657"/>
                <a:gd name="T73" fmla="*/ 299 h 657"/>
                <a:gd name="T74" fmla="*/ 39 w 657"/>
                <a:gd name="T75" fmla="*/ 359 h 657"/>
                <a:gd name="T76" fmla="*/ 61 w 657"/>
                <a:gd name="T77" fmla="*/ 442 h 657"/>
                <a:gd name="T78" fmla="*/ 104 w 657"/>
                <a:gd name="T79" fmla="*/ 514 h 657"/>
                <a:gd name="T80" fmla="*/ 165 w 657"/>
                <a:gd name="T81" fmla="*/ 570 h 657"/>
                <a:gd name="T82" fmla="*/ 242 w 657"/>
                <a:gd name="T83" fmla="*/ 606 h 657"/>
                <a:gd name="T84" fmla="*/ 329 w 657"/>
                <a:gd name="T85" fmla="*/ 620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19 w 657"/>
                <a:gd name="T97" fmla="*/ 328 h 657"/>
                <a:gd name="T98" fmla="*/ 607 w 657"/>
                <a:gd name="T99" fmla="*/ 242 h 657"/>
                <a:gd name="T100" fmla="*/ 570 w 657"/>
                <a:gd name="T101" fmla="*/ 166 h 657"/>
                <a:gd name="T102" fmla="*/ 513 w 657"/>
                <a:gd name="T103" fmla="*/ 104 h 657"/>
                <a:gd name="T104" fmla="*/ 442 w 657"/>
                <a:gd name="T105" fmla="*/ 61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9" y="657"/>
                  </a:moveTo>
                  <a:lnTo>
                    <a:pt x="329" y="657"/>
                  </a:lnTo>
                  <a:lnTo>
                    <a:pt x="312" y="657"/>
                  </a:lnTo>
                  <a:lnTo>
                    <a:pt x="296" y="656"/>
                  </a:lnTo>
                  <a:lnTo>
                    <a:pt x="278" y="653"/>
                  </a:lnTo>
                  <a:lnTo>
                    <a:pt x="262" y="651"/>
                  </a:lnTo>
                  <a:lnTo>
                    <a:pt x="246" y="647"/>
                  </a:lnTo>
                  <a:lnTo>
                    <a:pt x="231" y="643"/>
                  </a:lnTo>
                  <a:lnTo>
                    <a:pt x="200" y="632"/>
                  </a:lnTo>
                  <a:lnTo>
                    <a:pt x="172" y="618"/>
                  </a:lnTo>
                  <a:lnTo>
                    <a:pt x="145" y="601"/>
                  </a:lnTo>
                  <a:lnTo>
                    <a:pt x="120" y="582"/>
                  </a:lnTo>
                  <a:lnTo>
                    <a:pt x="97" y="561"/>
                  </a:lnTo>
                  <a:lnTo>
                    <a:pt x="75" y="538"/>
                  </a:lnTo>
                  <a:lnTo>
                    <a:pt x="57" y="512"/>
                  </a:lnTo>
                  <a:lnTo>
                    <a:pt x="39" y="485"/>
                  </a:lnTo>
                  <a:lnTo>
                    <a:pt x="26" y="457"/>
                  </a:lnTo>
                  <a:lnTo>
                    <a:pt x="15" y="426"/>
                  </a:lnTo>
                  <a:lnTo>
                    <a:pt x="11" y="410"/>
                  </a:lnTo>
                  <a:lnTo>
                    <a:pt x="7" y="395"/>
                  </a:lnTo>
                  <a:lnTo>
                    <a:pt x="4" y="379"/>
                  </a:lnTo>
                  <a:lnTo>
                    <a:pt x="2" y="362"/>
                  </a:lnTo>
                  <a:lnTo>
                    <a:pt x="0" y="346"/>
                  </a:lnTo>
                  <a:lnTo>
                    <a:pt x="0" y="328"/>
                  </a:lnTo>
                  <a:lnTo>
                    <a:pt x="0" y="328"/>
                  </a:lnTo>
                  <a:lnTo>
                    <a:pt x="0" y="312"/>
                  </a:lnTo>
                  <a:lnTo>
                    <a:pt x="2" y="295"/>
                  </a:lnTo>
                  <a:lnTo>
                    <a:pt x="4" y="278"/>
                  </a:lnTo>
                  <a:lnTo>
                    <a:pt x="7" y="262"/>
                  </a:lnTo>
                  <a:lnTo>
                    <a:pt x="11" y="246"/>
                  </a:lnTo>
                  <a:lnTo>
                    <a:pt x="15" y="231"/>
                  </a:lnTo>
                  <a:lnTo>
                    <a:pt x="26" y="201"/>
                  </a:lnTo>
                  <a:lnTo>
                    <a:pt x="39" y="172"/>
                  </a:lnTo>
                  <a:lnTo>
                    <a:pt x="57" y="145"/>
                  </a:lnTo>
                  <a:lnTo>
                    <a:pt x="75" y="120"/>
                  </a:lnTo>
                  <a:lnTo>
                    <a:pt x="97" y="96"/>
                  </a:lnTo>
                  <a:lnTo>
                    <a:pt x="120" y="76"/>
                  </a:lnTo>
                  <a:lnTo>
                    <a:pt x="145" y="55"/>
                  </a:lnTo>
                  <a:lnTo>
                    <a:pt x="172" y="39"/>
                  </a:lnTo>
                  <a:lnTo>
                    <a:pt x="200" y="26"/>
                  </a:lnTo>
                  <a:lnTo>
                    <a:pt x="231" y="15"/>
                  </a:lnTo>
                  <a:lnTo>
                    <a:pt x="246" y="10"/>
                  </a:lnTo>
                  <a:lnTo>
                    <a:pt x="262" y="7"/>
                  </a:lnTo>
                  <a:lnTo>
                    <a:pt x="278" y="3"/>
                  </a:lnTo>
                  <a:lnTo>
                    <a:pt x="296" y="2"/>
                  </a:lnTo>
                  <a:lnTo>
                    <a:pt x="312" y="0"/>
                  </a:lnTo>
                  <a:lnTo>
                    <a:pt x="329" y="0"/>
                  </a:lnTo>
                  <a:lnTo>
                    <a:pt x="329" y="0"/>
                  </a:lnTo>
                  <a:lnTo>
                    <a:pt x="345" y="0"/>
                  </a:lnTo>
                  <a:lnTo>
                    <a:pt x="363" y="2"/>
                  </a:lnTo>
                  <a:lnTo>
                    <a:pt x="379" y="3"/>
                  </a:lnTo>
                  <a:lnTo>
                    <a:pt x="395" y="7"/>
                  </a:lnTo>
                  <a:lnTo>
                    <a:pt x="411" y="10"/>
                  </a:lnTo>
                  <a:lnTo>
                    <a:pt x="426" y="15"/>
                  </a:lnTo>
                  <a:lnTo>
                    <a:pt x="457" y="26"/>
                  </a:lnTo>
                  <a:lnTo>
                    <a:pt x="485" y="39"/>
                  </a:lnTo>
                  <a:lnTo>
                    <a:pt x="512" y="55"/>
                  </a:lnTo>
                  <a:lnTo>
                    <a:pt x="538" y="76"/>
                  </a:lnTo>
                  <a:lnTo>
                    <a:pt x="562" y="96"/>
                  </a:lnTo>
                  <a:lnTo>
                    <a:pt x="582" y="120"/>
                  </a:lnTo>
                  <a:lnTo>
                    <a:pt x="601" y="145"/>
                  </a:lnTo>
                  <a:lnTo>
                    <a:pt x="618" y="172"/>
                  </a:lnTo>
                  <a:lnTo>
                    <a:pt x="632" y="201"/>
                  </a:lnTo>
                  <a:lnTo>
                    <a:pt x="642" y="231"/>
                  </a:lnTo>
                  <a:lnTo>
                    <a:pt x="648" y="246"/>
                  </a:lnTo>
                  <a:lnTo>
                    <a:pt x="650" y="262"/>
                  </a:lnTo>
                  <a:lnTo>
                    <a:pt x="654" y="278"/>
                  </a:lnTo>
                  <a:lnTo>
                    <a:pt x="656" y="295"/>
                  </a:lnTo>
                  <a:lnTo>
                    <a:pt x="657" y="312"/>
                  </a:lnTo>
                  <a:lnTo>
                    <a:pt x="657" y="328"/>
                  </a:lnTo>
                  <a:lnTo>
                    <a:pt x="657" y="328"/>
                  </a:lnTo>
                  <a:lnTo>
                    <a:pt x="657" y="346"/>
                  </a:lnTo>
                  <a:lnTo>
                    <a:pt x="656" y="362"/>
                  </a:lnTo>
                  <a:lnTo>
                    <a:pt x="654" y="379"/>
                  </a:lnTo>
                  <a:lnTo>
                    <a:pt x="650" y="395"/>
                  </a:lnTo>
                  <a:lnTo>
                    <a:pt x="648" y="410"/>
                  </a:lnTo>
                  <a:lnTo>
                    <a:pt x="642" y="426"/>
                  </a:lnTo>
                  <a:lnTo>
                    <a:pt x="632" y="457"/>
                  </a:lnTo>
                  <a:lnTo>
                    <a:pt x="618" y="485"/>
                  </a:lnTo>
                  <a:lnTo>
                    <a:pt x="601" y="512"/>
                  </a:lnTo>
                  <a:lnTo>
                    <a:pt x="582" y="538"/>
                  </a:lnTo>
                  <a:lnTo>
                    <a:pt x="562" y="561"/>
                  </a:lnTo>
                  <a:lnTo>
                    <a:pt x="538" y="582"/>
                  </a:lnTo>
                  <a:lnTo>
                    <a:pt x="512" y="601"/>
                  </a:lnTo>
                  <a:lnTo>
                    <a:pt x="485" y="618"/>
                  </a:lnTo>
                  <a:lnTo>
                    <a:pt x="457" y="632"/>
                  </a:lnTo>
                  <a:lnTo>
                    <a:pt x="426" y="643"/>
                  </a:lnTo>
                  <a:lnTo>
                    <a:pt x="411" y="647"/>
                  </a:lnTo>
                  <a:lnTo>
                    <a:pt x="395" y="651"/>
                  </a:lnTo>
                  <a:lnTo>
                    <a:pt x="379" y="653"/>
                  </a:lnTo>
                  <a:lnTo>
                    <a:pt x="363" y="656"/>
                  </a:lnTo>
                  <a:lnTo>
                    <a:pt x="345" y="657"/>
                  </a:lnTo>
                  <a:lnTo>
                    <a:pt x="329" y="657"/>
                  </a:lnTo>
                  <a:lnTo>
                    <a:pt x="329" y="657"/>
                  </a:lnTo>
                  <a:close/>
                  <a:moveTo>
                    <a:pt x="329" y="38"/>
                  </a:moveTo>
                  <a:lnTo>
                    <a:pt x="329" y="38"/>
                  </a:lnTo>
                  <a:lnTo>
                    <a:pt x="298" y="39"/>
                  </a:lnTo>
                  <a:lnTo>
                    <a:pt x="270" y="43"/>
                  </a:lnTo>
                  <a:lnTo>
                    <a:pt x="242" y="50"/>
                  </a:lnTo>
                  <a:lnTo>
                    <a:pt x="215" y="61"/>
                  </a:lnTo>
                  <a:lnTo>
                    <a:pt x="190" y="73"/>
                  </a:lnTo>
                  <a:lnTo>
                    <a:pt x="165" y="88"/>
                  </a:lnTo>
                  <a:lnTo>
                    <a:pt x="144" y="104"/>
                  </a:lnTo>
                  <a:lnTo>
                    <a:pt x="122" y="123"/>
                  </a:lnTo>
                  <a:lnTo>
                    <a:pt x="104" y="144"/>
                  </a:lnTo>
                  <a:lnTo>
                    <a:pt x="87" y="166"/>
                  </a:lnTo>
                  <a:lnTo>
                    <a:pt x="73" y="190"/>
                  </a:lnTo>
                  <a:lnTo>
                    <a:pt x="61" y="215"/>
                  </a:lnTo>
                  <a:lnTo>
                    <a:pt x="51" y="242"/>
                  </a:lnTo>
                  <a:lnTo>
                    <a:pt x="43" y="270"/>
                  </a:lnTo>
                  <a:lnTo>
                    <a:pt x="39" y="299"/>
                  </a:lnTo>
                  <a:lnTo>
                    <a:pt x="38" y="328"/>
                  </a:lnTo>
                  <a:lnTo>
                    <a:pt x="38" y="328"/>
                  </a:lnTo>
                  <a:lnTo>
                    <a:pt x="39" y="359"/>
                  </a:lnTo>
                  <a:lnTo>
                    <a:pt x="43" y="387"/>
                  </a:lnTo>
                  <a:lnTo>
                    <a:pt x="51" y="415"/>
                  </a:lnTo>
                  <a:lnTo>
                    <a:pt x="61" y="442"/>
                  </a:lnTo>
                  <a:lnTo>
                    <a:pt x="73" y="468"/>
                  </a:lnTo>
                  <a:lnTo>
                    <a:pt x="87" y="491"/>
                  </a:lnTo>
                  <a:lnTo>
                    <a:pt x="104" y="514"/>
                  </a:lnTo>
                  <a:lnTo>
                    <a:pt x="122" y="535"/>
                  </a:lnTo>
                  <a:lnTo>
                    <a:pt x="144" y="554"/>
                  </a:lnTo>
                  <a:lnTo>
                    <a:pt x="165" y="570"/>
                  </a:lnTo>
                  <a:lnTo>
                    <a:pt x="190" y="585"/>
                  </a:lnTo>
                  <a:lnTo>
                    <a:pt x="215" y="597"/>
                  </a:lnTo>
                  <a:lnTo>
                    <a:pt x="242" y="606"/>
                  </a:lnTo>
                  <a:lnTo>
                    <a:pt x="270" y="614"/>
                  </a:lnTo>
                  <a:lnTo>
                    <a:pt x="298" y="618"/>
                  </a:lnTo>
                  <a:lnTo>
                    <a:pt x="329" y="620"/>
                  </a:lnTo>
                  <a:lnTo>
                    <a:pt x="329" y="620"/>
                  </a:lnTo>
                  <a:lnTo>
                    <a:pt x="359" y="618"/>
                  </a:lnTo>
                  <a:lnTo>
                    <a:pt x="387" y="614"/>
                  </a:lnTo>
                  <a:lnTo>
                    <a:pt x="415" y="606"/>
                  </a:lnTo>
                  <a:lnTo>
                    <a:pt x="442" y="597"/>
                  </a:lnTo>
                  <a:lnTo>
                    <a:pt x="468" y="585"/>
                  </a:lnTo>
                  <a:lnTo>
                    <a:pt x="492" y="570"/>
                  </a:lnTo>
                  <a:lnTo>
                    <a:pt x="513" y="554"/>
                  </a:lnTo>
                  <a:lnTo>
                    <a:pt x="535" y="535"/>
                  </a:lnTo>
                  <a:lnTo>
                    <a:pt x="554" y="514"/>
                  </a:lnTo>
                  <a:lnTo>
                    <a:pt x="570" y="491"/>
                  </a:lnTo>
                  <a:lnTo>
                    <a:pt x="585" y="468"/>
                  </a:lnTo>
                  <a:lnTo>
                    <a:pt x="597" y="442"/>
                  </a:lnTo>
                  <a:lnTo>
                    <a:pt x="607" y="415"/>
                  </a:lnTo>
                  <a:lnTo>
                    <a:pt x="614" y="387"/>
                  </a:lnTo>
                  <a:lnTo>
                    <a:pt x="618" y="359"/>
                  </a:lnTo>
                  <a:lnTo>
                    <a:pt x="619" y="328"/>
                  </a:lnTo>
                  <a:lnTo>
                    <a:pt x="619" y="328"/>
                  </a:lnTo>
                  <a:lnTo>
                    <a:pt x="618" y="299"/>
                  </a:lnTo>
                  <a:lnTo>
                    <a:pt x="614" y="270"/>
                  </a:lnTo>
                  <a:lnTo>
                    <a:pt x="607" y="242"/>
                  </a:lnTo>
                  <a:lnTo>
                    <a:pt x="597" y="215"/>
                  </a:lnTo>
                  <a:lnTo>
                    <a:pt x="585" y="190"/>
                  </a:lnTo>
                  <a:lnTo>
                    <a:pt x="570" y="166"/>
                  </a:lnTo>
                  <a:lnTo>
                    <a:pt x="554" y="144"/>
                  </a:lnTo>
                  <a:lnTo>
                    <a:pt x="535" y="123"/>
                  </a:lnTo>
                  <a:lnTo>
                    <a:pt x="513" y="104"/>
                  </a:lnTo>
                  <a:lnTo>
                    <a:pt x="492" y="88"/>
                  </a:lnTo>
                  <a:lnTo>
                    <a:pt x="468" y="73"/>
                  </a:lnTo>
                  <a:lnTo>
                    <a:pt x="442" y="61"/>
                  </a:lnTo>
                  <a:lnTo>
                    <a:pt x="415" y="50"/>
                  </a:lnTo>
                  <a:lnTo>
                    <a:pt x="387" y="43"/>
                  </a:lnTo>
                  <a:lnTo>
                    <a:pt x="359" y="39"/>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3" name="Freeform 207">
              <a:extLst>
                <a:ext uri="{FF2B5EF4-FFF2-40B4-BE49-F238E27FC236}">
                  <a16:creationId xmlns:a16="http://schemas.microsoft.com/office/drawing/2014/main" id="{6E08273E-4CDD-4278-8A2D-2E72D1A258A1}"/>
                </a:ext>
              </a:extLst>
            </p:cNvPr>
            <p:cNvSpPr>
              <a:spLocks/>
            </p:cNvSpPr>
            <p:nvPr/>
          </p:nvSpPr>
          <p:spPr bwMode="auto">
            <a:xfrm>
              <a:off x="3327401" y="6226175"/>
              <a:ext cx="280988" cy="12700"/>
            </a:xfrm>
            <a:custGeom>
              <a:avLst/>
              <a:gdLst>
                <a:gd name="T0" fmla="*/ 345 w 353"/>
                <a:gd name="T1" fmla="*/ 0 h 16"/>
                <a:gd name="T2" fmla="*/ 8 w 353"/>
                <a:gd name="T3" fmla="*/ 0 h 16"/>
                <a:gd name="T4" fmla="*/ 8 w 353"/>
                <a:gd name="T5" fmla="*/ 0 h 16"/>
                <a:gd name="T6" fmla="*/ 4 w 353"/>
                <a:gd name="T7" fmla="*/ 0 h 16"/>
                <a:gd name="T8" fmla="*/ 1 w 353"/>
                <a:gd name="T9" fmla="*/ 3 h 16"/>
                <a:gd name="T10" fmla="*/ 0 w 353"/>
                <a:gd name="T11" fmla="*/ 6 h 16"/>
                <a:gd name="T12" fmla="*/ 0 w 353"/>
                <a:gd name="T13" fmla="*/ 8 h 16"/>
                <a:gd name="T14" fmla="*/ 0 w 353"/>
                <a:gd name="T15" fmla="*/ 8 h 16"/>
                <a:gd name="T16" fmla="*/ 0 w 353"/>
                <a:gd name="T17" fmla="*/ 11 h 16"/>
                <a:gd name="T18" fmla="*/ 1 w 353"/>
                <a:gd name="T19" fmla="*/ 14 h 16"/>
                <a:gd name="T20" fmla="*/ 4 w 353"/>
                <a:gd name="T21" fmla="*/ 16 h 16"/>
                <a:gd name="T22" fmla="*/ 8 w 353"/>
                <a:gd name="T23" fmla="*/ 16 h 16"/>
                <a:gd name="T24" fmla="*/ 345 w 353"/>
                <a:gd name="T25" fmla="*/ 16 h 16"/>
                <a:gd name="T26" fmla="*/ 345 w 353"/>
                <a:gd name="T27" fmla="*/ 16 h 16"/>
                <a:gd name="T28" fmla="*/ 348 w 353"/>
                <a:gd name="T29" fmla="*/ 16 h 16"/>
                <a:gd name="T30" fmla="*/ 351 w 353"/>
                <a:gd name="T31" fmla="*/ 14 h 16"/>
                <a:gd name="T32" fmla="*/ 352 w 353"/>
                <a:gd name="T33" fmla="*/ 11 h 16"/>
                <a:gd name="T34" fmla="*/ 353 w 353"/>
                <a:gd name="T35" fmla="*/ 8 h 16"/>
                <a:gd name="T36" fmla="*/ 353 w 353"/>
                <a:gd name="T37" fmla="*/ 8 h 16"/>
                <a:gd name="T38" fmla="*/ 352 w 353"/>
                <a:gd name="T39" fmla="*/ 6 h 16"/>
                <a:gd name="T40" fmla="*/ 351 w 353"/>
                <a:gd name="T41" fmla="*/ 3 h 16"/>
                <a:gd name="T42" fmla="*/ 348 w 353"/>
                <a:gd name="T43" fmla="*/ 0 h 16"/>
                <a:gd name="T44" fmla="*/ 345 w 353"/>
                <a:gd name="T45" fmla="*/ 0 h 16"/>
                <a:gd name="T46" fmla="*/ 345 w 353"/>
                <a:gd name="T4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3" h="16">
                  <a:moveTo>
                    <a:pt x="345" y="0"/>
                  </a:moveTo>
                  <a:lnTo>
                    <a:pt x="8" y="0"/>
                  </a:lnTo>
                  <a:lnTo>
                    <a:pt x="8" y="0"/>
                  </a:lnTo>
                  <a:lnTo>
                    <a:pt x="4" y="0"/>
                  </a:lnTo>
                  <a:lnTo>
                    <a:pt x="1" y="3"/>
                  </a:lnTo>
                  <a:lnTo>
                    <a:pt x="0" y="6"/>
                  </a:lnTo>
                  <a:lnTo>
                    <a:pt x="0" y="8"/>
                  </a:lnTo>
                  <a:lnTo>
                    <a:pt x="0" y="8"/>
                  </a:lnTo>
                  <a:lnTo>
                    <a:pt x="0" y="11"/>
                  </a:lnTo>
                  <a:lnTo>
                    <a:pt x="1" y="14"/>
                  </a:lnTo>
                  <a:lnTo>
                    <a:pt x="4" y="16"/>
                  </a:lnTo>
                  <a:lnTo>
                    <a:pt x="8" y="16"/>
                  </a:lnTo>
                  <a:lnTo>
                    <a:pt x="345" y="16"/>
                  </a:lnTo>
                  <a:lnTo>
                    <a:pt x="345" y="16"/>
                  </a:lnTo>
                  <a:lnTo>
                    <a:pt x="348" y="16"/>
                  </a:lnTo>
                  <a:lnTo>
                    <a:pt x="351" y="14"/>
                  </a:lnTo>
                  <a:lnTo>
                    <a:pt x="352" y="11"/>
                  </a:lnTo>
                  <a:lnTo>
                    <a:pt x="353" y="8"/>
                  </a:lnTo>
                  <a:lnTo>
                    <a:pt x="353" y="8"/>
                  </a:lnTo>
                  <a:lnTo>
                    <a:pt x="352" y="6"/>
                  </a:lnTo>
                  <a:lnTo>
                    <a:pt x="351" y="3"/>
                  </a:lnTo>
                  <a:lnTo>
                    <a:pt x="348" y="0"/>
                  </a:lnTo>
                  <a:lnTo>
                    <a:pt x="345" y="0"/>
                  </a:lnTo>
                  <a:lnTo>
                    <a:pt x="3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5" name="Freeform 208">
              <a:extLst>
                <a:ext uri="{FF2B5EF4-FFF2-40B4-BE49-F238E27FC236}">
                  <a16:creationId xmlns:a16="http://schemas.microsoft.com/office/drawing/2014/main" id="{EBA03E70-71BE-4567-A193-8F0ED36805DB}"/>
                </a:ext>
              </a:extLst>
            </p:cNvPr>
            <p:cNvSpPr>
              <a:spLocks/>
            </p:cNvSpPr>
            <p:nvPr/>
          </p:nvSpPr>
          <p:spPr bwMode="auto">
            <a:xfrm>
              <a:off x="3338513" y="6067425"/>
              <a:ext cx="61913" cy="125413"/>
            </a:xfrm>
            <a:custGeom>
              <a:avLst/>
              <a:gdLst>
                <a:gd name="T0" fmla="*/ 6 w 80"/>
                <a:gd name="T1" fmla="*/ 158 h 158"/>
                <a:gd name="T2" fmla="*/ 73 w 80"/>
                <a:gd name="T3" fmla="*/ 158 h 158"/>
                <a:gd name="T4" fmla="*/ 73 w 80"/>
                <a:gd name="T5" fmla="*/ 158 h 158"/>
                <a:gd name="T6" fmla="*/ 76 w 80"/>
                <a:gd name="T7" fmla="*/ 156 h 158"/>
                <a:gd name="T8" fmla="*/ 77 w 80"/>
                <a:gd name="T9" fmla="*/ 155 h 158"/>
                <a:gd name="T10" fmla="*/ 78 w 80"/>
                <a:gd name="T11" fmla="*/ 154 h 158"/>
                <a:gd name="T12" fmla="*/ 80 w 80"/>
                <a:gd name="T13" fmla="*/ 152 h 158"/>
                <a:gd name="T14" fmla="*/ 80 w 80"/>
                <a:gd name="T15" fmla="*/ 6 h 158"/>
                <a:gd name="T16" fmla="*/ 80 w 80"/>
                <a:gd name="T17" fmla="*/ 6 h 158"/>
                <a:gd name="T18" fmla="*/ 78 w 80"/>
                <a:gd name="T19" fmla="*/ 3 h 158"/>
                <a:gd name="T20" fmla="*/ 77 w 80"/>
                <a:gd name="T21" fmla="*/ 2 h 158"/>
                <a:gd name="T22" fmla="*/ 76 w 80"/>
                <a:gd name="T23" fmla="*/ 0 h 158"/>
                <a:gd name="T24" fmla="*/ 73 w 80"/>
                <a:gd name="T25" fmla="*/ 0 h 158"/>
                <a:gd name="T26" fmla="*/ 6 w 80"/>
                <a:gd name="T27" fmla="*/ 0 h 158"/>
                <a:gd name="T28" fmla="*/ 6 w 80"/>
                <a:gd name="T29" fmla="*/ 0 h 158"/>
                <a:gd name="T30" fmla="*/ 4 w 80"/>
                <a:gd name="T31" fmla="*/ 0 h 158"/>
                <a:gd name="T32" fmla="*/ 2 w 80"/>
                <a:gd name="T33" fmla="*/ 2 h 158"/>
                <a:gd name="T34" fmla="*/ 0 w 80"/>
                <a:gd name="T35" fmla="*/ 3 h 158"/>
                <a:gd name="T36" fmla="*/ 0 w 80"/>
                <a:gd name="T37" fmla="*/ 6 h 158"/>
                <a:gd name="T38" fmla="*/ 0 w 80"/>
                <a:gd name="T39" fmla="*/ 152 h 158"/>
                <a:gd name="T40" fmla="*/ 0 w 80"/>
                <a:gd name="T41" fmla="*/ 152 h 158"/>
                <a:gd name="T42" fmla="*/ 0 w 80"/>
                <a:gd name="T43" fmla="*/ 154 h 158"/>
                <a:gd name="T44" fmla="*/ 2 w 80"/>
                <a:gd name="T45" fmla="*/ 155 h 158"/>
                <a:gd name="T46" fmla="*/ 4 w 80"/>
                <a:gd name="T47" fmla="*/ 156 h 158"/>
                <a:gd name="T48" fmla="*/ 6 w 80"/>
                <a:gd name="T49" fmla="*/ 158 h 158"/>
                <a:gd name="T50" fmla="*/ 6 w 80"/>
                <a:gd name="T51"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0" h="158">
                  <a:moveTo>
                    <a:pt x="6" y="158"/>
                  </a:moveTo>
                  <a:lnTo>
                    <a:pt x="73" y="158"/>
                  </a:lnTo>
                  <a:lnTo>
                    <a:pt x="73" y="158"/>
                  </a:lnTo>
                  <a:lnTo>
                    <a:pt x="76" y="156"/>
                  </a:lnTo>
                  <a:lnTo>
                    <a:pt x="77" y="155"/>
                  </a:lnTo>
                  <a:lnTo>
                    <a:pt x="78" y="154"/>
                  </a:lnTo>
                  <a:lnTo>
                    <a:pt x="80" y="152"/>
                  </a:lnTo>
                  <a:lnTo>
                    <a:pt x="80" y="6"/>
                  </a:lnTo>
                  <a:lnTo>
                    <a:pt x="80" y="6"/>
                  </a:lnTo>
                  <a:lnTo>
                    <a:pt x="78" y="3"/>
                  </a:lnTo>
                  <a:lnTo>
                    <a:pt x="77" y="2"/>
                  </a:lnTo>
                  <a:lnTo>
                    <a:pt x="76" y="0"/>
                  </a:lnTo>
                  <a:lnTo>
                    <a:pt x="73" y="0"/>
                  </a:lnTo>
                  <a:lnTo>
                    <a:pt x="6" y="0"/>
                  </a:lnTo>
                  <a:lnTo>
                    <a:pt x="6" y="0"/>
                  </a:lnTo>
                  <a:lnTo>
                    <a:pt x="4" y="0"/>
                  </a:lnTo>
                  <a:lnTo>
                    <a:pt x="2" y="2"/>
                  </a:lnTo>
                  <a:lnTo>
                    <a:pt x="0" y="3"/>
                  </a:lnTo>
                  <a:lnTo>
                    <a:pt x="0" y="6"/>
                  </a:lnTo>
                  <a:lnTo>
                    <a:pt x="0" y="152"/>
                  </a:lnTo>
                  <a:lnTo>
                    <a:pt x="0" y="152"/>
                  </a:lnTo>
                  <a:lnTo>
                    <a:pt x="0" y="154"/>
                  </a:lnTo>
                  <a:lnTo>
                    <a:pt x="2" y="155"/>
                  </a:lnTo>
                  <a:lnTo>
                    <a:pt x="4" y="156"/>
                  </a:lnTo>
                  <a:lnTo>
                    <a:pt x="6" y="158"/>
                  </a:lnTo>
                  <a:lnTo>
                    <a:pt x="6"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6" name="Freeform 209">
              <a:extLst>
                <a:ext uri="{FF2B5EF4-FFF2-40B4-BE49-F238E27FC236}">
                  <a16:creationId xmlns:a16="http://schemas.microsoft.com/office/drawing/2014/main" id="{80B855D9-379E-402C-B7AD-56C027432F4C}"/>
                </a:ext>
              </a:extLst>
            </p:cNvPr>
            <p:cNvSpPr>
              <a:spLocks/>
            </p:cNvSpPr>
            <p:nvPr/>
          </p:nvSpPr>
          <p:spPr bwMode="auto">
            <a:xfrm>
              <a:off x="3436938" y="5986463"/>
              <a:ext cx="61913" cy="206375"/>
            </a:xfrm>
            <a:custGeom>
              <a:avLst/>
              <a:gdLst>
                <a:gd name="T0" fmla="*/ 5 w 79"/>
                <a:gd name="T1" fmla="*/ 260 h 260"/>
                <a:gd name="T2" fmla="*/ 73 w 79"/>
                <a:gd name="T3" fmla="*/ 260 h 260"/>
                <a:gd name="T4" fmla="*/ 73 w 79"/>
                <a:gd name="T5" fmla="*/ 260 h 260"/>
                <a:gd name="T6" fmla="*/ 75 w 79"/>
                <a:gd name="T7" fmla="*/ 258 h 260"/>
                <a:gd name="T8" fmla="*/ 77 w 79"/>
                <a:gd name="T9" fmla="*/ 257 h 260"/>
                <a:gd name="T10" fmla="*/ 78 w 79"/>
                <a:gd name="T11" fmla="*/ 256 h 260"/>
                <a:gd name="T12" fmla="*/ 79 w 79"/>
                <a:gd name="T13" fmla="*/ 254 h 260"/>
                <a:gd name="T14" fmla="*/ 79 w 79"/>
                <a:gd name="T15" fmla="*/ 6 h 260"/>
                <a:gd name="T16" fmla="*/ 79 w 79"/>
                <a:gd name="T17" fmla="*/ 6 h 260"/>
                <a:gd name="T18" fmla="*/ 78 w 79"/>
                <a:gd name="T19" fmla="*/ 4 h 260"/>
                <a:gd name="T20" fmla="*/ 77 w 79"/>
                <a:gd name="T21" fmla="*/ 3 h 260"/>
                <a:gd name="T22" fmla="*/ 75 w 79"/>
                <a:gd name="T23" fmla="*/ 2 h 260"/>
                <a:gd name="T24" fmla="*/ 73 w 79"/>
                <a:gd name="T25" fmla="*/ 0 h 260"/>
                <a:gd name="T26" fmla="*/ 5 w 79"/>
                <a:gd name="T27" fmla="*/ 0 h 260"/>
                <a:gd name="T28" fmla="*/ 5 w 79"/>
                <a:gd name="T29" fmla="*/ 0 h 260"/>
                <a:gd name="T30" fmla="*/ 4 w 79"/>
                <a:gd name="T31" fmla="*/ 2 h 260"/>
                <a:gd name="T32" fmla="*/ 1 w 79"/>
                <a:gd name="T33" fmla="*/ 3 h 260"/>
                <a:gd name="T34" fmla="*/ 0 w 79"/>
                <a:gd name="T35" fmla="*/ 4 h 260"/>
                <a:gd name="T36" fmla="*/ 0 w 79"/>
                <a:gd name="T37" fmla="*/ 6 h 260"/>
                <a:gd name="T38" fmla="*/ 0 w 79"/>
                <a:gd name="T39" fmla="*/ 254 h 260"/>
                <a:gd name="T40" fmla="*/ 0 w 79"/>
                <a:gd name="T41" fmla="*/ 254 h 260"/>
                <a:gd name="T42" fmla="*/ 0 w 79"/>
                <a:gd name="T43" fmla="*/ 256 h 260"/>
                <a:gd name="T44" fmla="*/ 1 w 79"/>
                <a:gd name="T45" fmla="*/ 257 h 260"/>
                <a:gd name="T46" fmla="*/ 4 w 79"/>
                <a:gd name="T47" fmla="*/ 258 h 260"/>
                <a:gd name="T48" fmla="*/ 5 w 79"/>
                <a:gd name="T49" fmla="*/ 260 h 260"/>
                <a:gd name="T50" fmla="*/ 5 w 79"/>
                <a:gd name="T51"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260">
                  <a:moveTo>
                    <a:pt x="5" y="260"/>
                  </a:moveTo>
                  <a:lnTo>
                    <a:pt x="73" y="260"/>
                  </a:lnTo>
                  <a:lnTo>
                    <a:pt x="73" y="260"/>
                  </a:lnTo>
                  <a:lnTo>
                    <a:pt x="75" y="258"/>
                  </a:lnTo>
                  <a:lnTo>
                    <a:pt x="77" y="257"/>
                  </a:lnTo>
                  <a:lnTo>
                    <a:pt x="78" y="256"/>
                  </a:lnTo>
                  <a:lnTo>
                    <a:pt x="79" y="254"/>
                  </a:lnTo>
                  <a:lnTo>
                    <a:pt x="79" y="6"/>
                  </a:lnTo>
                  <a:lnTo>
                    <a:pt x="79" y="6"/>
                  </a:lnTo>
                  <a:lnTo>
                    <a:pt x="78" y="4"/>
                  </a:lnTo>
                  <a:lnTo>
                    <a:pt x="77" y="3"/>
                  </a:lnTo>
                  <a:lnTo>
                    <a:pt x="75" y="2"/>
                  </a:lnTo>
                  <a:lnTo>
                    <a:pt x="73" y="0"/>
                  </a:lnTo>
                  <a:lnTo>
                    <a:pt x="5" y="0"/>
                  </a:lnTo>
                  <a:lnTo>
                    <a:pt x="5" y="0"/>
                  </a:lnTo>
                  <a:lnTo>
                    <a:pt x="4" y="2"/>
                  </a:lnTo>
                  <a:lnTo>
                    <a:pt x="1" y="3"/>
                  </a:lnTo>
                  <a:lnTo>
                    <a:pt x="0" y="4"/>
                  </a:lnTo>
                  <a:lnTo>
                    <a:pt x="0" y="6"/>
                  </a:lnTo>
                  <a:lnTo>
                    <a:pt x="0" y="254"/>
                  </a:lnTo>
                  <a:lnTo>
                    <a:pt x="0" y="254"/>
                  </a:lnTo>
                  <a:lnTo>
                    <a:pt x="0" y="256"/>
                  </a:lnTo>
                  <a:lnTo>
                    <a:pt x="1" y="257"/>
                  </a:lnTo>
                  <a:lnTo>
                    <a:pt x="4" y="258"/>
                  </a:lnTo>
                  <a:lnTo>
                    <a:pt x="5" y="260"/>
                  </a:lnTo>
                  <a:lnTo>
                    <a:pt x="5"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7" name="Freeform 210">
              <a:extLst>
                <a:ext uri="{FF2B5EF4-FFF2-40B4-BE49-F238E27FC236}">
                  <a16:creationId xmlns:a16="http://schemas.microsoft.com/office/drawing/2014/main" id="{806FFA8C-35F5-466A-880B-9247094CEF97}"/>
                </a:ext>
              </a:extLst>
            </p:cNvPr>
            <p:cNvSpPr>
              <a:spLocks/>
            </p:cNvSpPr>
            <p:nvPr/>
          </p:nvSpPr>
          <p:spPr bwMode="auto">
            <a:xfrm>
              <a:off x="3533776" y="6111875"/>
              <a:ext cx="63500" cy="80963"/>
            </a:xfrm>
            <a:custGeom>
              <a:avLst/>
              <a:gdLst>
                <a:gd name="T0" fmla="*/ 5 w 79"/>
                <a:gd name="T1" fmla="*/ 103 h 103"/>
                <a:gd name="T2" fmla="*/ 72 w 79"/>
                <a:gd name="T3" fmla="*/ 103 h 103"/>
                <a:gd name="T4" fmla="*/ 72 w 79"/>
                <a:gd name="T5" fmla="*/ 103 h 103"/>
                <a:gd name="T6" fmla="*/ 75 w 79"/>
                <a:gd name="T7" fmla="*/ 101 h 103"/>
                <a:gd name="T8" fmla="*/ 76 w 79"/>
                <a:gd name="T9" fmla="*/ 100 h 103"/>
                <a:gd name="T10" fmla="*/ 78 w 79"/>
                <a:gd name="T11" fmla="*/ 99 h 103"/>
                <a:gd name="T12" fmla="*/ 79 w 79"/>
                <a:gd name="T13" fmla="*/ 97 h 103"/>
                <a:gd name="T14" fmla="*/ 79 w 79"/>
                <a:gd name="T15" fmla="*/ 7 h 103"/>
                <a:gd name="T16" fmla="*/ 79 w 79"/>
                <a:gd name="T17" fmla="*/ 7 h 103"/>
                <a:gd name="T18" fmla="*/ 78 w 79"/>
                <a:gd name="T19" fmla="*/ 4 h 103"/>
                <a:gd name="T20" fmla="*/ 76 w 79"/>
                <a:gd name="T21" fmla="*/ 3 h 103"/>
                <a:gd name="T22" fmla="*/ 75 w 79"/>
                <a:gd name="T23" fmla="*/ 2 h 103"/>
                <a:gd name="T24" fmla="*/ 72 w 79"/>
                <a:gd name="T25" fmla="*/ 0 h 103"/>
                <a:gd name="T26" fmla="*/ 5 w 79"/>
                <a:gd name="T27" fmla="*/ 0 h 103"/>
                <a:gd name="T28" fmla="*/ 5 w 79"/>
                <a:gd name="T29" fmla="*/ 0 h 103"/>
                <a:gd name="T30" fmla="*/ 4 w 79"/>
                <a:gd name="T31" fmla="*/ 2 h 103"/>
                <a:gd name="T32" fmla="*/ 1 w 79"/>
                <a:gd name="T33" fmla="*/ 3 h 103"/>
                <a:gd name="T34" fmla="*/ 0 w 79"/>
                <a:gd name="T35" fmla="*/ 4 h 103"/>
                <a:gd name="T36" fmla="*/ 0 w 79"/>
                <a:gd name="T37" fmla="*/ 7 h 103"/>
                <a:gd name="T38" fmla="*/ 0 w 79"/>
                <a:gd name="T39" fmla="*/ 97 h 103"/>
                <a:gd name="T40" fmla="*/ 0 w 79"/>
                <a:gd name="T41" fmla="*/ 97 h 103"/>
                <a:gd name="T42" fmla="*/ 0 w 79"/>
                <a:gd name="T43" fmla="*/ 99 h 103"/>
                <a:gd name="T44" fmla="*/ 1 w 79"/>
                <a:gd name="T45" fmla="*/ 100 h 103"/>
                <a:gd name="T46" fmla="*/ 4 w 79"/>
                <a:gd name="T47" fmla="*/ 101 h 103"/>
                <a:gd name="T48" fmla="*/ 5 w 79"/>
                <a:gd name="T49" fmla="*/ 103 h 103"/>
                <a:gd name="T50" fmla="*/ 5 w 79"/>
                <a:gd name="T51"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103">
                  <a:moveTo>
                    <a:pt x="5" y="103"/>
                  </a:moveTo>
                  <a:lnTo>
                    <a:pt x="72" y="103"/>
                  </a:lnTo>
                  <a:lnTo>
                    <a:pt x="72" y="103"/>
                  </a:lnTo>
                  <a:lnTo>
                    <a:pt x="75" y="101"/>
                  </a:lnTo>
                  <a:lnTo>
                    <a:pt x="76" y="100"/>
                  </a:lnTo>
                  <a:lnTo>
                    <a:pt x="78" y="99"/>
                  </a:lnTo>
                  <a:lnTo>
                    <a:pt x="79" y="97"/>
                  </a:lnTo>
                  <a:lnTo>
                    <a:pt x="79" y="7"/>
                  </a:lnTo>
                  <a:lnTo>
                    <a:pt x="79" y="7"/>
                  </a:lnTo>
                  <a:lnTo>
                    <a:pt x="78" y="4"/>
                  </a:lnTo>
                  <a:lnTo>
                    <a:pt x="76" y="3"/>
                  </a:lnTo>
                  <a:lnTo>
                    <a:pt x="75" y="2"/>
                  </a:lnTo>
                  <a:lnTo>
                    <a:pt x="72" y="0"/>
                  </a:lnTo>
                  <a:lnTo>
                    <a:pt x="5" y="0"/>
                  </a:lnTo>
                  <a:lnTo>
                    <a:pt x="5" y="0"/>
                  </a:lnTo>
                  <a:lnTo>
                    <a:pt x="4" y="2"/>
                  </a:lnTo>
                  <a:lnTo>
                    <a:pt x="1" y="3"/>
                  </a:lnTo>
                  <a:lnTo>
                    <a:pt x="0" y="4"/>
                  </a:lnTo>
                  <a:lnTo>
                    <a:pt x="0" y="7"/>
                  </a:lnTo>
                  <a:lnTo>
                    <a:pt x="0" y="97"/>
                  </a:lnTo>
                  <a:lnTo>
                    <a:pt x="0" y="97"/>
                  </a:lnTo>
                  <a:lnTo>
                    <a:pt x="0" y="99"/>
                  </a:lnTo>
                  <a:lnTo>
                    <a:pt x="1" y="100"/>
                  </a:lnTo>
                  <a:lnTo>
                    <a:pt x="4" y="101"/>
                  </a:lnTo>
                  <a:lnTo>
                    <a:pt x="5" y="103"/>
                  </a:lnTo>
                  <a:lnTo>
                    <a:pt x="5"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grpSp>
      <p:grpSp>
        <p:nvGrpSpPr>
          <p:cNvPr id="38" name="Group 37">
            <a:extLst>
              <a:ext uri="{FF2B5EF4-FFF2-40B4-BE49-F238E27FC236}">
                <a16:creationId xmlns:a16="http://schemas.microsoft.com/office/drawing/2014/main" id="{087C4B3B-43F6-4842-8016-56CDE41F47C6}"/>
              </a:ext>
            </a:extLst>
          </p:cNvPr>
          <p:cNvGrpSpPr/>
          <p:nvPr/>
        </p:nvGrpSpPr>
        <p:grpSpPr>
          <a:xfrm>
            <a:off x="497624" y="2923520"/>
            <a:ext cx="416776" cy="416776"/>
            <a:chOff x="1584325" y="5254625"/>
            <a:chExt cx="650875" cy="650875"/>
          </a:xfrm>
        </p:grpSpPr>
        <p:sp>
          <p:nvSpPr>
            <p:cNvPr id="39" name="Freeform 36">
              <a:extLst>
                <a:ext uri="{FF2B5EF4-FFF2-40B4-BE49-F238E27FC236}">
                  <a16:creationId xmlns:a16="http://schemas.microsoft.com/office/drawing/2014/main" id="{267E992A-C6C5-436E-B2A6-E90540A4FDC0}"/>
                </a:ext>
              </a:extLst>
            </p:cNvPr>
            <p:cNvSpPr>
              <a:spLocks noEditPoints="1"/>
            </p:cNvSpPr>
            <p:nvPr/>
          </p:nvSpPr>
          <p:spPr bwMode="auto">
            <a:xfrm>
              <a:off x="1584325" y="5254625"/>
              <a:ext cx="650875" cy="650875"/>
            </a:xfrm>
            <a:custGeom>
              <a:avLst/>
              <a:gdLst>
                <a:gd name="T0" fmla="*/ 188 w 213"/>
                <a:gd name="T1" fmla="*/ 0 h 213"/>
                <a:gd name="T2" fmla="*/ 26 w 213"/>
                <a:gd name="T3" fmla="*/ 0 h 213"/>
                <a:gd name="T4" fmla="*/ 0 w 213"/>
                <a:gd name="T5" fmla="*/ 25 h 213"/>
                <a:gd name="T6" fmla="*/ 0 w 213"/>
                <a:gd name="T7" fmla="*/ 188 h 213"/>
                <a:gd name="T8" fmla="*/ 26 w 213"/>
                <a:gd name="T9" fmla="*/ 213 h 213"/>
                <a:gd name="T10" fmla="*/ 188 w 213"/>
                <a:gd name="T11" fmla="*/ 213 h 213"/>
                <a:gd name="T12" fmla="*/ 213 w 213"/>
                <a:gd name="T13" fmla="*/ 188 h 213"/>
                <a:gd name="T14" fmla="*/ 213 w 213"/>
                <a:gd name="T15" fmla="*/ 25 h 213"/>
                <a:gd name="T16" fmla="*/ 188 w 213"/>
                <a:gd name="T17" fmla="*/ 0 h 213"/>
                <a:gd name="T18" fmla="*/ 205 w 213"/>
                <a:gd name="T19" fmla="*/ 188 h 213"/>
                <a:gd name="T20" fmla="*/ 188 w 213"/>
                <a:gd name="T21" fmla="*/ 204 h 213"/>
                <a:gd name="T22" fmla="*/ 26 w 213"/>
                <a:gd name="T23" fmla="*/ 204 h 213"/>
                <a:gd name="T24" fmla="*/ 9 w 213"/>
                <a:gd name="T25" fmla="*/ 188 h 213"/>
                <a:gd name="T26" fmla="*/ 9 w 213"/>
                <a:gd name="T27" fmla="*/ 25 h 213"/>
                <a:gd name="T28" fmla="*/ 26 w 213"/>
                <a:gd name="T29" fmla="*/ 8 h 213"/>
                <a:gd name="T30" fmla="*/ 188 w 213"/>
                <a:gd name="T31" fmla="*/ 8 h 213"/>
                <a:gd name="T32" fmla="*/ 205 w 213"/>
                <a:gd name="T33" fmla="*/ 25 h 213"/>
                <a:gd name="T34" fmla="*/ 205 w 213"/>
                <a:gd name="T35" fmla="*/ 18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 h="213">
                  <a:moveTo>
                    <a:pt x="188" y="0"/>
                  </a:moveTo>
                  <a:cubicBezTo>
                    <a:pt x="26" y="0"/>
                    <a:pt x="26" y="0"/>
                    <a:pt x="26" y="0"/>
                  </a:cubicBezTo>
                  <a:cubicBezTo>
                    <a:pt x="12" y="0"/>
                    <a:pt x="0" y="11"/>
                    <a:pt x="0" y="25"/>
                  </a:cubicBezTo>
                  <a:cubicBezTo>
                    <a:pt x="0" y="188"/>
                    <a:pt x="0" y="188"/>
                    <a:pt x="0" y="188"/>
                  </a:cubicBezTo>
                  <a:cubicBezTo>
                    <a:pt x="0" y="202"/>
                    <a:pt x="12" y="213"/>
                    <a:pt x="26" y="213"/>
                  </a:cubicBezTo>
                  <a:cubicBezTo>
                    <a:pt x="188" y="213"/>
                    <a:pt x="188" y="213"/>
                    <a:pt x="188" y="213"/>
                  </a:cubicBezTo>
                  <a:cubicBezTo>
                    <a:pt x="202" y="213"/>
                    <a:pt x="213" y="202"/>
                    <a:pt x="213" y="188"/>
                  </a:cubicBezTo>
                  <a:cubicBezTo>
                    <a:pt x="213" y="25"/>
                    <a:pt x="213" y="25"/>
                    <a:pt x="213" y="25"/>
                  </a:cubicBezTo>
                  <a:cubicBezTo>
                    <a:pt x="213" y="11"/>
                    <a:pt x="202" y="0"/>
                    <a:pt x="188" y="0"/>
                  </a:cubicBezTo>
                  <a:close/>
                  <a:moveTo>
                    <a:pt x="205" y="188"/>
                  </a:moveTo>
                  <a:cubicBezTo>
                    <a:pt x="205" y="197"/>
                    <a:pt x="197" y="204"/>
                    <a:pt x="188" y="204"/>
                  </a:cubicBezTo>
                  <a:cubicBezTo>
                    <a:pt x="26" y="204"/>
                    <a:pt x="26" y="204"/>
                    <a:pt x="26" y="204"/>
                  </a:cubicBezTo>
                  <a:cubicBezTo>
                    <a:pt x="17" y="204"/>
                    <a:pt x="9" y="197"/>
                    <a:pt x="9" y="188"/>
                  </a:cubicBezTo>
                  <a:cubicBezTo>
                    <a:pt x="9" y="25"/>
                    <a:pt x="9" y="25"/>
                    <a:pt x="9" y="25"/>
                  </a:cubicBezTo>
                  <a:cubicBezTo>
                    <a:pt x="9" y="16"/>
                    <a:pt x="17" y="8"/>
                    <a:pt x="26" y="8"/>
                  </a:cubicBezTo>
                  <a:cubicBezTo>
                    <a:pt x="188" y="8"/>
                    <a:pt x="188" y="8"/>
                    <a:pt x="188" y="8"/>
                  </a:cubicBezTo>
                  <a:cubicBezTo>
                    <a:pt x="197" y="8"/>
                    <a:pt x="205" y="16"/>
                    <a:pt x="205" y="25"/>
                  </a:cubicBezTo>
                  <a:lnTo>
                    <a:pt x="205" y="18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endParaRPr lang="en-US" sz="1588"/>
            </a:p>
          </p:txBody>
        </p:sp>
        <p:sp>
          <p:nvSpPr>
            <p:cNvPr id="40" name="Freeform 37">
              <a:extLst>
                <a:ext uri="{FF2B5EF4-FFF2-40B4-BE49-F238E27FC236}">
                  <a16:creationId xmlns:a16="http://schemas.microsoft.com/office/drawing/2014/main" id="{CA34E08B-4B65-4F5E-8B6A-724B95A5EE44}"/>
                </a:ext>
              </a:extLst>
            </p:cNvPr>
            <p:cNvSpPr>
              <a:spLocks noEditPoints="1"/>
            </p:cNvSpPr>
            <p:nvPr/>
          </p:nvSpPr>
          <p:spPr bwMode="auto">
            <a:xfrm>
              <a:off x="1684338" y="5349875"/>
              <a:ext cx="138112" cy="463550"/>
            </a:xfrm>
            <a:custGeom>
              <a:avLst/>
              <a:gdLst>
                <a:gd name="T0" fmla="*/ 27 w 45"/>
                <a:gd name="T1" fmla="*/ 11 h 152"/>
                <a:gd name="T2" fmla="*/ 27 w 45"/>
                <a:gd name="T3" fmla="*/ 5 h 152"/>
                <a:gd name="T4" fmla="*/ 23 w 45"/>
                <a:gd name="T5" fmla="*/ 0 h 152"/>
                <a:gd name="T6" fmla="*/ 18 w 45"/>
                <a:gd name="T7" fmla="*/ 5 h 152"/>
                <a:gd name="T8" fmla="*/ 18 w 45"/>
                <a:gd name="T9" fmla="*/ 11 h 152"/>
                <a:gd name="T10" fmla="*/ 0 w 45"/>
                <a:gd name="T11" fmla="*/ 33 h 152"/>
                <a:gd name="T12" fmla="*/ 18 w 45"/>
                <a:gd name="T13" fmla="*/ 56 h 152"/>
                <a:gd name="T14" fmla="*/ 18 w 45"/>
                <a:gd name="T15" fmla="*/ 147 h 152"/>
                <a:gd name="T16" fmla="*/ 23 w 45"/>
                <a:gd name="T17" fmla="*/ 152 h 152"/>
                <a:gd name="T18" fmla="*/ 27 w 45"/>
                <a:gd name="T19" fmla="*/ 147 h 152"/>
                <a:gd name="T20" fmla="*/ 27 w 45"/>
                <a:gd name="T21" fmla="*/ 56 h 152"/>
                <a:gd name="T22" fmla="*/ 45 w 45"/>
                <a:gd name="T23" fmla="*/ 33 h 152"/>
                <a:gd name="T24" fmla="*/ 27 w 45"/>
                <a:gd name="T25" fmla="*/ 11 h 152"/>
                <a:gd name="T26" fmla="*/ 23 w 45"/>
                <a:gd name="T27" fmla="*/ 47 h 152"/>
                <a:gd name="T28" fmla="*/ 9 w 45"/>
                <a:gd name="T29" fmla="*/ 33 h 152"/>
                <a:gd name="T30" fmla="*/ 23 w 45"/>
                <a:gd name="T31" fmla="*/ 19 h 152"/>
                <a:gd name="T32" fmla="*/ 37 w 45"/>
                <a:gd name="T33" fmla="*/ 33 h 152"/>
                <a:gd name="T34" fmla="*/ 23 w 45"/>
                <a:gd name="T35" fmla="*/ 4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152">
                  <a:moveTo>
                    <a:pt x="27" y="11"/>
                  </a:moveTo>
                  <a:cubicBezTo>
                    <a:pt x="27" y="5"/>
                    <a:pt x="27" y="5"/>
                    <a:pt x="27" y="5"/>
                  </a:cubicBezTo>
                  <a:cubicBezTo>
                    <a:pt x="27" y="2"/>
                    <a:pt x="25" y="0"/>
                    <a:pt x="23" y="0"/>
                  </a:cubicBezTo>
                  <a:cubicBezTo>
                    <a:pt x="20" y="0"/>
                    <a:pt x="18" y="2"/>
                    <a:pt x="18" y="5"/>
                  </a:cubicBezTo>
                  <a:cubicBezTo>
                    <a:pt x="18" y="11"/>
                    <a:pt x="18" y="11"/>
                    <a:pt x="18" y="11"/>
                  </a:cubicBezTo>
                  <a:cubicBezTo>
                    <a:pt x="8" y="13"/>
                    <a:pt x="0" y="22"/>
                    <a:pt x="0" y="33"/>
                  </a:cubicBezTo>
                  <a:cubicBezTo>
                    <a:pt x="0" y="44"/>
                    <a:pt x="8" y="54"/>
                    <a:pt x="18" y="56"/>
                  </a:cubicBezTo>
                  <a:cubicBezTo>
                    <a:pt x="18" y="147"/>
                    <a:pt x="18" y="147"/>
                    <a:pt x="18" y="147"/>
                  </a:cubicBezTo>
                  <a:cubicBezTo>
                    <a:pt x="18" y="150"/>
                    <a:pt x="20" y="152"/>
                    <a:pt x="23" y="152"/>
                  </a:cubicBezTo>
                  <a:cubicBezTo>
                    <a:pt x="25" y="152"/>
                    <a:pt x="27" y="150"/>
                    <a:pt x="27" y="147"/>
                  </a:cubicBezTo>
                  <a:cubicBezTo>
                    <a:pt x="27" y="56"/>
                    <a:pt x="27" y="56"/>
                    <a:pt x="27" y="56"/>
                  </a:cubicBezTo>
                  <a:cubicBezTo>
                    <a:pt x="37" y="54"/>
                    <a:pt x="45" y="44"/>
                    <a:pt x="45" y="33"/>
                  </a:cubicBezTo>
                  <a:cubicBezTo>
                    <a:pt x="45" y="22"/>
                    <a:pt x="37" y="13"/>
                    <a:pt x="27" y="11"/>
                  </a:cubicBezTo>
                  <a:close/>
                  <a:moveTo>
                    <a:pt x="23" y="47"/>
                  </a:moveTo>
                  <a:cubicBezTo>
                    <a:pt x="15" y="47"/>
                    <a:pt x="9" y="41"/>
                    <a:pt x="9" y="33"/>
                  </a:cubicBezTo>
                  <a:cubicBezTo>
                    <a:pt x="9" y="26"/>
                    <a:pt x="15" y="19"/>
                    <a:pt x="23" y="19"/>
                  </a:cubicBezTo>
                  <a:cubicBezTo>
                    <a:pt x="30" y="19"/>
                    <a:pt x="37" y="26"/>
                    <a:pt x="37" y="33"/>
                  </a:cubicBezTo>
                  <a:cubicBezTo>
                    <a:pt x="37" y="41"/>
                    <a:pt x="30" y="47"/>
                    <a:pt x="23" y="47"/>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endParaRPr lang="en-US" sz="1588"/>
            </a:p>
          </p:txBody>
        </p:sp>
        <p:sp>
          <p:nvSpPr>
            <p:cNvPr id="41" name="Freeform 38">
              <a:extLst>
                <a:ext uri="{FF2B5EF4-FFF2-40B4-BE49-F238E27FC236}">
                  <a16:creationId xmlns:a16="http://schemas.microsoft.com/office/drawing/2014/main" id="{63FA7B71-24E0-4591-ADF9-5176143A9F59}"/>
                </a:ext>
              </a:extLst>
            </p:cNvPr>
            <p:cNvSpPr>
              <a:spLocks noEditPoints="1"/>
            </p:cNvSpPr>
            <p:nvPr/>
          </p:nvSpPr>
          <p:spPr bwMode="auto">
            <a:xfrm>
              <a:off x="1843088" y="5349875"/>
              <a:ext cx="138112" cy="463550"/>
            </a:xfrm>
            <a:custGeom>
              <a:avLst/>
              <a:gdLst>
                <a:gd name="T0" fmla="*/ 27 w 45"/>
                <a:gd name="T1" fmla="*/ 89 h 152"/>
                <a:gd name="T2" fmla="*/ 27 w 45"/>
                <a:gd name="T3" fmla="*/ 5 h 152"/>
                <a:gd name="T4" fmla="*/ 23 w 45"/>
                <a:gd name="T5" fmla="*/ 0 h 152"/>
                <a:gd name="T6" fmla="*/ 18 w 45"/>
                <a:gd name="T7" fmla="*/ 5 h 152"/>
                <a:gd name="T8" fmla="*/ 18 w 45"/>
                <a:gd name="T9" fmla="*/ 89 h 152"/>
                <a:gd name="T10" fmla="*/ 0 w 45"/>
                <a:gd name="T11" fmla="*/ 111 h 152"/>
                <a:gd name="T12" fmla="*/ 18 w 45"/>
                <a:gd name="T13" fmla="*/ 133 h 152"/>
                <a:gd name="T14" fmla="*/ 18 w 45"/>
                <a:gd name="T15" fmla="*/ 147 h 152"/>
                <a:gd name="T16" fmla="*/ 23 w 45"/>
                <a:gd name="T17" fmla="*/ 152 h 152"/>
                <a:gd name="T18" fmla="*/ 27 w 45"/>
                <a:gd name="T19" fmla="*/ 147 h 152"/>
                <a:gd name="T20" fmla="*/ 27 w 45"/>
                <a:gd name="T21" fmla="*/ 133 h 152"/>
                <a:gd name="T22" fmla="*/ 45 w 45"/>
                <a:gd name="T23" fmla="*/ 111 h 152"/>
                <a:gd name="T24" fmla="*/ 27 w 45"/>
                <a:gd name="T25" fmla="*/ 89 h 152"/>
                <a:gd name="T26" fmla="*/ 23 w 45"/>
                <a:gd name="T27" fmla="*/ 125 h 152"/>
                <a:gd name="T28" fmla="*/ 9 w 45"/>
                <a:gd name="T29" fmla="*/ 111 h 152"/>
                <a:gd name="T30" fmla="*/ 23 w 45"/>
                <a:gd name="T31" fmla="*/ 97 h 152"/>
                <a:gd name="T32" fmla="*/ 37 w 45"/>
                <a:gd name="T33" fmla="*/ 111 h 152"/>
                <a:gd name="T34" fmla="*/ 23 w 45"/>
                <a:gd name="T35" fmla="*/ 125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152">
                  <a:moveTo>
                    <a:pt x="27" y="89"/>
                  </a:moveTo>
                  <a:cubicBezTo>
                    <a:pt x="27" y="5"/>
                    <a:pt x="27" y="5"/>
                    <a:pt x="27" y="5"/>
                  </a:cubicBezTo>
                  <a:cubicBezTo>
                    <a:pt x="27" y="2"/>
                    <a:pt x="25" y="0"/>
                    <a:pt x="23" y="0"/>
                  </a:cubicBezTo>
                  <a:cubicBezTo>
                    <a:pt x="20" y="0"/>
                    <a:pt x="18" y="2"/>
                    <a:pt x="18" y="5"/>
                  </a:cubicBezTo>
                  <a:cubicBezTo>
                    <a:pt x="18" y="89"/>
                    <a:pt x="18" y="89"/>
                    <a:pt x="18" y="89"/>
                  </a:cubicBezTo>
                  <a:cubicBezTo>
                    <a:pt x="8" y="91"/>
                    <a:pt x="0" y="100"/>
                    <a:pt x="0" y="111"/>
                  </a:cubicBezTo>
                  <a:cubicBezTo>
                    <a:pt x="0" y="122"/>
                    <a:pt x="8" y="131"/>
                    <a:pt x="18" y="133"/>
                  </a:cubicBezTo>
                  <a:cubicBezTo>
                    <a:pt x="18" y="147"/>
                    <a:pt x="18" y="147"/>
                    <a:pt x="18" y="147"/>
                  </a:cubicBezTo>
                  <a:cubicBezTo>
                    <a:pt x="18" y="150"/>
                    <a:pt x="20" y="152"/>
                    <a:pt x="23" y="152"/>
                  </a:cubicBezTo>
                  <a:cubicBezTo>
                    <a:pt x="25" y="152"/>
                    <a:pt x="27" y="150"/>
                    <a:pt x="27" y="147"/>
                  </a:cubicBezTo>
                  <a:cubicBezTo>
                    <a:pt x="27" y="133"/>
                    <a:pt x="27" y="133"/>
                    <a:pt x="27" y="133"/>
                  </a:cubicBezTo>
                  <a:cubicBezTo>
                    <a:pt x="38" y="131"/>
                    <a:pt x="45" y="122"/>
                    <a:pt x="45" y="111"/>
                  </a:cubicBezTo>
                  <a:cubicBezTo>
                    <a:pt x="45" y="100"/>
                    <a:pt x="38" y="91"/>
                    <a:pt x="27" y="89"/>
                  </a:cubicBezTo>
                  <a:close/>
                  <a:moveTo>
                    <a:pt x="23" y="125"/>
                  </a:moveTo>
                  <a:cubicBezTo>
                    <a:pt x="15" y="125"/>
                    <a:pt x="9" y="119"/>
                    <a:pt x="9" y="111"/>
                  </a:cubicBezTo>
                  <a:cubicBezTo>
                    <a:pt x="9" y="103"/>
                    <a:pt x="15" y="97"/>
                    <a:pt x="23" y="97"/>
                  </a:cubicBezTo>
                  <a:cubicBezTo>
                    <a:pt x="30" y="97"/>
                    <a:pt x="37" y="103"/>
                    <a:pt x="37" y="111"/>
                  </a:cubicBezTo>
                  <a:cubicBezTo>
                    <a:pt x="37" y="119"/>
                    <a:pt x="30" y="125"/>
                    <a:pt x="23" y="125"/>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endParaRPr lang="en-US" sz="1588"/>
            </a:p>
          </p:txBody>
        </p:sp>
        <p:sp>
          <p:nvSpPr>
            <p:cNvPr id="42" name="Freeform 39">
              <a:extLst>
                <a:ext uri="{FF2B5EF4-FFF2-40B4-BE49-F238E27FC236}">
                  <a16:creationId xmlns:a16="http://schemas.microsoft.com/office/drawing/2014/main" id="{E6DA9D69-88AD-4B10-ADD4-44E507B5CC71}"/>
                </a:ext>
              </a:extLst>
            </p:cNvPr>
            <p:cNvSpPr>
              <a:spLocks noEditPoints="1"/>
            </p:cNvSpPr>
            <p:nvPr/>
          </p:nvSpPr>
          <p:spPr bwMode="auto">
            <a:xfrm>
              <a:off x="2003425" y="5349875"/>
              <a:ext cx="139700" cy="463550"/>
            </a:xfrm>
            <a:custGeom>
              <a:avLst/>
              <a:gdLst>
                <a:gd name="T0" fmla="*/ 27 w 46"/>
                <a:gd name="T1" fmla="*/ 33 h 152"/>
                <a:gd name="T2" fmla="*/ 27 w 46"/>
                <a:gd name="T3" fmla="*/ 5 h 152"/>
                <a:gd name="T4" fmla="*/ 23 w 46"/>
                <a:gd name="T5" fmla="*/ 0 h 152"/>
                <a:gd name="T6" fmla="*/ 19 w 46"/>
                <a:gd name="T7" fmla="*/ 5 h 152"/>
                <a:gd name="T8" fmla="*/ 19 w 46"/>
                <a:gd name="T9" fmla="*/ 33 h 152"/>
                <a:gd name="T10" fmla="*/ 0 w 46"/>
                <a:gd name="T11" fmla="*/ 56 h 152"/>
                <a:gd name="T12" fmla="*/ 19 w 46"/>
                <a:gd name="T13" fmla="*/ 78 h 152"/>
                <a:gd name="T14" fmla="*/ 19 w 46"/>
                <a:gd name="T15" fmla="*/ 147 h 152"/>
                <a:gd name="T16" fmla="*/ 23 w 46"/>
                <a:gd name="T17" fmla="*/ 152 h 152"/>
                <a:gd name="T18" fmla="*/ 27 w 46"/>
                <a:gd name="T19" fmla="*/ 147 h 152"/>
                <a:gd name="T20" fmla="*/ 27 w 46"/>
                <a:gd name="T21" fmla="*/ 78 h 152"/>
                <a:gd name="T22" fmla="*/ 46 w 46"/>
                <a:gd name="T23" fmla="*/ 56 h 152"/>
                <a:gd name="T24" fmla="*/ 27 w 46"/>
                <a:gd name="T25" fmla="*/ 33 h 152"/>
                <a:gd name="T26" fmla="*/ 27 w 46"/>
                <a:gd name="T27" fmla="*/ 69 h 152"/>
                <a:gd name="T28" fmla="*/ 23 w 46"/>
                <a:gd name="T29" fmla="*/ 70 h 152"/>
                <a:gd name="T30" fmla="*/ 23 w 46"/>
                <a:gd name="T31" fmla="*/ 70 h 152"/>
                <a:gd name="T32" fmla="*/ 19 w 46"/>
                <a:gd name="T33" fmla="*/ 69 h 152"/>
                <a:gd name="T34" fmla="*/ 9 w 46"/>
                <a:gd name="T35" fmla="*/ 56 h 152"/>
                <a:gd name="T36" fmla="*/ 19 w 46"/>
                <a:gd name="T37" fmla="*/ 42 h 152"/>
                <a:gd name="T38" fmla="*/ 23 w 46"/>
                <a:gd name="T39" fmla="*/ 42 h 152"/>
                <a:gd name="T40" fmla="*/ 23 w 46"/>
                <a:gd name="T41" fmla="*/ 42 h 152"/>
                <a:gd name="T42" fmla="*/ 27 w 46"/>
                <a:gd name="T43" fmla="*/ 42 h 152"/>
                <a:gd name="T44" fmla="*/ 37 w 46"/>
                <a:gd name="T45" fmla="*/ 56 h 152"/>
                <a:gd name="T46" fmla="*/ 27 w 46"/>
                <a:gd name="T47" fmla="*/ 6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152">
                  <a:moveTo>
                    <a:pt x="27" y="33"/>
                  </a:moveTo>
                  <a:cubicBezTo>
                    <a:pt x="27" y="5"/>
                    <a:pt x="27" y="5"/>
                    <a:pt x="27" y="5"/>
                  </a:cubicBezTo>
                  <a:cubicBezTo>
                    <a:pt x="27" y="2"/>
                    <a:pt x="25" y="0"/>
                    <a:pt x="23" y="0"/>
                  </a:cubicBezTo>
                  <a:cubicBezTo>
                    <a:pt x="20" y="0"/>
                    <a:pt x="19" y="2"/>
                    <a:pt x="19" y="5"/>
                  </a:cubicBezTo>
                  <a:cubicBezTo>
                    <a:pt x="19" y="33"/>
                    <a:pt x="19" y="33"/>
                    <a:pt x="19" y="33"/>
                  </a:cubicBezTo>
                  <a:cubicBezTo>
                    <a:pt x="8" y="35"/>
                    <a:pt x="0" y="45"/>
                    <a:pt x="0" y="56"/>
                  </a:cubicBezTo>
                  <a:cubicBezTo>
                    <a:pt x="0" y="67"/>
                    <a:pt x="8" y="76"/>
                    <a:pt x="19" y="78"/>
                  </a:cubicBezTo>
                  <a:cubicBezTo>
                    <a:pt x="19" y="147"/>
                    <a:pt x="19" y="147"/>
                    <a:pt x="19" y="147"/>
                  </a:cubicBezTo>
                  <a:cubicBezTo>
                    <a:pt x="19" y="150"/>
                    <a:pt x="20" y="152"/>
                    <a:pt x="23" y="152"/>
                  </a:cubicBezTo>
                  <a:cubicBezTo>
                    <a:pt x="25" y="152"/>
                    <a:pt x="27" y="150"/>
                    <a:pt x="27" y="147"/>
                  </a:cubicBezTo>
                  <a:cubicBezTo>
                    <a:pt x="27" y="78"/>
                    <a:pt x="27" y="78"/>
                    <a:pt x="27" y="78"/>
                  </a:cubicBezTo>
                  <a:cubicBezTo>
                    <a:pt x="38" y="76"/>
                    <a:pt x="46" y="67"/>
                    <a:pt x="46" y="56"/>
                  </a:cubicBezTo>
                  <a:cubicBezTo>
                    <a:pt x="46" y="45"/>
                    <a:pt x="38" y="35"/>
                    <a:pt x="27" y="33"/>
                  </a:cubicBezTo>
                  <a:close/>
                  <a:moveTo>
                    <a:pt x="27" y="69"/>
                  </a:moveTo>
                  <a:cubicBezTo>
                    <a:pt x="26" y="69"/>
                    <a:pt x="24" y="70"/>
                    <a:pt x="23" y="70"/>
                  </a:cubicBezTo>
                  <a:cubicBezTo>
                    <a:pt x="23" y="70"/>
                    <a:pt x="23" y="70"/>
                    <a:pt x="23" y="70"/>
                  </a:cubicBezTo>
                  <a:cubicBezTo>
                    <a:pt x="21" y="70"/>
                    <a:pt x="20" y="69"/>
                    <a:pt x="19" y="69"/>
                  </a:cubicBezTo>
                  <a:cubicBezTo>
                    <a:pt x="13" y="67"/>
                    <a:pt x="9" y="62"/>
                    <a:pt x="9" y="56"/>
                  </a:cubicBezTo>
                  <a:cubicBezTo>
                    <a:pt x="9" y="49"/>
                    <a:pt x="13" y="44"/>
                    <a:pt x="19" y="42"/>
                  </a:cubicBezTo>
                  <a:cubicBezTo>
                    <a:pt x="20" y="42"/>
                    <a:pt x="21" y="42"/>
                    <a:pt x="23" y="42"/>
                  </a:cubicBezTo>
                  <a:cubicBezTo>
                    <a:pt x="23" y="42"/>
                    <a:pt x="23" y="42"/>
                    <a:pt x="23" y="42"/>
                  </a:cubicBezTo>
                  <a:cubicBezTo>
                    <a:pt x="24" y="42"/>
                    <a:pt x="26" y="42"/>
                    <a:pt x="27" y="42"/>
                  </a:cubicBezTo>
                  <a:cubicBezTo>
                    <a:pt x="33" y="44"/>
                    <a:pt x="37" y="49"/>
                    <a:pt x="37" y="56"/>
                  </a:cubicBezTo>
                  <a:cubicBezTo>
                    <a:pt x="37" y="62"/>
                    <a:pt x="33" y="67"/>
                    <a:pt x="27" y="69"/>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endParaRPr lang="en-US" sz="1588"/>
            </a:p>
          </p:txBody>
        </p:sp>
      </p:grpSp>
      <p:pic>
        <p:nvPicPr>
          <p:cNvPr id="43" name="Picture 42">
            <a:extLst>
              <a:ext uri="{FF2B5EF4-FFF2-40B4-BE49-F238E27FC236}">
                <a16:creationId xmlns:a16="http://schemas.microsoft.com/office/drawing/2014/main" id="{81D76DB1-4A9E-4A96-8A66-4EB061D46AD6}"/>
              </a:ext>
            </a:extLst>
          </p:cNvPr>
          <p:cNvPicPr>
            <a:picLocks noChangeAspect="1"/>
          </p:cNvPicPr>
          <p:nvPr/>
        </p:nvPicPr>
        <p:blipFill>
          <a:blip r:embed="rId8"/>
          <a:stretch>
            <a:fillRect/>
          </a:stretch>
        </p:blipFill>
        <p:spPr>
          <a:xfrm>
            <a:off x="3380086" y="4963316"/>
            <a:ext cx="2565783" cy="1421871"/>
          </a:xfrm>
          <a:prstGeom prst="rect">
            <a:avLst/>
          </a:prstGeom>
        </p:spPr>
      </p:pic>
      <p:pic>
        <p:nvPicPr>
          <p:cNvPr id="44" name="Picture 43">
            <a:extLst>
              <a:ext uri="{FF2B5EF4-FFF2-40B4-BE49-F238E27FC236}">
                <a16:creationId xmlns:a16="http://schemas.microsoft.com/office/drawing/2014/main" id="{FC8B4694-6DB1-474E-B258-3FEF0FEE7310}"/>
              </a:ext>
            </a:extLst>
          </p:cNvPr>
          <p:cNvPicPr>
            <a:picLocks noChangeAspect="1"/>
          </p:cNvPicPr>
          <p:nvPr/>
        </p:nvPicPr>
        <p:blipFill>
          <a:blip r:embed="rId9"/>
          <a:stretch>
            <a:fillRect/>
          </a:stretch>
        </p:blipFill>
        <p:spPr>
          <a:xfrm>
            <a:off x="3495332" y="3500241"/>
            <a:ext cx="2154072" cy="1463076"/>
          </a:xfrm>
          <a:prstGeom prst="rect">
            <a:avLst/>
          </a:prstGeom>
        </p:spPr>
      </p:pic>
      <p:sp>
        <p:nvSpPr>
          <p:cNvPr id="45" name="TextBox 44">
            <a:extLst>
              <a:ext uri="{FF2B5EF4-FFF2-40B4-BE49-F238E27FC236}">
                <a16:creationId xmlns:a16="http://schemas.microsoft.com/office/drawing/2014/main" id="{47FCC3DA-8391-4FDB-ACC7-8FC642CB49B5}"/>
              </a:ext>
            </a:extLst>
          </p:cNvPr>
          <p:cNvSpPr txBox="1"/>
          <p:nvPr/>
        </p:nvSpPr>
        <p:spPr>
          <a:xfrm>
            <a:off x="5586521" y="3799182"/>
            <a:ext cx="761263" cy="461665"/>
          </a:xfrm>
          <a:prstGeom prst="rect">
            <a:avLst/>
          </a:prstGeom>
          <a:noFill/>
        </p:spPr>
        <p:txBody>
          <a:bodyPr wrap="square" rtlCol="0">
            <a:spAutoFit/>
          </a:bodyPr>
          <a:lstStyle/>
          <a:p>
            <a:pPr algn="ctr"/>
            <a:r>
              <a:rPr lang="en-US" sz="1200" b="1">
                <a:latin typeface="Arial" panose="020B0604020202020204" pitchFamily="34" charset="0"/>
                <a:cs typeface="Arial" panose="020B0604020202020204" pitchFamily="34" charset="0"/>
              </a:rPr>
              <a:t>ROC Curve</a:t>
            </a:r>
          </a:p>
        </p:txBody>
      </p:sp>
      <p:sp>
        <p:nvSpPr>
          <p:cNvPr id="46" name="TextBox 45">
            <a:extLst>
              <a:ext uri="{FF2B5EF4-FFF2-40B4-BE49-F238E27FC236}">
                <a16:creationId xmlns:a16="http://schemas.microsoft.com/office/drawing/2014/main" id="{C7CF539E-641B-4CAE-90BE-4F6E6B2077A3}"/>
              </a:ext>
            </a:extLst>
          </p:cNvPr>
          <p:cNvSpPr txBox="1"/>
          <p:nvPr/>
        </p:nvSpPr>
        <p:spPr>
          <a:xfrm>
            <a:off x="5586520" y="5243101"/>
            <a:ext cx="924641" cy="646331"/>
          </a:xfrm>
          <a:prstGeom prst="rect">
            <a:avLst/>
          </a:prstGeom>
          <a:noFill/>
        </p:spPr>
        <p:txBody>
          <a:bodyPr wrap="square" rtlCol="0">
            <a:spAutoFit/>
          </a:bodyPr>
          <a:lstStyle/>
          <a:p>
            <a:pPr algn="ctr"/>
            <a:r>
              <a:rPr lang="en-US" sz="1200" b="1">
                <a:latin typeface="Arial" panose="020B0604020202020204" pitchFamily="34" charset="0"/>
                <a:cs typeface="Arial" panose="020B0604020202020204" pitchFamily="34" charset="0"/>
              </a:rPr>
              <a:t>Precision</a:t>
            </a:r>
          </a:p>
          <a:p>
            <a:pPr algn="ctr"/>
            <a:r>
              <a:rPr lang="en-US" sz="1200" b="1">
                <a:latin typeface="Arial" panose="020B0604020202020204" pitchFamily="34" charset="0"/>
                <a:cs typeface="Arial" panose="020B0604020202020204" pitchFamily="34" charset="0"/>
              </a:rPr>
              <a:t>Recall</a:t>
            </a:r>
          </a:p>
          <a:p>
            <a:pPr algn="ctr"/>
            <a:r>
              <a:rPr lang="en-US" sz="1200" b="1">
                <a:latin typeface="Arial" panose="020B0604020202020204" pitchFamily="34" charset="0"/>
                <a:cs typeface="Arial" panose="020B0604020202020204" pitchFamily="34" charset="0"/>
              </a:rPr>
              <a:t>Curve</a:t>
            </a:r>
          </a:p>
        </p:txBody>
      </p:sp>
      <p:cxnSp>
        <p:nvCxnSpPr>
          <p:cNvPr id="47" name="Straight Connector 46">
            <a:extLst>
              <a:ext uri="{FF2B5EF4-FFF2-40B4-BE49-F238E27FC236}">
                <a16:creationId xmlns:a16="http://schemas.microsoft.com/office/drawing/2014/main" id="{6EF5E698-CF76-442A-9DCE-404AB7F92D41}"/>
              </a:ext>
            </a:extLst>
          </p:cNvPr>
          <p:cNvCxnSpPr/>
          <p:nvPr/>
        </p:nvCxnSpPr>
        <p:spPr>
          <a:xfrm>
            <a:off x="10275485" y="5170655"/>
            <a:ext cx="690033"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1631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fYzwamWJRxav7sz7hdJ6M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l762OqH2RUmElC7utDEUoA"/>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Read-Only]" id="{747678D8-1E3A-4E91-B049-69D7C2820B25}" vid="{DC5301C9-FEEC-481D-B604-AC964BC0CB3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D Template Jan 2018 16x9">
  <a:themeElements>
    <a:clrScheme name="DD Rebrand Dec 2016">
      <a:dk1>
        <a:srgbClr val="000000"/>
      </a:dk1>
      <a:lt1>
        <a:srgbClr val="FFFFFF"/>
      </a:lt1>
      <a:dk2>
        <a:srgbClr val="000000"/>
      </a:dk2>
      <a:lt2>
        <a:srgbClr val="F7F5F3"/>
      </a:lt2>
      <a:accent1>
        <a:srgbClr val="86F200"/>
      </a:accent1>
      <a:accent2>
        <a:srgbClr val="34F0FF"/>
      </a:accent2>
      <a:accent3>
        <a:srgbClr val="FDD300"/>
      </a:accent3>
      <a:accent4>
        <a:srgbClr val="3EFAC5"/>
      </a:accent4>
      <a:accent5>
        <a:srgbClr val="787878"/>
      </a:accent5>
      <a:accent6>
        <a:srgbClr val="5A5A5A"/>
      </a:accent6>
      <a:hlink>
        <a:srgbClr val="3C3C3C"/>
      </a:hlink>
      <a:folHlink>
        <a:srgbClr val="1E1E1E"/>
      </a:folHlink>
    </a:clrScheme>
    <a:fontScheme name="DD Presentation Template Aug 2017">
      <a:majorFont>
        <a:latin typeface="Chronicle Display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D-PresentationTemplate_16x9.potx [Read-Only]" id="{916F96B5-34ED-4026-81F2-959EC6E9FD5C}" vid="{A18FA1C4-1C37-45B7-81A8-38F456485FC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7BF4162EC0FAE40B85C08B0D6B43EA0" ma:contentTypeVersion="9" ma:contentTypeDescription="Create a new document." ma:contentTypeScope="" ma:versionID="cc3bbfd18d6e363daf298659379ec1fa">
  <xsd:schema xmlns:xsd="http://www.w3.org/2001/XMLSchema" xmlns:xs="http://www.w3.org/2001/XMLSchema" xmlns:p="http://schemas.microsoft.com/office/2006/metadata/properties" xmlns:ns2="00523178-ab77-4e05-81af-4169c722f23c" targetNamespace="http://schemas.microsoft.com/office/2006/metadata/properties" ma:root="true" ma:fieldsID="444f6c3d1244644f9c3a0f6377711873" ns2:_="">
    <xsd:import namespace="00523178-ab77-4e05-81af-4169c722f23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523178-ab77-4e05-81af-4169c722f2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AE7194-8158-4149-B3B8-793E2A6C2E7D}">
  <ds:schemaRefs>
    <ds:schemaRef ds:uri="ed18517b-d780-4686-9689-2934e9b1c2c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CFC0F62-4EE3-4BE8-811B-29B1C83452D6}"/>
</file>

<file path=customXml/itemProps3.xml><?xml version="1.0" encoding="utf-8"?>
<ds:datastoreItem xmlns:ds="http://schemas.openxmlformats.org/officeDocument/2006/customXml" ds:itemID="{B5E0E168-51FD-47BE-8564-7305AA4857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Deloitte_16_9_Onscreen_US</Template>
  <Application>Microsoft Office PowerPoint</Application>
  <PresentationFormat>Widescreen</PresentationFormat>
  <Slides>23</Slides>
  <Notes>17</Notes>
  <HiddenSlides>0</HiddenSlides>
  <ScaleCrop>false</ScaleCrop>
  <HeadingPairs>
    <vt:vector size="4" baseType="variant">
      <vt:variant>
        <vt:lpstr>Theme</vt:lpstr>
      </vt:variant>
      <vt:variant>
        <vt:i4>3</vt:i4>
      </vt:variant>
      <vt:variant>
        <vt:lpstr>Slide Titles</vt:lpstr>
      </vt:variant>
      <vt:variant>
        <vt:i4>23</vt:i4>
      </vt:variant>
    </vt:vector>
  </HeadingPairs>
  <TitlesOfParts>
    <vt:vector size="26" baseType="lpstr">
      <vt:lpstr>Deloitte_US_Onscreen</vt:lpstr>
      <vt:lpstr>Custom Design</vt:lpstr>
      <vt:lpstr>DD Template Jan 2018 16x9</vt:lpstr>
      <vt:lpstr>PowerPoint Presentation</vt:lpstr>
      <vt:lpstr>PowerPoint Presentation</vt:lpstr>
      <vt:lpstr>PowerPoint Presentation</vt:lpstr>
      <vt:lpstr>What is Machine Learning?</vt:lpstr>
      <vt:lpstr>PowerPoint Presentation</vt:lpstr>
      <vt:lpstr>What is Machine Learning?</vt:lpstr>
      <vt:lpstr>ML Workflow</vt:lpstr>
      <vt:lpstr>Machine Learning Development Lifecycle</vt:lpstr>
      <vt:lpstr>Model Training and Testing Deep Dive</vt:lpstr>
      <vt:lpstr>Key Concepts</vt:lpstr>
      <vt:lpstr>Instances, Features and Dimensions</vt:lpstr>
      <vt:lpstr>The Curse of Dimensionality and Dimensionality Reduction</vt:lpstr>
      <vt:lpstr>Generalization, Overfitting, and Underfitting</vt:lpstr>
      <vt:lpstr>Feature Spaces, Mappings, and Feature Engineering</vt:lpstr>
      <vt:lpstr>SciKit-Learn</vt:lpstr>
      <vt:lpstr>What is Sci-Kit Learn?</vt:lpstr>
      <vt:lpstr>Dataset Transformations: Standardization</vt:lpstr>
      <vt:lpstr>Dataset Transformations: Scaling and Normalization</vt:lpstr>
      <vt:lpstr>Dataset Transformations: Encoding</vt:lpstr>
      <vt:lpstr>Dataset Transformations: Imputation</vt:lpstr>
      <vt:lpstr>Dataset Transformations: Feature Extraction</vt:lpstr>
      <vt:lpstr>Sci-Kit Learn: Your First Estimator</vt:lpstr>
      <vt:lpstr>Classification Performance Metrics</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Esporrin, Matthew</dc:creator>
  <cp:revision>1</cp:revision>
  <cp:lastPrinted>2014-06-25T02:16:22Z</cp:lastPrinted>
  <dcterms:created xsi:type="dcterms:W3CDTF">2020-05-20T21:15:26Z</dcterms:created>
  <dcterms:modified xsi:type="dcterms:W3CDTF">2021-02-05T13:41:44Z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0x01010027BF4162EC0FAE40B85C08B0D6B43EA0</vt:lpwstr>
  </property>
</Properties>
</file>